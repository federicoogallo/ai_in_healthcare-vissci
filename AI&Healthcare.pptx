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8"/>
  </p:notesMasterIdLst>
  <p:sldIdLst>
    <p:sldId id="305" r:id="rId2"/>
    <p:sldId id="306" r:id="rId3"/>
    <p:sldId id="302" r:id="rId4"/>
    <p:sldId id="307" r:id="rId5"/>
    <p:sldId id="311" r:id="rId6"/>
    <p:sldId id="313" r:id="rId7"/>
    <p:sldId id="318" r:id="rId8"/>
    <p:sldId id="314" r:id="rId9"/>
    <p:sldId id="319" r:id="rId10"/>
    <p:sldId id="315" r:id="rId11"/>
    <p:sldId id="320" r:id="rId12"/>
    <p:sldId id="316" r:id="rId13"/>
    <p:sldId id="321" r:id="rId14"/>
    <p:sldId id="323" r:id="rId15"/>
    <p:sldId id="324" r:id="rId16"/>
    <p:sldId id="325" r:id="rId17"/>
    <p:sldId id="326" r:id="rId18"/>
    <p:sldId id="322" r:id="rId19"/>
    <p:sldId id="327" r:id="rId20"/>
    <p:sldId id="328" r:id="rId21"/>
    <p:sldId id="329" r:id="rId22"/>
    <p:sldId id="330" r:id="rId23"/>
    <p:sldId id="331" r:id="rId24"/>
    <p:sldId id="332" r:id="rId25"/>
    <p:sldId id="333" r:id="rId26"/>
    <p:sldId id="334" r:id="rId27"/>
  </p:sldIdLst>
  <p:sldSz cx="9144000" cy="5143500" type="screen16x9"/>
  <p:notesSz cx="6858000" cy="9144000"/>
  <p:embeddedFontLst>
    <p:embeddedFont>
      <p:font typeface="Alata" pitchFamily="2" charset="77"/>
      <p:regular r:id="rId29"/>
    </p:embeddedFont>
    <p:embeddedFont>
      <p:font typeface="Montserrat" pitchFamily="2" charset="77"/>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525A"/>
    <a:srgbClr val="000000"/>
    <a:srgbClr val="5B5E66"/>
    <a:srgbClr val="676973"/>
    <a:srgbClr val="727580"/>
    <a:srgbClr val="333333"/>
    <a:srgbClr val="5E28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163C3D-E0B2-47B2-BEAD-34BE4E6ADADE}">
  <a:tblStyle styleId="{07163C3D-E0B2-47B2-BEAD-34BE4E6ADAD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02"/>
    <p:restoredTop sz="94733"/>
  </p:normalViewPr>
  <p:slideViewPr>
    <p:cSldViewPr snapToGrid="0">
      <p:cViewPr varScale="1">
        <p:scale>
          <a:sx n="145" d="100"/>
          <a:sy n="145" d="100"/>
        </p:scale>
        <p:origin x="184"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a:extLst>
            <a:ext uri="{FF2B5EF4-FFF2-40B4-BE49-F238E27FC236}">
              <a16:creationId xmlns:a16="http://schemas.microsoft.com/office/drawing/2014/main" id="{FE966E1F-40A9-FBA7-83AA-A4D0C304D5B4}"/>
            </a:ext>
          </a:extLst>
        </p:cNvPr>
        <p:cNvGrpSpPr/>
        <p:nvPr/>
      </p:nvGrpSpPr>
      <p:grpSpPr>
        <a:xfrm>
          <a:off x="0" y="0"/>
          <a:ext cx="0" cy="0"/>
          <a:chOff x="0" y="0"/>
          <a:chExt cx="0" cy="0"/>
        </a:xfrm>
      </p:grpSpPr>
      <p:sp>
        <p:nvSpPr>
          <p:cNvPr id="2213" name="Google Shape;2213;gdcc031ca31_0_17923:notes">
            <a:extLst>
              <a:ext uri="{FF2B5EF4-FFF2-40B4-BE49-F238E27FC236}">
                <a16:creationId xmlns:a16="http://schemas.microsoft.com/office/drawing/2014/main" id="{5F654D90-0574-4ABE-10AC-5B2ECBDED9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4" name="Google Shape;2214;gdcc031ca31_0_17923:notes">
            <a:extLst>
              <a:ext uri="{FF2B5EF4-FFF2-40B4-BE49-F238E27FC236}">
                <a16:creationId xmlns:a16="http://schemas.microsoft.com/office/drawing/2014/main" id="{1CDD6AC2-B625-9C21-6C70-C793CCE2A2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9275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09380DEC-2C32-FEDF-FE54-A8CA7925FFC3}"/>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7D9C2033-5423-2781-05BA-E581E9EEDA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890958EF-561E-A28B-658F-E25657E9CC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55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09FCD05D-FA94-FDF4-5283-04C3A29749DC}"/>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966FBB00-F5EA-E299-93A3-3900CAE7B3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77602DD1-F5E7-848B-7254-D5BD77A383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7563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0">
          <a:extLst>
            <a:ext uri="{FF2B5EF4-FFF2-40B4-BE49-F238E27FC236}">
              <a16:creationId xmlns:a16="http://schemas.microsoft.com/office/drawing/2014/main" id="{8ED1B9E1-4318-A92D-C95F-4E335C85EBF0}"/>
            </a:ext>
          </a:extLst>
        </p:cNvPr>
        <p:cNvGrpSpPr/>
        <p:nvPr/>
      </p:nvGrpSpPr>
      <p:grpSpPr>
        <a:xfrm>
          <a:off x="0" y="0"/>
          <a:ext cx="0" cy="0"/>
          <a:chOff x="0" y="0"/>
          <a:chExt cx="0" cy="0"/>
        </a:xfrm>
      </p:grpSpPr>
      <p:sp>
        <p:nvSpPr>
          <p:cNvPr id="2041" name="Google Shape;2041;gdcc031ca31_0_496:notes">
            <a:extLst>
              <a:ext uri="{FF2B5EF4-FFF2-40B4-BE49-F238E27FC236}">
                <a16:creationId xmlns:a16="http://schemas.microsoft.com/office/drawing/2014/main" id="{BDF6B967-D91C-2C83-2AE3-62890115F0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2" name="Google Shape;2042;gdcc031ca31_0_496:notes">
            <a:extLst>
              <a:ext uri="{FF2B5EF4-FFF2-40B4-BE49-F238E27FC236}">
                <a16:creationId xmlns:a16="http://schemas.microsoft.com/office/drawing/2014/main" id="{346DC542-D5FF-B9E9-65EA-1A039654EB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7441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D93076FF-A5BD-90FC-E852-165C91022599}"/>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39443D97-02D0-E191-DD4A-7B9814BF5A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BECBF718-F438-9F7B-CA6D-72FEEEEA99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43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969CE03C-5870-846C-5E66-9912BC721056}"/>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7C96C47C-F9A3-DFCD-8840-8D6850544A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7A1DE670-5E11-8D51-4829-306FAE543C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4686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0">
          <a:extLst>
            <a:ext uri="{FF2B5EF4-FFF2-40B4-BE49-F238E27FC236}">
              <a16:creationId xmlns:a16="http://schemas.microsoft.com/office/drawing/2014/main" id="{0DFF66A6-5059-C2C8-6773-77DAA0EF9FC3}"/>
            </a:ext>
          </a:extLst>
        </p:cNvPr>
        <p:cNvGrpSpPr/>
        <p:nvPr/>
      </p:nvGrpSpPr>
      <p:grpSpPr>
        <a:xfrm>
          <a:off x="0" y="0"/>
          <a:ext cx="0" cy="0"/>
          <a:chOff x="0" y="0"/>
          <a:chExt cx="0" cy="0"/>
        </a:xfrm>
      </p:grpSpPr>
      <p:sp>
        <p:nvSpPr>
          <p:cNvPr id="2041" name="Google Shape;2041;gdcc031ca31_0_496:notes">
            <a:extLst>
              <a:ext uri="{FF2B5EF4-FFF2-40B4-BE49-F238E27FC236}">
                <a16:creationId xmlns:a16="http://schemas.microsoft.com/office/drawing/2014/main" id="{525714CF-56B6-425C-D0CC-D5FA8D2EFB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2" name="Google Shape;2042;gdcc031ca31_0_496:notes">
            <a:extLst>
              <a:ext uri="{FF2B5EF4-FFF2-40B4-BE49-F238E27FC236}">
                <a16:creationId xmlns:a16="http://schemas.microsoft.com/office/drawing/2014/main" id="{A985480E-E054-B2AF-BAD0-75BA0A7ED3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0726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6302E8A6-C01A-425B-505B-895F0C49BFE8}"/>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3B3C7CFD-935F-F7D8-1EE3-BBB4E6F775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ADB529B8-BBD4-94F1-AD5C-38CC72D708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0526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0">
          <a:extLst>
            <a:ext uri="{FF2B5EF4-FFF2-40B4-BE49-F238E27FC236}">
              <a16:creationId xmlns:a16="http://schemas.microsoft.com/office/drawing/2014/main" id="{5C2946B7-5E17-859C-8A11-FBD476A2A7B1}"/>
            </a:ext>
          </a:extLst>
        </p:cNvPr>
        <p:cNvGrpSpPr/>
        <p:nvPr/>
      </p:nvGrpSpPr>
      <p:grpSpPr>
        <a:xfrm>
          <a:off x="0" y="0"/>
          <a:ext cx="0" cy="0"/>
          <a:chOff x="0" y="0"/>
          <a:chExt cx="0" cy="0"/>
        </a:xfrm>
      </p:grpSpPr>
      <p:sp>
        <p:nvSpPr>
          <p:cNvPr id="2041" name="Google Shape;2041;gdcc031ca31_0_496:notes">
            <a:extLst>
              <a:ext uri="{FF2B5EF4-FFF2-40B4-BE49-F238E27FC236}">
                <a16:creationId xmlns:a16="http://schemas.microsoft.com/office/drawing/2014/main" id="{B916792E-8108-A0C4-F440-CC93A50B20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2" name="Google Shape;2042;gdcc031ca31_0_496:notes">
            <a:extLst>
              <a:ext uri="{FF2B5EF4-FFF2-40B4-BE49-F238E27FC236}">
                <a16:creationId xmlns:a16="http://schemas.microsoft.com/office/drawing/2014/main" id="{9D910109-4938-EE79-DF7A-F93AB38A89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4236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AD058C9A-B5D9-AD16-7FE7-9644F9FB29BD}"/>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F483541A-6F2E-721C-6F5B-F5FAD1BF79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9BB3CA68-DF39-0C3B-974D-9FF17C858A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3156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0">
          <a:extLst>
            <a:ext uri="{FF2B5EF4-FFF2-40B4-BE49-F238E27FC236}">
              <a16:creationId xmlns:a16="http://schemas.microsoft.com/office/drawing/2014/main" id="{CD095A2D-DCCD-0A7A-C823-ADA437900C97}"/>
            </a:ext>
          </a:extLst>
        </p:cNvPr>
        <p:cNvGrpSpPr/>
        <p:nvPr/>
      </p:nvGrpSpPr>
      <p:grpSpPr>
        <a:xfrm>
          <a:off x="0" y="0"/>
          <a:ext cx="0" cy="0"/>
          <a:chOff x="0" y="0"/>
          <a:chExt cx="0" cy="0"/>
        </a:xfrm>
      </p:grpSpPr>
      <p:sp>
        <p:nvSpPr>
          <p:cNvPr id="2041" name="Google Shape;2041;gdcc031ca31_0_496:notes">
            <a:extLst>
              <a:ext uri="{FF2B5EF4-FFF2-40B4-BE49-F238E27FC236}">
                <a16:creationId xmlns:a16="http://schemas.microsoft.com/office/drawing/2014/main" id="{DF039CC7-4056-AC7E-F49E-9AF7E70F6A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2" name="Google Shape;2042;gdcc031ca31_0_496:notes">
            <a:extLst>
              <a:ext uri="{FF2B5EF4-FFF2-40B4-BE49-F238E27FC236}">
                <a16:creationId xmlns:a16="http://schemas.microsoft.com/office/drawing/2014/main" id="{A5315097-A956-1B54-5B57-7DF539EB90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9029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D60706FE-B306-186E-CEF8-EE4739BE0890}"/>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FA3121B5-2208-B091-B4D6-40B778CA0B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5209C10D-A2AC-7323-E8BA-F1019CE906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7248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0">
          <a:extLst>
            <a:ext uri="{FF2B5EF4-FFF2-40B4-BE49-F238E27FC236}">
              <a16:creationId xmlns:a16="http://schemas.microsoft.com/office/drawing/2014/main" id="{079EFD5D-99AE-36B0-810D-E56148FFFB1C}"/>
            </a:ext>
          </a:extLst>
        </p:cNvPr>
        <p:cNvGrpSpPr/>
        <p:nvPr/>
      </p:nvGrpSpPr>
      <p:grpSpPr>
        <a:xfrm>
          <a:off x="0" y="0"/>
          <a:ext cx="0" cy="0"/>
          <a:chOff x="0" y="0"/>
          <a:chExt cx="0" cy="0"/>
        </a:xfrm>
      </p:grpSpPr>
      <p:sp>
        <p:nvSpPr>
          <p:cNvPr id="2041" name="Google Shape;2041;gdcc031ca31_0_496:notes">
            <a:extLst>
              <a:ext uri="{FF2B5EF4-FFF2-40B4-BE49-F238E27FC236}">
                <a16:creationId xmlns:a16="http://schemas.microsoft.com/office/drawing/2014/main" id="{5B20020A-40CE-CBCF-EDF7-DE8D1F3B4F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2" name="Google Shape;2042;gdcc031ca31_0_496:notes">
            <a:extLst>
              <a:ext uri="{FF2B5EF4-FFF2-40B4-BE49-F238E27FC236}">
                <a16:creationId xmlns:a16="http://schemas.microsoft.com/office/drawing/2014/main" id="{8D98BF2A-A577-D296-78B8-B8A21318F7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8655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88146AE8-B287-5A6A-F72A-AC98B719E7FC}"/>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0549BFEB-95A3-F330-4661-F37E695422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D3DDE136-0E6A-0BE9-3C9D-4F61402A57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64234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F199C61B-2D17-7693-B2EE-2610421A2CA6}"/>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7E08D421-6184-7C3F-7239-5874EABA8F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4BCF031F-B65C-1BD1-6856-A5A38520F9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7015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ACEF24F9-A8A4-704E-D087-035F6E67E42C}"/>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863C700D-2F9F-61C6-6792-19A2C57A3B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F4B4FF03-114F-218D-1B4A-54CF3F131C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99609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0363A46C-E8EA-06D4-CF82-549FD722BCFD}"/>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EE7468F2-6832-7D87-8C3A-7CF16E8DAD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DB611B19-5F01-1493-FDAC-FB5DD7D012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6435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0">
          <a:extLst>
            <a:ext uri="{FF2B5EF4-FFF2-40B4-BE49-F238E27FC236}">
              <a16:creationId xmlns:a16="http://schemas.microsoft.com/office/drawing/2014/main" id="{E5A72E9D-354A-2559-07CC-80805040BBB4}"/>
            </a:ext>
          </a:extLst>
        </p:cNvPr>
        <p:cNvGrpSpPr/>
        <p:nvPr/>
      </p:nvGrpSpPr>
      <p:grpSpPr>
        <a:xfrm>
          <a:off x="0" y="0"/>
          <a:ext cx="0" cy="0"/>
          <a:chOff x="0" y="0"/>
          <a:chExt cx="0" cy="0"/>
        </a:xfrm>
      </p:grpSpPr>
      <p:sp>
        <p:nvSpPr>
          <p:cNvPr id="2041" name="Google Shape;2041;gdcc031ca31_0_496:notes">
            <a:extLst>
              <a:ext uri="{FF2B5EF4-FFF2-40B4-BE49-F238E27FC236}">
                <a16:creationId xmlns:a16="http://schemas.microsoft.com/office/drawing/2014/main" id="{6A6A6FC4-0732-EB1E-376A-74FC524E88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2" name="Google Shape;2042;gdcc031ca31_0_496:notes">
            <a:extLst>
              <a:ext uri="{FF2B5EF4-FFF2-40B4-BE49-F238E27FC236}">
                <a16:creationId xmlns:a16="http://schemas.microsoft.com/office/drawing/2014/main" id="{99614147-C396-92AF-0B97-A3F1FCEA12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22548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A0E583CD-D1B9-1BA2-5EB3-083C2C7C5B06}"/>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686C2A95-CB1B-3725-974B-1B9BD4ED6A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8A8D14EA-FD06-8BA8-112F-07C3CF47BE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36618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63B194A8-E1A8-DC1F-65E1-B45DBC20469E}"/>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7D4F7E00-C69F-6592-5425-2AECC68148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9AA02E40-55A9-B770-807E-FAE8CE4FE3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61872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9CD79C36-0586-69C0-C23F-8B1FEA8FE230}"/>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2EC4F81D-7767-DD2E-C34C-C2AECEDDD4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AAC13BE5-48F6-51FC-866E-E7B10B442A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85589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0">
          <a:extLst>
            <a:ext uri="{FF2B5EF4-FFF2-40B4-BE49-F238E27FC236}">
              <a16:creationId xmlns:a16="http://schemas.microsoft.com/office/drawing/2014/main" id="{6720960F-1226-A8D2-7D22-6F804A665BA0}"/>
            </a:ext>
          </a:extLst>
        </p:cNvPr>
        <p:cNvGrpSpPr/>
        <p:nvPr/>
      </p:nvGrpSpPr>
      <p:grpSpPr>
        <a:xfrm>
          <a:off x="0" y="0"/>
          <a:ext cx="0" cy="0"/>
          <a:chOff x="0" y="0"/>
          <a:chExt cx="0" cy="0"/>
        </a:xfrm>
      </p:grpSpPr>
      <p:sp>
        <p:nvSpPr>
          <p:cNvPr id="2041" name="Google Shape;2041;gdcc031ca31_0_496:notes">
            <a:extLst>
              <a:ext uri="{FF2B5EF4-FFF2-40B4-BE49-F238E27FC236}">
                <a16:creationId xmlns:a16="http://schemas.microsoft.com/office/drawing/2014/main" id="{97DFB17D-2EF5-ACB6-AB23-60996A8359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2" name="Google Shape;2042;gdcc031ca31_0_496:notes">
            <a:extLst>
              <a:ext uri="{FF2B5EF4-FFF2-40B4-BE49-F238E27FC236}">
                <a16:creationId xmlns:a16="http://schemas.microsoft.com/office/drawing/2014/main" id="{954FDFA6-C44E-78E5-3B29-E0025E96B1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64332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2BDA1663-1672-2A8E-D7FB-FBDC602B5E58}"/>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31CD7A69-1FA7-9F82-ABBC-B132CE521E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2FF76C2C-30A8-DFCD-1255-00965424A2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7002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a:extLst>
            <a:ext uri="{FF2B5EF4-FFF2-40B4-BE49-F238E27FC236}">
              <a16:creationId xmlns:a16="http://schemas.microsoft.com/office/drawing/2014/main" id="{E9A7985F-C9FC-2F32-3209-09AFD8471B84}"/>
            </a:ext>
          </a:extLst>
        </p:cNvPr>
        <p:cNvGrpSpPr/>
        <p:nvPr/>
      </p:nvGrpSpPr>
      <p:grpSpPr>
        <a:xfrm>
          <a:off x="0" y="0"/>
          <a:ext cx="0" cy="0"/>
          <a:chOff x="0" y="0"/>
          <a:chExt cx="0" cy="0"/>
        </a:xfrm>
      </p:grpSpPr>
      <p:sp>
        <p:nvSpPr>
          <p:cNvPr id="898" name="Google Shape;898;gdc6316f5a0_0_188:notes">
            <a:extLst>
              <a:ext uri="{FF2B5EF4-FFF2-40B4-BE49-F238E27FC236}">
                <a16:creationId xmlns:a16="http://schemas.microsoft.com/office/drawing/2014/main" id="{A94F0877-9A19-1142-94A9-E7EB271A40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c6316f5a0_0_188:notes">
            <a:extLst>
              <a:ext uri="{FF2B5EF4-FFF2-40B4-BE49-F238E27FC236}">
                <a16:creationId xmlns:a16="http://schemas.microsoft.com/office/drawing/2014/main" id="{C22C1A98-EA18-ABFE-AD2F-2C0F7AF57F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46498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a:extLst>
            <a:ext uri="{FF2B5EF4-FFF2-40B4-BE49-F238E27FC236}">
              <a16:creationId xmlns:a16="http://schemas.microsoft.com/office/drawing/2014/main" id="{3C946200-A7C9-C206-39EB-96F7880F1F79}"/>
            </a:ext>
          </a:extLst>
        </p:cNvPr>
        <p:cNvGrpSpPr/>
        <p:nvPr/>
      </p:nvGrpSpPr>
      <p:grpSpPr>
        <a:xfrm>
          <a:off x="0" y="0"/>
          <a:ext cx="0" cy="0"/>
          <a:chOff x="0" y="0"/>
          <a:chExt cx="0" cy="0"/>
        </a:xfrm>
      </p:grpSpPr>
      <p:sp>
        <p:nvSpPr>
          <p:cNvPr id="834" name="Google Shape;834;gdc6316f5a0_0_172:notes">
            <a:extLst>
              <a:ext uri="{FF2B5EF4-FFF2-40B4-BE49-F238E27FC236}">
                <a16:creationId xmlns:a16="http://schemas.microsoft.com/office/drawing/2014/main" id="{A35ACC96-0E60-7427-1D01-91EA4E4DAC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dc6316f5a0_0_172:notes">
            <a:extLst>
              <a:ext uri="{FF2B5EF4-FFF2-40B4-BE49-F238E27FC236}">
                <a16:creationId xmlns:a16="http://schemas.microsoft.com/office/drawing/2014/main" id="{8E70CE78-3A05-593C-FD3D-C34DA72E1B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24863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a:extLst>
            <a:ext uri="{FF2B5EF4-FFF2-40B4-BE49-F238E27FC236}">
              <a16:creationId xmlns:a16="http://schemas.microsoft.com/office/drawing/2014/main" id="{6AC0F310-B60B-A84A-8679-358C563023FE}"/>
            </a:ext>
          </a:extLst>
        </p:cNvPr>
        <p:cNvGrpSpPr/>
        <p:nvPr/>
      </p:nvGrpSpPr>
      <p:grpSpPr>
        <a:xfrm>
          <a:off x="0" y="0"/>
          <a:ext cx="0" cy="0"/>
          <a:chOff x="0" y="0"/>
          <a:chExt cx="0" cy="0"/>
        </a:xfrm>
      </p:grpSpPr>
      <p:sp>
        <p:nvSpPr>
          <p:cNvPr id="834" name="Google Shape;834;gdc6316f5a0_0_172:notes">
            <a:extLst>
              <a:ext uri="{FF2B5EF4-FFF2-40B4-BE49-F238E27FC236}">
                <a16:creationId xmlns:a16="http://schemas.microsoft.com/office/drawing/2014/main" id="{DC2A5C55-16A3-B8B4-E2A5-9DC5F656CC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dc6316f5a0_0_172:notes">
            <a:extLst>
              <a:ext uri="{FF2B5EF4-FFF2-40B4-BE49-F238E27FC236}">
                <a16:creationId xmlns:a16="http://schemas.microsoft.com/office/drawing/2014/main" id="{4086D7F0-A93A-C68C-EC55-4C25BBDBDB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9356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5059982" y="2360375"/>
            <a:ext cx="2563500" cy="4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5" name="Google Shape;35;p5"/>
          <p:cNvSpPr txBox="1">
            <a:spLocks noGrp="1"/>
          </p:cNvSpPr>
          <p:nvPr>
            <p:ph type="subTitle" idx="1"/>
          </p:nvPr>
        </p:nvSpPr>
        <p:spPr>
          <a:xfrm>
            <a:off x="1518675" y="3010950"/>
            <a:ext cx="2563500" cy="87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sp>
        <p:nvSpPr>
          <p:cNvPr id="36" name="Google Shape;36;p5"/>
          <p:cNvSpPr txBox="1">
            <a:spLocks noGrp="1"/>
          </p:cNvSpPr>
          <p:nvPr>
            <p:ph type="subTitle" idx="2"/>
          </p:nvPr>
        </p:nvSpPr>
        <p:spPr>
          <a:xfrm>
            <a:off x="5059976" y="3010950"/>
            <a:ext cx="2563500" cy="87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sp>
        <p:nvSpPr>
          <p:cNvPr id="37" name="Google Shape;37;p5"/>
          <p:cNvSpPr txBox="1">
            <a:spLocks noGrp="1"/>
          </p:cNvSpPr>
          <p:nvPr>
            <p:ph type="title" idx="3"/>
          </p:nvPr>
        </p:nvSpPr>
        <p:spPr>
          <a:xfrm>
            <a:off x="1518675" y="2360375"/>
            <a:ext cx="2563500" cy="4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0"/>
        <p:cNvGrpSpPr/>
        <p:nvPr/>
      </p:nvGrpSpPr>
      <p:grpSpPr>
        <a:xfrm>
          <a:off x="0" y="0"/>
          <a:ext cx="0" cy="0"/>
          <a:chOff x="0" y="0"/>
          <a:chExt cx="0" cy="0"/>
        </a:xfrm>
      </p:grpSpPr>
      <p:sp>
        <p:nvSpPr>
          <p:cNvPr id="71" name="Google Shape;71;p11"/>
          <p:cNvSpPr txBox="1">
            <a:spLocks noGrp="1"/>
          </p:cNvSpPr>
          <p:nvPr>
            <p:ph type="title" hasCustomPrompt="1"/>
          </p:nvPr>
        </p:nvSpPr>
        <p:spPr>
          <a:xfrm>
            <a:off x="1636500" y="2097350"/>
            <a:ext cx="6213900" cy="1126500"/>
          </a:xfrm>
          <a:prstGeom prst="rect">
            <a:avLst/>
          </a:prstGeom>
        </p:spPr>
        <p:txBody>
          <a:bodyPr spcFirstLastPara="1" wrap="square" lIns="91425" tIns="91425" rIns="91425" bIns="91425" anchor="b" anchorCtr="0">
            <a:noAutofit/>
          </a:bodyPr>
          <a:lstStyle>
            <a:lvl1pPr lvl="0" algn="ctr">
              <a:spcBef>
                <a:spcPts val="0"/>
              </a:spcBef>
              <a:spcAft>
                <a:spcPts val="0"/>
              </a:spcAft>
              <a:buSzPts val="10000"/>
              <a:buNone/>
              <a:defRPr sz="6900"/>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72" name="Google Shape;72;p11"/>
          <p:cNvSpPr txBox="1">
            <a:spLocks noGrp="1"/>
          </p:cNvSpPr>
          <p:nvPr>
            <p:ph type="subTitle" idx="1"/>
          </p:nvPr>
        </p:nvSpPr>
        <p:spPr>
          <a:xfrm>
            <a:off x="2133600" y="3310675"/>
            <a:ext cx="5219700" cy="38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3"/>
        <p:cNvGrpSpPr/>
        <p:nvPr/>
      </p:nvGrpSpPr>
      <p:grpSpPr>
        <a:xfrm>
          <a:off x="0" y="0"/>
          <a:ext cx="0" cy="0"/>
          <a:chOff x="0" y="0"/>
          <a:chExt cx="0" cy="0"/>
        </a:xfrm>
      </p:grpSpPr>
      <p:sp>
        <p:nvSpPr>
          <p:cNvPr id="74" name="Google Shape;7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714300" y="549600"/>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1" name="Google Shape;91;p14"/>
          <p:cNvSpPr txBox="1">
            <a:spLocks noGrp="1"/>
          </p:cNvSpPr>
          <p:nvPr>
            <p:ph type="title" idx="2"/>
          </p:nvPr>
        </p:nvSpPr>
        <p:spPr>
          <a:xfrm>
            <a:off x="714300" y="3060850"/>
            <a:ext cx="2276700" cy="4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92" name="Google Shape;92;p14"/>
          <p:cNvSpPr txBox="1">
            <a:spLocks noGrp="1"/>
          </p:cNvSpPr>
          <p:nvPr>
            <p:ph type="subTitle" idx="1"/>
          </p:nvPr>
        </p:nvSpPr>
        <p:spPr>
          <a:xfrm>
            <a:off x="714300" y="3457575"/>
            <a:ext cx="2276700" cy="77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300"/>
              <a:buNone/>
              <a:defRPr/>
            </a:lvl1pPr>
            <a:lvl2pPr lvl="1" algn="ctr" rtl="0">
              <a:spcBef>
                <a:spcPts val="0"/>
              </a:spcBef>
              <a:spcAft>
                <a:spcPts val="0"/>
              </a:spcAft>
              <a:buSzPts val="1300"/>
              <a:buNone/>
              <a:defRPr/>
            </a:lvl2pPr>
            <a:lvl3pPr lvl="2" algn="ctr" rtl="0">
              <a:spcBef>
                <a:spcPts val="0"/>
              </a:spcBef>
              <a:spcAft>
                <a:spcPts val="0"/>
              </a:spcAft>
              <a:buSzPts val="1300"/>
              <a:buNone/>
              <a:defRPr/>
            </a:lvl3pPr>
            <a:lvl4pPr lvl="3" algn="ctr" rtl="0">
              <a:spcBef>
                <a:spcPts val="0"/>
              </a:spcBef>
              <a:spcAft>
                <a:spcPts val="0"/>
              </a:spcAft>
              <a:buSzPts val="1300"/>
              <a:buNone/>
              <a:defRPr/>
            </a:lvl4pPr>
            <a:lvl5pPr lvl="4" algn="ctr" rtl="0">
              <a:spcBef>
                <a:spcPts val="0"/>
              </a:spcBef>
              <a:spcAft>
                <a:spcPts val="0"/>
              </a:spcAft>
              <a:buSzPts val="1300"/>
              <a:buNone/>
              <a:defRPr/>
            </a:lvl5pPr>
            <a:lvl6pPr lvl="5" algn="ctr" rtl="0">
              <a:spcBef>
                <a:spcPts val="0"/>
              </a:spcBef>
              <a:spcAft>
                <a:spcPts val="0"/>
              </a:spcAft>
              <a:buSzPts val="1300"/>
              <a:buNone/>
              <a:defRPr/>
            </a:lvl6pPr>
            <a:lvl7pPr lvl="6" algn="ctr" rtl="0">
              <a:spcBef>
                <a:spcPts val="0"/>
              </a:spcBef>
              <a:spcAft>
                <a:spcPts val="0"/>
              </a:spcAft>
              <a:buSzPts val="1300"/>
              <a:buNone/>
              <a:defRPr/>
            </a:lvl7pPr>
            <a:lvl8pPr lvl="7" algn="ctr" rtl="0">
              <a:spcBef>
                <a:spcPts val="0"/>
              </a:spcBef>
              <a:spcAft>
                <a:spcPts val="0"/>
              </a:spcAft>
              <a:buSzPts val="1300"/>
              <a:buNone/>
              <a:defRPr/>
            </a:lvl8pPr>
            <a:lvl9pPr lvl="8" algn="ctr" rtl="0">
              <a:spcBef>
                <a:spcPts val="0"/>
              </a:spcBef>
              <a:spcAft>
                <a:spcPts val="0"/>
              </a:spcAft>
              <a:buSzPts val="1300"/>
              <a:buNone/>
              <a:defRPr/>
            </a:lvl9pPr>
          </a:lstStyle>
          <a:p>
            <a:endParaRPr/>
          </a:p>
        </p:txBody>
      </p:sp>
      <p:sp>
        <p:nvSpPr>
          <p:cNvPr id="93" name="Google Shape;93;p14"/>
          <p:cNvSpPr txBox="1">
            <a:spLocks noGrp="1"/>
          </p:cNvSpPr>
          <p:nvPr>
            <p:ph type="title" idx="3"/>
          </p:nvPr>
        </p:nvSpPr>
        <p:spPr>
          <a:xfrm>
            <a:off x="3433650" y="3060850"/>
            <a:ext cx="2276700" cy="4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94" name="Google Shape;94;p14"/>
          <p:cNvSpPr txBox="1">
            <a:spLocks noGrp="1"/>
          </p:cNvSpPr>
          <p:nvPr>
            <p:ph type="subTitle" idx="4"/>
          </p:nvPr>
        </p:nvSpPr>
        <p:spPr>
          <a:xfrm>
            <a:off x="3433650" y="3457575"/>
            <a:ext cx="2276700" cy="77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300"/>
              <a:buNone/>
              <a:defRPr/>
            </a:lvl1pPr>
            <a:lvl2pPr lvl="1" algn="ctr" rtl="0">
              <a:spcBef>
                <a:spcPts val="0"/>
              </a:spcBef>
              <a:spcAft>
                <a:spcPts val="0"/>
              </a:spcAft>
              <a:buSzPts val="1300"/>
              <a:buNone/>
              <a:defRPr/>
            </a:lvl2pPr>
            <a:lvl3pPr lvl="2" algn="ctr" rtl="0">
              <a:spcBef>
                <a:spcPts val="0"/>
              </a:spcBef>
              <a:spcAft>
                <a:spcPts val="0"/>
              </a:spcAft>
              <a:buSzPts val="1300"/>
              <a:buNone/>
              <a:defRPr/>
            </a:lvl3pPr>
            <a:lvl4pPr lvl="3" algn="ctr" rtl="0">
              <a:spcBef>
                <a:spcPts val="0"/>
              </a:spcBef>
              <a:spcAft>
                <a:spcPts val="0"/>
              </a:spcAft>
              <a:buSzPts val="1300"/>
              <a:buNone/>
              <a:defRPr/>
            </a:lvl4pPr>
            <a:lvl5pPr lvl="4" algn="ctr" rtl="0">
              <a:spcBef>
                <a:spcPts val="0"/>
              </a:spcBef>
              <a:spcAft>
                <a:spcPts val="0"/>
              </a:spcAft>
              <a:buSzPts val="1300"/>
              <a:buNone/>
              <a:defRPr/>
            </a:lvl5pPr>
            <a:lvl6pPr lvl="5" algn="ctr" rtl="0">
              <a:spcBef>
                <a:spcPts val="0"/>
              </a:spcBef>
              <a:spcAft>
                <a:spcPts val="0"/>
              </a:spcAft>
              <a:buSzPts val="1300"/>
              <a:buNone/>
              <a:defRPr/>
            </a:lvl6pPr>
            <a:lvl7pPr lvl="6" algn="ctr" rtl="0">
              <a:spcBef>
                <a:spcPts val="0"/>
              </a:spcBef>
              <a:spcAft>
                <a:spcPts val="0"/>
              </a:spcAft>
              <a:buSzPts val="1300"/>
              <a:buNone/>
              <a:defRPr/>
            </a:lvl7pPr>
            <a:lvl8pPr lvl="7" algn="ctr" rtl="0">
              <a:spcBef>
                <a:spcPts val="0"/>
              </a:spcBef>
              <a:spcAft>
                <a:spcPts val="0"/>
              </a:spcAft>
              <a:buSzPts val="1300"/>
              <a:buNone/>
              <a:defRPr/>
            </a:lvl8pPr>
            <a:lvl9pPr lvl="8" algn="ctr" rtl="0">
              <a:spcBef>
                <a:spcPts val="0"/>
              </a:spcBef>
              <a:spcAft>
                <a:spcPts val="0"/>
              </a:spcAft>
              <a:buSzPts val="1300"/>
              <a:buNone/>
              <a:defRPr/>
            </a:lvl9pPr>
          </a:lstStyle>
          <a:p>
            <a:endParaRPr/>
          </a:p>
        </p:txBody>
      </p:sp>
      <p:sp>
        <p:nvSpPr>
          <p:cNvPr id="95" name="Google Shape;95;p14"/>
          <p:cNvSpPr txBox="1">
            <a:spLocks noGrp="1"/>
          </p:cNvSpPr>
          <p:nvPr>
            <p:ph type="title" idx="5"/>
          </p:nvPr>
        </p:nvSpPr>
        <p:spPr>
          <a:xfrm>
            <a:off x="6153000" y="3060850"/>
            <a:ext cx="2276700" cy="4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96" name="Google Shape;96;p14"/>
          <p:cNvSpPr txBox="1">
            <a:spLocks noGrp="1"/>
          </p:cNvSpPr>
          <p:nvPr>
            <p:ph type="subTitle" idx="6"/>
          </p:nvPr>
        </p:nvSpPr>
        <p:spPr>
          <a:xfrm>
            <a:off x="6153000" y="3457575"/>
            <a:ext cx="2276700" cy="77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300"/>
              <a:buNone/>
              <a:defRPr/>
            </a:lvl1pPr>
            <a:lvl2pPr lvl="1" algn="ctr" rtl="0">
              <a:spcBef>
                <a:spcPts val="0"/>
              </a:spcBef>
              <a:spcAft>
                <a:spcPts val="0"/>
              </a:spcAft>
              <a:buSzPts val="1300"/>
              <a:buNone/>
              <a:defRPr/>
            </a:lvl2pPr>
            <a:lvl3pPr lvl="2" algn="ctr" rtl="0">
              <a:spcBef>
                <a:spcPts val="0"/>
              </a:spcBef>
              <a:spcAft>
                <a:spcPts val="0"/>
              </a:spcAft>
              <a:buSzPts val="1300"/>
              <a:buNone/>
              <a:defRPr/>
            </a:lvl3pPr>
            <a:lvl4pPr lvl="3" algn="ctr" rtl="0">
              <a:spcBef>
                <a:spcPts val="0"/>
              </a:spcBef>
              <a:spcAft>
                <a:spcPts val="0"/>
              </a:spcAft>
              <a:buSzPts val="1300"/>
              <a:buNone/>
              <a:defRPr/>
            </a:lvl4pPr>
            <a:lvl5pPr lvl="4" algn="ctr" rtl="0">
              <a:spcBef>
                <a:spcPts val="0"/>
              </a:spcBef>
              <a:spcAft>
                <a:spcPts val="0"/>
              </a:spcAft>
              <a:buSzPts val="1300"/>
              <a:buNone/>
              <a:defRPr/>
            </a:lvl5pPr>
            <a:lvl6pPr lvl="5" algn="ctr" rtl="0">
              <a:spcBef>
                <a:spcPts val="0"/>
              </a:spcBef>
              <a:spcAft>
                <a:spcPts val="0"/>
              </a:spcAft>
              <a:buSzPts val="1300"/>
              <a:buNone/>
              <a:defRPr/>
            </a:lvl6pPr>
            <a:lvl7pPr lvl="6" algn="ctr" rtl="0">
              <a:spcBef>
                <a:spcPts val="0"/>
              </a:spcBef>
              <a:spcAft>
                <a:spcPts val="0"/>
              </a:spcAft>
              <a:buSzPts val="1300"/>
              <a:buNone/>
              <a:defRPr/>
            </a:lvl7pPr>
            <a:lvl8pPr lvl="7" algn="ctr" rtl="0">
              <a:spcBef>
                <a:spcPts val="0"/>
              </a:spcBef>
              <a:spcAft>
                <a:spcPts val="0"/>
              </a:spcAft>
              <a:buSzPts val="1300"/>
              <a:buNone/>
              <a:defRPr/>
            </a:lvl8pPr>
            <a:lvl9pPr lvl="8" algn="ctr" rtl="0">
              <a:spcBef>
                <a:spcPts val="0"/>
              </a:spcBef>
              <a:spcAft>
                <a:spcPts val="0"/>
              </a:spcAft>
              <a:buSzPts val="1300"/>
              <a:buNone/>
              <a:defRPr/>
            </a:lvl9pPr>
          </a:lstStyle>
          <a:p>
            <a:endParaRPr/>
          </a:p>
        </p:txBody>
      </p:sp>
      <p:grpSp>
        <p:nvGrpSpPr>
          <p:cNvPr id="97" name="Google Shape;97;p14"/>
          <p:cNvGrpSpPr/>
          <p:nvPr/>
        </p:nvGrpSpPr>
        <p:grpSpPr>
          <a:xfrm>
            <a:off x="-25" y="0"/>
            <a:ext cx="9144020" cy="342900"/>
            <a:chOff x="-25" y="0"/>
            <a:chExt cx="9144020" cy="342900"/>
          </a:xfrm>
        </p:grpSpPr>
        <p:sp>
          <p:nvSpPr>
            <p:cNvPr id="98" name="Google Shape;98;p14"/>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 name="Google Shape;99;p14"/>
            <p:cNvGrpSpPr/>
            <p:nvPr/>
          </p:nvGrpSpPr>
          <p:grpSpPr>
            <a:xfrm>
              <a:off x="215975" y="111150"/>
              <a:ext cx="642950" cy="120600"/>
              <a:chOff x="215975" y="152625"/>
              <a:chExt cx="642950" cy="120600"/>
            </a:xfrm>
          </p:grpSpPr>
          <p:sp>
            <p:nvSpPr>
              <p:cNvPr id="100" name="Google Shape;100;p14"/>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4"/>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4"/>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2">
  <p:cSld name="CUSTOM_3_1_1_1">
    <p:spTree>
      <p:nvGrpSpPr>
        <p:cNvPr id="1" name="Shape 239"/>
        <p:cNvGrpSpPr/>
        <p:nvPr/>
      </p:nvGrpSpPr>
      <p:grpSpPr>
        <a:xfrm>
          <a:off x="0" y="0"/>
          <a:ext cx="0" cy="0"/>
          <a:chOff x="0" y="0"/>
          <a:chExt cx="0" cy="0"/>
        </a:xfrm>
      </p:grpSpPr>
      <p:sp>
        <p:nvSpPr>
          <p:cNvPr id="240" name="Google Shape;240;p26"/>
          <p:cNvSpPr txBox="1">
            <a:spLocks noGrp="1"/>
          </p:cNvSpPr>
          <p:nvPr>
            <p:ph type="title"/>
          </p:nvPr>
        </p:nvSpPr>
        <p:spPr>
          <a:xfrm>
            <a:off x="714300" y="2054525"/>
            <a:ext cx="3422400" cy="8487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41" name="Google Shape;241;p26"/>
          <p:cNvSpPr txBox="1">
            <a:spLocks noGrp="1"/>
          </p:cNvSpPr>
          <p:nvPr>
            <p:ph type="subTitle" idx="1"/>
          </p:nvPr>
        </p:nvSpPr>
        <p:spPr>
          <a:xfrm>
            <a:off x="723225" y="3024275"/>
            <a:ext cx="2896200" cy="103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grpSp>
        <p:nvGrpSpPr>
          <p:cNvPr id="242" name="Google Shape;242;p26"/>
          <p:cNvGrpSpPr/>
          <p:nvPr/>
        </p:nvGrpSpPr>
        <p:grpSpPr>
          <a:xfrm>
            <a:off x="-25" y="0"/>
            <a:ext cx="9144020" cy="342900"/>
            <a:chOff x="-25" y="0"/>
            <a:chExt cx="9144020" cy="342900"/>
          </a:xfrm>
        </p:grpSpPr>
        <p:sp>
          <p:nvSpPr>
            <p:cNvPr id="243" name="Google Shape;243;p26"/>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 name="Google Shape;244;p26"/>
            <p:cNvGrpSpPr/>
            <p:nvPr/>
          </p:nvGrpSpPr>
          <p:grpSpPr>
            <a:xfrm>
              <a:off x="215975" y="111150"/>
              <a:ext cx="642950" cy="120600"/>
              <a:chOff x="215975" y="152625"/>
              <a:chExt cx="642950" cy="120600"/>
            </a:xfrm>
          </p:grpSpPr>
          <p:sp>
            <p:nvSpPr>
              <p:cNvPr id="245" name="Google Shape;245;p26"/>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8" name="Google Shape;248;p26"/>
          <p:cNvGrpSpPr/>
          <p:nvPr/>
        </p:nvGrpSpPr>
        <p:grpSpPr>
          <a:xfrm>
            <a:off x="66650" y="204750"/>
            <a:ext cx="9077378" cy="4938900"/>
            <a:chOff x="104750" y="204750"/>
            <a:chExt cx="9077378" cy="4938900"/>
          </a:xfrm>
        </p:grpSpPr>
        <p:grpSp>
          <p:nvGrpSpPr>
            <p:cNvPr id="249" name="Google Shape;249;p26"/>
            <p:cNvGrpSpPr/>
            <p:nvPr/>
          </p:nvGrpSpPr>
          <p:grpSpPr>
            <a:xfrm>
              <a:off x="104750" y="206700"/>
              <a:ext cx="9077378" cy="342900"/>
              <a:chOff x="-25" y="0"/>
              <a:chExt cx="9182983" cy="342900"/>
            </a:xfrm>
          </p:grpSpPr>
          <p:sp>
            <p:nvSpPr>
              <p:cNvPr id="250" name="Google Shape;250;p26"/>
              <p:cNvSpPr/>
              <p:nvPr/>
            </p:nvSpPr>
            <p:spPr>
              <a:xfrm>
                <a:off x="-25" y="0"/>
                <a:ext cx="9182983"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1" name="Google Shape;251;p26"/>
              <p:cNvGrpSpPr/>
              <p:nvPr/>
            </p:nvGrpSpPr>
            <p:grpSpPr>
              <a:xfrm>
                <a:off x="215975" y="111150"/>
                <a:ext cx="642950" cy="120600"/>
                <a:chOff x="215975" y="152625"/>
                <a:chExt cx="642950" cy="120600"/>
              </a:xfrm>
            </p:grpSpPr>
            <p:sp>
              <p:nvSpPr>
                <p:cNvPr id="252" name="Google Shape;252;p26"/>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6"/>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6"/>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255" name="Google Shape;255;p26"/>
            <p:cNvCxnSpPr/>
            <p:nvPr/>
          </p:nvCxnSpPr>
          <p:spPr>
            <a:xfrm>
              <a:off x="104775" y="204750"/>
              <a:ext cx="0" cy="4938900"/>
            </a:xfrm>
            <a:prstGeom prst="straightConnector1">
              <a:avLst/>
            </a:prstGeom>
            <a:noFill/>
            <a:ln w="9525" cap="flat" cmpd="sng">
              <a:solidFill>
                <a:schemeClr val="accent1"/>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6">
    <p:spTree>
      <p:nvGrpSpPr>
        <p:cNvPr id="1" name="Shape 281"/>
        <p:cNvGrpSpPr/>
        <p:nvPr/>
      </p:nvGrpSpPr>
      <p:grpSpPr>
        <a:xfrm>
          <a:off x="0" y="0"/>
          <a:ext cx="0" cy="0"/>
          <a:chOff x="0" y="0"/>
          <a:chExt cx="0" cy="0"/>
        </a:xfrm>
      </p:grpSpPr>
      <p:grpSp>
        <p:nvGrpSpPr>
          <p:cNvPr id="282" name="Google Shape;282;p29"/>
          <p:cNvGrpSpPr/>
          <p:nvPr/>
        </p:nvGrpSpPr>
        <p:grpSpPr>
          <a:xfrm>
            <a:off x="-25" y="0"/>
            <a:ext cx="9144020" cy="342900"/>
            <a:chOff x="-25" y="0"/>
            <a:chExt cx="9144020" cy="342900"/>
          </a:xfrm>
        </p:grpSpPr>
        <p:sp>
          <p:nvSpPr>
            <p:cNvPr id="283" name="Google Shape;283;p29"/>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4" name="Google Shape;284;p29"/>
            <p:cNvGrpSpPr/>
            <p:nvPr/>
          </p:nvGrpSpPr>
          <p:grpSpPr>
            <a:xfrm>
              <a:off x="215975" y="111150"/>
              <a:ext cx="642950" cy="120600"/>
              <a:chOff x="215975" y="152625"/>
              <a:chExt cx="642950" cy="120600"/>
            </a:xfrm>
          </p:grpSpPr>
          <p:sp>
            <p:nvSpPr>
              <p:cNvPr id="285" name="Google Shape;285;p29"/>
              <p:cNvSpPr/>
              <p:nvPr/>
            </p:nvSpPr>
            <p:spPr>
              <a:xfrm>
                <a:off x="215975" y="152625"/>
                <a:ext cx="120600" cy="120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9"/>
              <p:cNvSpPr/>
              <p:nvPr/>
            </p:nvSpPr>
            <p:spPr>
              <a:xfrm>
                <a:off x="477150" y="152625"/>
                <a:ext cx="120600" cy="120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9"/>
              <p:cNvSpPr/>
              <p:nvPr/>
            </p:nvSpPr>
            <p:spPr>
              <a:xfrm>
                <a:off x="738325" y="152625"/>
                <a:ext cx="120600" cy="120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6_1">
    <p:spTree>
      <p:nvGrpSpPr>
        <p:cNvPr id="1" name="Shape 288"/>
        <p:cNvGrpSpPr/>
        <p:nvPr/>
      </p:nvGrpSpPr>
      <p:grpSpPr>
        <a:xfrm>
          <a:off x="0" y="0"/>
          <a:ext cx="0" cy="0"/>
          <a:chOff x="0" y="0"/>
          <a:chExt cx="0" cy="0"/>
        </a:xfrm>
      </p:grpSpPr>
      <p:grpSp>
        <p:nvGrpSpPr>
          <p:cNvPr id="289" name="Google Shape;289;p30"/>
          <p:cNvGrpSpPr/>
          <p:nvPr/>
        </p:nvGrpSpPr>
        <p:grpSpPr>
          <a:xfrm>
            <a:off x="-25" y="0"/>
            <a:ext cx="9144020" cy="342900"/>
            <a:chOff x="-25" y="0"/>
            <a:chExt cx="9144020" cy="342900"/>
          </a:xfrm>
        </p:grpSpPr>
        <p:sp>
          <p:nvSpPr>
            <p:cNvPr id="290" name="Google Shape;290;p30"/>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1" name="Google Shape;291;p30"/>
            <p:cNvGrpSpPr/>
            <p:nvPr/>
          </p:nvGrpSpPr>
          <p:grpSpPr>
            <a:xfrm>
              <a:off x="215975" y="111150"/>
              <a:ext cx="642950" cy="120600"/>
              <a:chOff x="215975" y="152625"/>
              <a:chExt cx="642950" cy="120600"/>
            </a:xfrm>
          </p:grpSpPr>
          <p:sp>
            <p:nvSpPr>
              <p:cNvPr id="292" name="Google Shape;292;p30"/>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0"/>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0"/>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5" name="Google Shape;295;p30"/>
          <p:cNvGrpSpPr/>
          <p:nvPr/>
        </p:nvGrpSpPr>
        <p:grpSpPr>
          <a:xfrm>
            <a:off x="66650" y="204750"/>
            <a:ext cx="9077378" cy="4938900"/>
            <a:chOff x="104750" y="204750"/>
            <a:chExt cx="9077378" cy="4938900"/>
          </a:xfrm>
        </p:grpSpPr>
        <p:grpSp>
          <p:nvGrpSpPr>
            <p:cNvPr id="296" name="Google Shape;296;p30"/>
            <p:cNvGrpSpPr/>
            <p:nvPr/>
          </p:nvGrpSpPr>
          <p:grpSpPr>
            <a:xfrm>
              <a:off x="104750" y="206700"/>
              <a:ext cx="9077378" cy="342900"/>
              <a:chOff x="-25" y="0"/>
              <a:chExt cx="9182983" cy="342900"/>
            </a:xfrm>
          </p:grpSpPr>
          <p:sp>
            <p:nvSpPr>
              <p:cNvPr id="297" name="Google Shape;297;p30"/>
              <p:cNvSpPr/>
              <p:nvPr/>
            </p:nvSpPr>
            <p:spPr>
              <a:xfrm>
                <a:off x="-25" y="0"/>
                <a:ext cx="9182983"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8" name="Google Shape;298;p30"/>
              <p:cNvGrpSpPr/>
              <p:nvPr/>
            </p:nvGrpSpPr>
            <p:grpSpPr>
              <a:xfrm>
                <a:off x="215975" y="111150"/>
                <a:ext cx="642950" cy="120600"/>
                <a:chOff x="215975" y="152625"/>
                <a:chExt cx="642950" cy="120600"/>
              </a:xfrm>
            </p:grpSpPr>
            <p:sp>
              <p:nvSpPr>
                <p:cNvPr id="299" name="Google Shape;299;p30"/>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0"/>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0"/>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302" name="Google Shape;302;p30"/>
            <p:cNvCxnSpPr/>
            <p:nvPr/>
          </p:nvCxnSpPr>
          <p:spPr>
            <a:xfrm>
              <a:off x="104775" y="204750"/>
              <a:ext cx="0" cy="4938900"/>
            </a:xfrm>
            <a:prstGeom prst="straightConnector1">
              <a:avLst/>
            </a:prstGeom>
            <a:noFill/>
            <a:ln w="9525" cap="flat" cmpd="sng">
              <a:solidFill>
                <a:schemeClr val="accent1"/>
              </a:solidFill>
              <a:prstDash val="solid"/>
              <a:round/>
              <a:headEnd type="none" w="med" len="med"/>
              <a:tailEnd type="none" w="med" len="med"/>
            </a:ln>
          </p:spPr>
        </p:cxnSp>
      </p:grpSp>
      <p:grpSp>
        <p:nvGrpSpPr>
          <p:cNvPr id="303" name="Google Shape;303;p30"/>
          <p:cNvGrpSpPr/>
          <p:nvPr/>
        </p:nvGrpSpPr>
        <p:grpSpPr>
          <a:xfrm>
            <a:off x="157050" y="405675"/>
            <a:ext cx="8986935" cy="4747800"/>
            <a:chOff x="104746" y="204750"/>
            <a:chExt cx="8986935" cy="4747800"/>
          </a:xfrm>
        </p:grpSpPr>
        <p:grpSp>
          <p:nvGrpSpPr>
            <p:cNvPr id="304" name="Google Shape;304;p30"/>
            <p:cNvGrpSpPr/>
            <p:nvPr/>
          </p:nvGrpSpPr>
          <p:grpSpPr>
            <a:xfrm>
              <a:off x="104746" y="206700"/>
              <a:ext cx="8986935" cy="342900"/>
              <a:chOff x="-29" y="0"/>
              <a:chExt cx="9091487" cy="342900"/>
            </a:xfrm>
          </p:grpSpPr>
          <p:sp>
            <p:nvSpPr>
              <p:cNvPr id="305" name="Google Shape;305;p30"/>
              <p:cNvSpPr/>
              <p:nvPr/>
            </p:nvSpPr>
            <p:spPr>
              <a:xfrm>
                <a:off x="-29" y="0"/>
                <a:ext cx="9091487"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 name="Google Shape;306;p30"/>
              <p:cNvGrpSpPr/>
              <p:nvPr/>
            </p:nvGrpSpPr>
            <p:grpSpPr>
              <a:xfrm>
                <a:off x="215975" y="111150"/>
                <a:ext cx="642950" cy="120600"/>
                <a:chOff x="215975" y="152625"/>
                <a:chExt cx="642950" cy="120600"/>
              </a:xfrm>
            </p:grpSpPr>
            <p:sp>
              <p:nvSpPr>
                <p:cNvPr id="307" name="Google Shape;307;p30"/>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0"/>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0"/>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310" name="Google Shape;310;p30"/>
            <p:cNvCxnSpPr/>
            <p:nvPr/>
          </p:nvCxnSpPr>
          <p:spPr>
            <a:xfrm>
              <a:off x="104775" y="204750"/>
              <a:ext cx="0" cy="4747800"/>
            </a:xfrm>
            <a:prstGeom prst="straightConnector1">
              <a:avLst/>
            </a:prstGeom>
            <a:noFill/>
            <a:ln w="9525" cap="flat" cmpd="sng">
              <a:solidFill>
                <a:schemeClr val="accent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dpi="0" rotWithShape="1">
          <a:blip r:embed="rId9">
            <a:alphaModFix amt="45000"/>
            <a:lum/>
          </a:blip>
          <a:srcRect/>
          <a:stretch>
            <a:fillRect t="-39000" b="-39000"/>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300" y="549600"/>
            <a:ext cx="7715400" cy="4680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Alata"/>
              <a:buNone/>
              <a:defRPr sz="2800">
                <a:solidFill>
                  <a:schemeClr val="dk1"/>
                </a:solidFill>
                <a:latin typeface="Alata"/>
                <a:ea typeface="Alata"/>
                <a:cs typeface="Alata"/>
                <a:sym typeface="Alata"/>
              </a:defRPr>
            </a:lvl1pPr>
            <a:lvl2pPr lvl="1">
              <a:lnSpc>
                <a:spcPct val="100000"/>
              </a:lnSpc>
              <a:spcBef>
                <a:spcPts val="0"/>
              </a:spcBef>
              <a:spcAft>
                <a:spcPts val="0"/>
              </a:spcAft>
              <a:buClr>
                <a:schemeClr val="dk1"/>
              </a:buClr>
              <a:buSzPts val="2800"/>
              <a:buNone/>
              <a:defRPr sz="2800">
                <a:solidFill>
                  <a:schemeClr val="dk1"/>
                </a:solidFill>
              </a:defRPr>
            </a:lvl2pPr>
            <a:lvl3pPr lvl="2">
              <a:lnSpc>
                <a:spcPct val="100000"/>
              </a:lnSpc>
              <a:spcBef>
                <a:spcPts val="0"/>
              </a:spcBef>
              <a:spcAft>
                <a:spcPts val="0"/>
              </a:spcAft>
              <a:buClr>
                <a:schemeClr val="dk1"/>
              </a:buClr>
              <a:buSzPts val="2800"/>
              <a:buNone/>
              <a:defRPr sz="2800">
                <a:solidFill>
                  <a:schemeClr val="dk1"/>
                </a:solidFill>
              </a:defRPr>
            </a:lvl3pPr>
            <a:lvl4pPr lvl="3">
              <a:lnSpc>
                <a:spcPct val="100000"/>
              </a:lnSpc>
              <a:spcBef>
                <a:spcPts val="0"/>
              </a:spcBef>
              <a:spcAft>
                <a:spcPts val="0"/>
              </a:spcAft>
              <a:buClr>
                <a:schemeClr val="dk1"/>
              </a:buClr>
              <a:buSzPts val="2800"/>
              <a:buNone/>
              <a:defRPr sz="2800">
                <a:solidFill>
                  <a:schemeClr val="dk1"/>
                </a:solidFill>
              </a:defRPr>
            </a:lvl4pPr>
            <a:lvl5pPr lvl="4">
              <a:lnSpc>
                <a:spcPct val="100000"/>
              </a:lnSpc>
              <a:spcBef>
                <a:spcPts val="0"/>
              </a:spcBef>
              <a:spcAft>
                <a:spcPts val="0"/>
              </a:spcAft>
              <a:buClr>
                <a:schemeClr val="dk1"/>
              </a:buClr>
              <a:buSzPts val="2800"/>
              <a:buNone/>
              <a:defRPr sz="2800">
                <a:solidFill>
                  <a:schemeClr val="dk1"/>
                </a:solidFill>
              </a:defRPr>
            </a:lvl5pPr>
            <a:lvl6pPr lvl="5">
              <a:lnSpc>
                <a:spcPct val="100000"/>
              </a:lnSpc>
              <a:spcBef>
                <a:spcPts val="0"/>
              </a:spcBef>
              <a:spcAft>
                <a:spcPts val="0"/>
              </a:spcAft>
              <a:buClr>
                <a:schemeClr val="dk1"/>
              </a:buClr>
              <a:buSzPts val="2800"/>
              <a:buNone/>
              <a:defRPr sz="2800">
                <a:solidFill>
                  <a:schemeClr val="dk1"/>
                </a:solidFill>
              </a:defRPr>
            </a:lvl6pPr>
            <a:lvl7pPr lvl="6">
              <a:lnSpc>
                <a:spcPct val="100000"/>
              </a:lnSpc>
              <a:spcBef>
                <a:spcPts val="0"/>
              </a:spcBef>
              <a:spcAft>
                <a:spcPts val="0"/>
              </a:spcAft>
              <a:buClr>
                <a:schemeClr val="dk1"/>
              </a:buClr>
              <a:buSzPts val="2800"/>
              <a:buNone/>
              <a:defRPr sz="2800">
                <a:solidFill>
                  <a:schemeClr val="dk1"/>
                </a:solidFill>
              </a:defRPr>
            </a:lvl7pPr>
            <a:lvl8pPr lvl="7">
              <a:lnSpc>
                <a:spcPct val="100000"/>
              </a:lnSpc>
              <a:spcBef>
                <a:spcPts val="0"/>
              </a:spcBef>
              <a:spcAft>
                <a:spcPts val="0"/>
              </a:spcAft>
              <a:buClr>
                <a:schemeClr val="dk1"/>
              </a:buClr>
              <a:buSzPts val="2800"/>
              <a:buNone/>
              <a:defRPr sz="2800">
                <a:solidFill>
                  <a:schemeClr val="dk1"/>
                </a:solidFill>
              </a:defRPr>
            </a:lvl8pPr>
            <a:lvl9pPr lvl="8">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14300" y="1152475"/>
            <a:ext cx="7715400" cy="3416400"/>
          </a:xfrm>
          <a:prstGeom prst="rect">
            <a:avLst/>
          </a:prstGeom>
          <a:noFill/>
          <a:ln>
            <a:noFill/>
          </a:ln>
        </p:spPr>
        <p:txBody>
          <a:bodyPr spcFirstLastPara="1" wrap="square" lIns="91425" tIns="91425" rIns="91425" bIns="91425" anchor="t" anchorCtr="0">
            <a:noAutofit/>
          </a:bodyPr>
          <a:lstStyle>
            <a:lvl1pPr marL="457200" lvl="0"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1pPr>
            <a:lvl2pPr marL="914400" lvl="1"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2pPr>
            <a:lvl3pPr marL="1371600" lvl="2"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3pPr>
            <a:lvl4pPr marL="1828800" lvl="3"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4pPr>
            <a:lvl5pPr marL="2286000" lvl="4"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5pPr>
            <a:lvl6pPr marL="2743200" lvl="5"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6pPr>
            <a:lvl7pPr marL="3200400" lvl="6"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7pPr>
            <a:lvl8pPr marL="3657600" lvl="7"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8pPr>
            <a:lvl9pPr marL="4114800" lvl="8"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51" r:id="rId1"/>
    <p:sldLayoutId id="2147483657" r:id="rId2"/>
    <p:sldLayoutId id="2147483658" r:id="rId3"/>
    <p:sldLayoutId id="2147483660" r:id="rId4"/>
    <p:sldLayoutId id="2147483672" r:id="rId5"/>
    <p:sldLayoutId id="2147483675" r:id="rId6"/>
    <p:sldLayoutId id="214748367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hyperlink" Target="https://www.kaggle.com/datasets/redwankarimsony/heart-disease-data" TargetMode="External"/><Relationship Id="rId3" Type="http://schemas.openxmlformats.org/officeDocument/2006/relationships/hyperlink" Target="https://www.kaggle.com/datasets/sahilislam007/ai-impact-on-job-market-20242030" TargetMode="External"/><Relationship Id="rId7" Type="http://schemas.openxmlformats.org/officeDocument/2006/relationships/hyperlink" Target="https://www.kaggle.com/competitions/unifesp-x-ray-body-part-classifier/overview"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https://www.fda.gov/medical-devices/software-medical-device-samd/artificial-intelligence-enabled-medical-devices" TargetMode="External"/><Relationship Id="rId5" Type="http://schemas.openxmlformats.org/officeDocument/2006/relationships/hyperlink" Target="https://www.who.int/data/gho/publications/world-health-statistics" TargetMode="External"/><Relationship Id="rId10" Type="http://schemas.openxmlformats.org/officeDocument/2006/relationships/hyperlink" Target="https://www.kaggle.com/datasets/kmader/skin-cancer-mnist-ham10000" TargetMode="External"/><Relationship Id="rId4" Type="http://schemas.openxmlformats.org/officeDocument/2006/relationships/hyperlink" Target="https://openalex.org/" TargetMode="External"/><Relationship Id="rId9" Type="http://schemas.openxmlformats.org/officeDocument/2006/relationships/hyperlink" Target="https://www.kaggle.com/datasets/fedesoriano/stroke-prediction-dataset"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15">
          <a:extLst>
            <a:ext uri="{FF2B5EF4-FFF2-40B4-BE49-F238E27FC236}">
              <a16:creationId xmlns:a16="http://schemas.microsoft.com/office/drawing/2014/main" id="{3FDD1363-9B33-6E63-117A-2D27FDF64470}"/>
            </a:ext>
          </a:extLst>
        </p:cNvPr>
        <p:cNvGrpSpPr/>
        <p:nvPr/>
      </p:nvGrpSpPr>
      <p:grpSpPr>
        <a:xfrm>
          <a:off x="0" y="0"/>
          <a:ext cx="0" cy="0"/>
          <a:chOff x="0" y="0"/>
          <a:chExt cx="0" cy="0"/>
        </a:xfrm>
      </p:grpSpPr>
      <p:sp>
        <p:nvSpPr>
          <p:cNvPr id="4" name="Google Shape;412;p35">
            <a:extLst>
              <a:ext uri="{FF2B5EF4-FFF2-40B4-BE49-F238E27FC236}">
                <a16:creationId xmlns:a16="http://schemas.microsoft.com/office/drawing/2014/main" id="{6A82B800-52F4-31E0-AA83-1F1AD04DEDD5}"/>
              </a:ext>
            </a:extLst>
          </p:cNvPr>
          <p:cNvSpPr txBox="1">
            <a:spLocks noGrp="1"/>
          </p:cNvSpPr>
          <p:nvPr>
            <p:ph type="title"/>
          </p:nvPr>
        </p:nvSpPr>
        <p:spPr>
          <a:xfrm>
            <a:off x="422667" y="1084921"/>
            <a:ext cx="4489675" cy="21410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4000" b="1" dirty="0"/>
              <a:t>AI &amp; HEALTHCARE</a:t>
            </a:r>
            <a:r>
              <a:rPr lang="it-IT" sz="3200" dirty="0"/>
              <a:t>: promesse, limiti e responsabilità </a:t>
            </a:r>
          </a:p>
        </p:txBody>
      </p:sp>
      <p:sp>
        <p:nvSpPr>
          <p:cNvPr id="5" name="Google Shape;421;p35">
            <a:extLst>
              <a:ext uri="{FF2B5EF4-FFF2-40B4-BE49-F238E27FC236}">
                <a16:creationId xmlns:a16="http://schemas.microsoft.com/office/drawing/2014/main" id="{36472894-9882-7381-A339-079D81E280F8}"/>
              </a:ext>
            </a:extLst>
          </p:cNvPr>
          <p:cNvSpPr txBox="1">
            <a:spLocks/>
          </p:cNvSpPr>
          <p:nvPr/>
        </p:nvSpPr>
        <p:spPr>
          <a:xfrm>
            <a:off x="5652975" y="1933575"/>
            <a:ext cx="2276700" cy="5844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1200"/>
              </a:spcAft>
            </a:pPr>
            <a:r>
              <a:rPr lang="it-IT"/>
              <a:t>You can describe the topic of the section here</a:t>
            </a:r>
          </a:p>
        </p:txBody>
      </p:sp>
      <p:sp>
        <p:nvSpPr>
          <p:cNvPr id="64" name="Google Shape;422;p35">
            <a:extLst>
              <a:ext uri="{FF2B5EF4-FFF2-40B4-BE49-F238E27FC236}">
                <a16:creationId xmlns:a16="http://schemas.microsoft.com/office/drawing/2014/main" id="{2F4AAD51-D496-0BF8-84AC-50F8E474F0B0}"/>
              </a:ext>
            </a:extLst>
          </p:cNvPr>
          <p:cNvSpPr txBox="1">
            <a:spLocks/>
          </p:cNvSpPr>
          <p:nvPr/>
        </p:nvSpPr>
        <p:spPr>
          <a:xfrm>
            <a:off x="5652975" y="3098950"/>
            <a:ext cx="2724300" cy="4680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it-IT"/>
              <a:t>KEY ACCOMPLISHMENTS</a:t>
            </a:r>
          </a:p>
        </p:txBody>
      </p:sp>
      <p:sp>
        <p:nvSpPr>
          <p:cNvPr id="65" name="Google Shape;423;p35">
            <a:extLst>
              <a:ext uri="{FF2B5EF4-FFF2-40B4-BE49-F238E27FC236}">
                <a16:creationId xmlns:a16="http://schemas.microsoft.com/office/drawing/2014/main" id="{D0841392-EC59-C33A-4335-709A430C6EB8}"/>
              </a:ext>
            </a:extLst>
          </p:cNvPr>
          <p:cNvSpPr txBox="1">
            <a:spLocks/>
          </p:cNvSpPr>
          <p:nvPr/>
        </p:nvSpPr>
        <p:spPr>
          <a:xfrm>
            <a:off x="4757700" y="3149025"/>
            <a:ext cx="904800" cy="5844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a:t>04.</a:t>
            </a:r>
          </a:p>
        </p:txBody>
      </p:sp>
      <p:sp>
        <p:nvSpPr>
          <p:cNvPr id="66" name="Google Shape;424;p35">
            <a:extLst>
              <a:ext uri="{FF2B5EF4-FFF2-40B4-BE49-F238E27FC236}">
                <a16:creationId xmlns:a16="http://schemas.microsoft.com/office/drawing/2014/main" id="{990AEE90-295F-C897-55B5-1911EF8DAAA7}"/>
              </a:ext>
            </a:extLst>
          </p:cNvPr>
          <p:cNvSpPr txBox="1">
            <a:spLocks/>
          </p:cNvSpPr>
          <p:nvPr/>
        </p:nvSpPr>
        <p:spPr>
          <a:xfrm>
            <a:off x="5652975" y="3495675"/>
            <a:ext cx="2276700" cy="5844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1200"/>
              </a:spcAft>
            </a:pPr>
            <a:r>
              <a:rPr lang="it-IT"/>
              <a:t>You can describe the topic of the section here</a:t>
            </a:r>
          </a:p>
        </p:txBody>
      </p:sp>
      <p:grpSp>
        <p:nvGrpSpPr>
          <p:cNvPr id="67" name="Google Shape;319;p33">
            <a:extLst>
              <a:ext uri="{FF2B5EF4-FFF2-40B4-BE49-F238E27FC236}">
                <a16:creationId xmlns:a16="http://schemas.microsoft.com/office/drawing/2014/main" id="{2E702DEE-8145-31AE-3F1C-B17AA356382E}"/>
              </a:ext>
            </a:extLst>
          </p:cNvPr>
          <p:cNvGrpSpPr/>
          <p:nvPr/>
        </p:nvGrpSpPr>
        <p:grpSpPr>
          <a:xfrm>
            <a:off x="4714028" y="873441"/>
            <a:ext cx="4509041" cy="3554532"/>
            <a:chOff x="4398025" y="622868"/>
            <a:chExt cx="4671130" cy="3682308"/>
          </a:xfrm>
        </p:grpSpPr>
        <p:sp>
          <p:nvSpPr>
            <p:cNvPr id="68" name="Google Shape;320;p33">
              <a:extLst>
                <a:ext uri="{FF2B5EF4-FFF2-40B4-BE49-F238E27FC236}">
                  <a16:creationId xmlns:a16="http://schemas.microsoft.com/office/drawing/2014/main" id="{AF4DB5C4-2666-0F73-9016-7E68D2443603}"/>
                </a:ext>
              </a:extLst>
            </p:cNvPr>
            <p:cNvSpPr/>
            <p:nvPr/>
          </p:nvSpPr>
          <p:spPr>
            <a:xfrm>
              <a:off x="7506382" y="781174"/>
              <a:ext cx="689050" cy="684983"/>
            </a:xfrm>
            <a:custGeom>
              <a:avLst/>
              <a:gdLst/>
              <a:ahLst/>
              <a:cxnLst/>
              <a:rect l="l" t="t" r="r" b="b"/>
              <a:pathLst>
                <a:path w="9148" h="9094" extrusionOk="0">
                  <a:moveTo>
                    <a:pt x="4561" y="2153"/>
                  </a:moveTo>
                  <a:cubicBezTo>
                    <a:pt x="4628" y="2153"/>
                    <a:pt x="4697" y="2157"/>
                    <a:pt x="4770" y="2164"/>
                  </a:cubicBezTo>
                  <a:cubicBezTo>
                    <a:pt x="4799" y="2164"/>
                    <a:pt x="4828" y="2164"/>
                    <a:pt x="4871" y="2179"/>
                  </a:cubicBezTo>
                  <a:lnTo>
                    <a:pt x="4972" y="2193"/>
                  </a:lnTo>
                  <a:cubicBezTo>
                    <a:pt x="5001" y="2193"/>
                    <a:pt x="5030" y="2193"/>
                    <a:pt x="5074" y="2208"/>
                  </a:cubicBezTo>
                  <a:cubicBezTo>
                    <a:pt x="5146" y="2222"/>
                    <a:pt x="5233" y="2251"/>
                    <a:pt x="5320" y="2280"/>
                  </a:cubicBezTo>
                  <a:lnTo>
                    <a:pt x="5393" y="2295"/>
                  </a:lnTo>
                  <a:cubicBezTo>
                    <a:pt x="5494" y="2338"/>
                    <a:pt x="5610" y="2382"/>
                    <a:pt x="5712" y="2440"/>
                  </a:cubicBezTo>
                  <a:cubicBezTo>
                    <a:pt x="5755" y="2469"/>
                    <a:pt x="5784" y="2483"/>
                    <a:pt x="5813" y="2498"/>
                  </a:cubicBezTo>
                  <a:cubicBezTo>
                    <a:pt x="5842" y="2527"/>
                    <a:pt x="5886" y="2541"/>
                    <a:pt x="5915" y="2570"/>
                  </a:cubicBezTo>
                  <a:lnTo>
                    <a:pt x="6002" y="2628"/>
                  </a:lnTo>
                  <a:lnTo>
                    <a:pt x="6016" y="2643"/>
                  </a:lnTo>
                  <a:cubicBezTo>
                    <a:pt x="6045" y="2657"/>
                    <a:pt x="6074" y="2686"/>
                    <a:pt x="6103" y="2715"/>
                  </a:cubicBezTo>
                  <a:cubicBezTo>
                    <a:pt x="6132" y="2730"/>
                    <a:pt x="6161" y="2759"/>
                    <a:pt x="6190" y="2788"/>
                  </a:cubicBezTo>
                  <a:cubicBezTo>
                    <a:pt x="6248" y="2845"/>
                    <a:pt x="6306" y="2903"/>
                    <a:pt x="6364" y="2961"/>
                  </a:cubicBezTo>
                  <a:cubicBezTo>
                    <a:pt x="6379" y="2990"/>
                    <a:pt x="6408" y="3005"/>
                    <a:pt x="6422" y="3034"/>
                  </a:cubicBezTo>
                  <a:cubicBezTo>
                    <a:pt x="6466" y="3077"/>
                    <a:pt x="6495" y="3121"/>
                    <a:pt x="6524" y="3164"/>
                  </a:cubicBezTo>
                  <a:lnTo>
                    <a:pt x="6567" y="3222"/>
                  </a:lnTo>
                  <a:cubicBezTo>
                    <a:pt x="6625" y="3309"/>
                    <a:pt x="6668" y="3382"/>
                    <a:pt x="6712" y="3469"/>
                  </a:cubicBezTo>
                  <a:cubicBezTo>
                    <a:pt x="6726" y="3498"/>
                    <a:pt x="6741" y="3527"/>
                    <a:pt x="6755" y="3556"/>
                  </a:cubicBezTo>
                  <a:lnTo>
                    <a:pt x="6770" y="3570"/>
                  </a:lnTo>
                  <a:cubicBezTo>
                    <a:pt x="6784" y="3614"/>
                    <a:pt x="6799" y="3643"/>
                    <a:pt x="6813" y="3686"/>
                  </a:cubicBezTo>
                  <a:lnTo>
                    <a:pt x="6813" y="3701"/>
                  </a:lnTo>
                  <a:cubicBezTo>
                    <a:pt x="6828" y="3730"/>
                    <a:pt x="6828" y="3759"/>
                    <a:pt x="6842" y="3788"/>
                  </a:cubicBezTo>
                  <a:cubicBezTo>
                    <a:pt x="6857" y="3802"/>
                    <a:pt x="6857" y="3817"/>
                    <a:pt x="6857" y="3846"/>
                  </a:cubicBezTo>
                  <a:cubicBezTo>
                    <a:pt x="6886" y="3918"/>
                    <a:pt x="6900" y="3991"/>
                    <a:pt x="6929" y="4078"/>
                  </a:cubicBezTo>
                  <a:cubicBezTo>
                    <a:pt x="6929" y="4107"/>
                    <a:pt x="6929" y="4121"/>
                    <a:pt x="6944" y="4150"/>
                  </a:cubicBezTo>
                  <a:cubicBezTo>
                    <a:pt x="6944" y="4208"/>
                    <a:pt x="6958" y="4266"/>
                    <a:pt x="6973" y="4324"/>
                  </a:cubicBezTo>
                  <a:cubicBezTo>
                    <a:pt x="6973" y="4382"/>
                    <a:pt x="6973" y="4498"/>
                    <a:pt x="6973" y="4585"/>
                  </a:cubicBezTo>
                  <a:cubicBezTo>
                    <a:pt x="6973" y="4657"/>
                    <a:pt x="6987" y="4701"/>
                    <a:pt x="6987" y="4788"/>
                  </a:cubicBezTo>
                  <a:cubicBezTo>
                    <a:pt x="6987" y="4788"/>
                    <a:pt x="6987" y="4802"/>
                    <a:pt x="6987" y="4802"/>
                  </a:cubicBezTo>
                  <a:lnTo>
                    <a:pt x="6973" y="4933"/>
                  </a:lnTo>
                  <a:cubicBezTo>
                    <a:pt x="6973" y="4976"/>
                    <a:pt x="6958" y="5005"/>
                    <a:pt x="6944" y="5049"/>
                  </a:cubicBezTo>
                  <a:cubicBezTo>
                    <a:pt x="6929" y="5136"/>
                    <a:pt x="6900" y="5208"/>
                    <a:pt x="6871" y="5295"/>
                  </a:cubicBezTo>
                  <a:cubicBezTo>
                    <a:pt x="6857" y="5339"/>
                    <a:pt x="6842" y="5382"/>
                    <a:pt x="6828" y="5426"/>
                  </a:cubicBezTo>
                  <a:cubicBezTo>
                    <a:pt x="6813" y="5484"/>
                    <a:pt x="6799" y="5513"/>
                    <a:pt x="6770" y="5556"/>
                  </a:cubicBezTo>
                  <a:lnTo>
                    <a:pt x="6726" y="5643"/>
                  </a:lnTo>
                  <a:cubicBezTo>
                    <a:pt x="6697" y="5716"/>
                    <a:pt x="6639" y="5788"/>
                    <a:pt x="6596" y="5861"/>
                  </a:cubicBezTo>
                  <a:lnTo>
                    <a:pt x="6553" y="5919"/>
                  </a:lnTo>
                  <a:cubicBezTo>
                    <a:pt x="6553" y="5933"/>
                    <a:pt x="6553" y="5948"/>
                    <a:pt x="6538" y="5948"/>
                  </a:cubicBezTo>
                  <a:lnTo>
                    <a:pt x="6495" y="6020"/>
                  </a:lnTo>
                  <a:lnTo>
                    <a:pt x="6422" y="6093"/>
                  </a:lnTo>
                  <a:cubicBezTo>
                    <a:pt x="6379" y="6151"/>
                    <a:pt x="6335" y="6194"/>
                    <a:pt x="6292" y="6237"/>
                  </a:cubicBezTo>
                  <a:cubicBezTo>
                    <a:pt x="6263" y="6266"/>
                    <a:pt x="6248" y="6281"/>
                    <a:pt x="6219" y="6310"/>
                  </a:cubicBezTo>
                  <a:lnTo>
                    <a:pt x="6161" y="6368"/>
                  </a:lnTo>
                  <a:lnTo>
                    <a:pt x="6060" y="6440"/>
                  </a:lnTo>
                  <a:cubicBezTo>
                    <a:pt x="5973" y="6513"/>
                    <a:pt x="5900" y="6571"/>
                    <a:pt x="5813" y="6614"/>
                  </a:cubicBezTo>
                  <a:lnTo>
                    <a:pt x="5726" y="6672"/>
                  </a:lnTo>
                  <a:lnTo>
                    <a:pt x="5625" y="6716"/>
                  </a:lnTo>
                  <a:lnTo>
                    <a:pt x="5538" y="6759"/>
                  </a:lnTo>
                  <a:lnTo>
                    <a:pt x="5378" y="6817"/>
                  </a:lnTo>
                  <a:cubicBezTo>
                    <a:pt x="5349" y="6832"/>
                    <a:pt x="5306" y="6846"/>
                    <a:pt x="5277" y="6846"/>
                  </a:cubicBezTo>
                  <a:cubicBezTo>
                    <a:pt x="5219" y="6875"/>
                    <a:pt x="5146" y="6890"/>
                    <a:pt x="5088" y="6904"/>
                  </a:cubicBezTo>
                  <a:cubicBezTo>
                    <a:pt x="5045" y="6904"/>
                    <a:pt x="5016" y="6919"/>
                    <a:pt x="4987" y="6919"/>
                  </a:cubicBezTo>
                  <a:cubicBezTo>
                    <a:pt x="4944" y="6933"/>
                    <a:pt x="4915" y="6933"/>
                    <a:pt x="4886" y="6933"/>
                  </a:cubicBezTo>
                  <a:cubicBezTo>
                    <a:pt x="4763" y="6944"/>
                    <a:pt x="4640" y="6954"/>
                    <a:pt x="4517" y="6954"/>
                  </a:cubicBezTo>
                  <a:cubicBezTo>
                    <a:pt x="4466" y="6954"/>
                    <a:pt x="4415" y="6952"/>
                    <a:pt x="4364" y="6948"/>
                  </a:cubicBezTo>
                  <a:cubicBezTo>
                    <a:pt x="4335" y="6948"/>
                    <a:pt x="4306" y="6933"/>
                    <a:pt x="4277" y="6933"/>
                  </a:cubicBezTo>
                  <a:cubicBezTo>
                    <a:pt x="4233" y="6933"/>
                    <a:pt x="4204" y="6933"/>
                    <a:pt x="4175" y="6919"/>
                  </a:cubicBezTo>
                  <a:cubicBezTo>
                    <a:pt x="4132" y="6919"/>
                    <a:pt x="4103" y="6904"/>
                    <a:pt x="4074" y="6904"/>
                  </a:cubicBezTo>
                  <a:cubicBezTo>
                    <a:pt x="3958" y="6875"/>
                    <a:pt x="3842" y="6846"/>
                    <a:pt x="3726" y="6803"/>
                  </a:cubicBezTo>
                  <a:cubicBezTo>
                    <a:pt x="3697" y="6788"/>
                    <a:pt x="3668" y="6788"/>
                    <a:pt x="3624" y="6774"/>
                  </a:cubicBezTo>
                  <a:lnTo>
                    <a:pt x="3523" y="6730"/>
                  </a:lnTo>
                  <a:lnTo>
                    <a:pt x="3508" y="6730"/>
                  </a:lnTo>
                  <a:cubicBezTo>
                    <a:pt x="3479" y="6716"/>
                    <a:pt x="3450" y="6701"/>
                    <a:pt x="3407" y="6687"/>
                  </a:cubicBezTo>
                  <a:cubicBezTo>
                    <a:pt x="3349" y="6643"/>
                    <a:pt x="3277" y="6600"/>
                    <a:pt x="3219" y="6556"/>
                  </a:cubicBezTo>
                  <a:cubicBezTo>
                    <a:pt x="3175" y="6542"/>
                    <a:pt x="3146" y="6527"/>
                    <a:pt x="3117" y="6498"/>
                  </a:cubicBezTo>
                  <a:lnTo>
                    <a:pt x="3045" y="6440"/>
                  </a:lnTo>
                  <a:cubicBezTo>
                    <a:pt x="3001" y="6411"/>
                    <a:pt x="2972" y="6368"/>
                    <a:pt x="2929" y="6339"/>
                  </a:cubicBezTo>
                  <a:cubicBezTo>
                    <a:pt x="2900" y="6310"/>
                    <a:pt x="2871" y="6281"/>
                    <a:pt x="2827" y="6237"/>
                  </a:cubicBezTo>
                  <a:lnTo>
                    <a:pt x="2755" y="6151"/>
                  </a:lnTo>
                  <a:cubicBezTo>
                    <a:pt x="2653" y="6049"/>
                    <a:pt x="2581" y="5933"/>
                    <a:pt x="2494" y="5817"/>
                  </a:cubicBezTo>
                  <a:cubicBezTo>
                    <a:pt x="2479" y="5774"/>
                    <a:pt x="2465" y="5745"/>
                    <a:pt x="2436" y="5716"/>
                  </a:cubicBezTo>
                  <a:cubicBezTo>
                    <a:pt x="2421" y="5672"/>
                    <a:pt x="2392" y="5629"/>
                    <a:pt x="2378" y="5600"/>
                  </a:cubicBezTo>
                  <a:cubicBezTo>
                    <a:pt x="2363" y="5556"/>
                    <a:pt x="2363" y="5556"/>
                    <a:pt x="2349" y="5527"/>
                  </a:cubicBezTo>
                  <a:cubicBezTo>
                    <a:pt x="2349" y="5513"/>
                    <a:pt x="2334" y="5498"/>
                    <a:pt x="2334" y="5484"/>
                  </a:cubicBezTo>
                  <a:cubicBezTo>
                    <a:pt x="2334" y="5469"/>
                    <a:pt x="2320" y="5440"/>
                    <a:pt x="2305" y="5426"/>
                  </a:cubicBezTo>
                  <a:cubicBezTo>
                    <a:pt x="2305" y="5397"/>
                    <a:pt x="2291" y="5368"/>
                    <a:pt x="2276" y="5339"/>
                  </a:cubicBezTo>
                  <a:cubicBezTo>
                    <a:pt x="2276" y="5339"/>
                    <a:pt x="2276" y="5324"/>
                    <a:pt x="2276" y="5310"/>
                  </a:cubicBezTo>
                  <a:cubicBezTo>
                    <a:pt x="2262" y="5281"/>
                    <a:pt x="2247" y="5252"/>
                    <a:pt x="2247" y="5223"/>
                  </a:cubicBezTo>
                  <a:cubicBezTo>
                    <a:pt x="2233" y="5165"/>
                    <a:pt x="2218" y="5121"/>
                    <a:pt x="2204" y="5063"/>
                  </a:cubicBezTo>
                  <a:cubicBezTo>
                    <a:pt x="2204" y="5034"/>
                    <a:pt x="2189" y="5005"/>
                    <a:pt x="2189" y="4976"/>
                  </a:cubicBezTo>
                  <a:cubicBezTo>
                    <a:pt x="2175" y="4918"/>
                    <a:pt x="2160" y="4860"/>
                    <a:pt x="2160" y="4802"/>
                  </a:cubicBezTo>
                  <a:cubicBezTo>
                    <a:pt x="2160" y="4730"/>
                    <a:pt x="2146" y="4643"/>
                    <a:pt x="2146" y="4556"/>
                  </a:cubicBezTo>
                  <a:cubicBezTo>
                    <a:pt x="2146" y="4484"/>
                    <a:pt x="2160" y="4397"/>
                    <a:pt x="2160" y="4310"/>
                  </a:cubicBezTo>
                  <a:cubicBezTo>
                    <a:pt x="2160" y="4310"/>
                    <a:pt x="2160" y="4295"/>
                    <a:pt x="2160" y="4295"/>
                  </a:cubicBezTo>
                  <a:cubicBezTo>
                    <a:pt x="2160" y="4252"/>
                    <a:pt x="2175" y="4208"/>
                    <a:pt x="2175" y="4179"/>
                  </a:cubicBezTo>
                  <a:cubicBezTo>
                    <a:pt x="2189" y="4136"/>
                    <a:pt x="2189" y="4092"/>
                    <a:pt x="2204" y="4049"/>
                  </a:cubicBezTo>
                  <a:cubicBezTo>
                    <a:pt x="2218" y="3962"/>
                    <a:pt x="2247" y="3889"/>
                    <a:pt x="2262" y="3802"/>
                  </a:cubicBezTo>
                  <a:lnTo>
                    <a:pt x="2305" y="3715"/>
                  </a:lnTo>
                  <a:cubicBezTo>
                    <a:pt x="2305" y="3686"/>
                    <a:pt x="2320" y="3657"/>
                    <a:pt x="2334" y="3643"/>
                  </a:cubicBezTo>
                  <a:cubicBezTo>
                    <a:pt x="2334" y="3614"/>
                    <a:pt x="2349" y="3599"/>
                    <a:pt x="2349" y="3585"/>
                  </a:cubicBezTo>
                  <a:cubicBezTo>
                    <a:pt x="2363" y="3570"/>
                    <a:pt x="2378" y="3541"/>
                    <a:pt x="2378" y="3527"/>
                  </a:cubicBezTo>
                  <a:cubicBezTo>
                    <a:pt x="2407" y="3454"/>
                    <a:pt x="2450" y="3396"/>
                    <a:pt x="2479" y="3338"/>
                  </a:cubicBezTo>
                  <a:lnTo>
                    <a:pt x="2537" y="3251"/>
                  </a:lnTo>
                  <a:lnTo>
                    <a:pt x="2581" y="3179"/>
                  </a:lnTo>
                  <a:cubicBezTo>
                    <a:pt x="2610" y="3135"/>
                    <a:pt x="2639" y="3106"/>
                    <a:pt x="2668" y="3077"/>
                  </a:cubicBezTo>
                  <a:cubicBezTo>
                    <a:pt x="2697" y="3034"/>
                    <a:pt x="2711" y="3005"/>
                    <a:pt x="2740" y="2976"/>
                  </a:cubicBezTo>
                  <a:cubicBezTo>
                    <a:pt x="2769" y="2947"/>
                    <a:pt x="2798" y="2918"/>
                    <a:pt x="2827" y="2874"/>
                  </a:cubicBezTo>
                  <a:cubicBezTo>
                    <a:pt x="2987" y="2730"/>
                    <a:pt x="3146" y="2599"/>
                    <a:pt x="3334" y="2483"/>
                  </a:cubicBezTo>
                  <a:lnTo>
                    <a:pt x="3421" y="2440"/>
                  </a:lnTo>
                  <a:lnTo>
                    <a:pt x="3508" y="2396"/>
                  </a:lnTo>
                  <a:lnTo>
                    <a:pt x="3610" y="2353"/>
                  </a:lnTo>
                  <a:cubicBezTo>
                    <a:pt x="3653" y="2324"/>
                    <a:pt x="3711" y="2309"/>
                    <a:pt x="3769" y="2280"/>
                  </a:cubicBezTo>
                  <a:cubicBezTo>
                    <a:pt x="3798" y="2266"/>
                    <a:pt x="3827" y="2266"/>
                    <a:pt x="3856" y="2251"/>
                  </a:cubicBezTo>
                  <a:lnTo>
                    <a:pt x="3958" y="2222"/>
                  </a:lnTo>
                  <a:cubicBezTo>
                    <a:pt x="4016" y="2208"/>
                    <a:pt x="4088" y="2193"/>
                    <a:pt x="4161" y="2193"/>
                  </a:cubicBezTo>
                  <a:lnTo>
                    <a:pt x="4262" y="2179"/>
                  </a:lnTo>
                  <a:lnTo>
                    <a:pt x="4364" y="2164"/>
                  </a:lnTo>
                  <a:cubicBezTo>
                    <a:pt x="4429" y="2157"/>
                    <a:pt x="4494" y="2153"/>
                    <a:pt x="4561" y="2153"/>
                  </a:cubicBezTo>
                  <a:close/>
                  <a:moveTo>
                    <a:pt x="4588" y="1"/>
                  </a:moveTo>
                  <a:cubicBezTo>
                    <a:pt x="4422" y="1"/>
                    <a:pt x="4255" y="12"/>
                    <a:pt x="4088" y="33"/>
                  </a:cubicBezTo>
                  <a:cubicBezTo>
                    <a:pt x="3827" y="62"/>
                    <a:pt x="3624" y="309"/>
                    <a:pt x="3653" y="570"/>
                  </a:cubicBezTo>
                  <a:lnTo>
                    <a:pt x="3653" y="613"/>
                  </a:lnTo>
                  <a:cubicBezTo>
                    <a:pt x="3653" y="642"/>
                    <a:pt x="3653" y="657"/>
                    <a:pt x="3653" y="686"/>
                  </a:cubicBezTo>
                  <a:cubicBezTo>
                    <a:pt x="3653" y="874"/>
                    <a:pt x="3552" y="1048"/>
                    <a:pt x="3378" y="1135"/>
                  </a:cubicBezTo>
                  <a:lnTo>
                    <a:pt x="3334" y="1149"/>
                  </a:lnTo>
                  <a:lnTo>
                    <a:pt x="3190" y="1207"/>
                  </a:lnTo>
                  <a:lnTo>
                    <a:pt x="3059" y="1265"/>
                  </a:lnTo>
                  <a:lnTo>
                    <a:pt x="3030" y="1280"/>
                  </a:lnTo>
                  <a:cubicBezTo>
                    <a:pt x="2964" y="1306"/>
                    <a:pt x="2895" y="1319"/>
                    <a:pt x="2827" y="1319"/>
                  </a:cubicBezTo>
                  <a:cubicBezTo>
                    <a:pt x="2673" y="1319"/>
                    <a:pt x="2526" y="1252"/>
                    <a:pt x="2436" y="1121"/>
                  </a:cubicBezTo>
                  <a:cubicBezTo>
                    <a:pt x="2336" y="985"/>
                    <a:pt x="2185" y="917"/>
                    <a:pt x="2030" y="917"/>
                  </a:cubicBezTo>
                  <a:cubicBezTo>
                    <a:pt x="1937" y="917"/>
                    <a:pt x="1841" y="941"/>
                    <a:pt x="1754" y="990"/>
                  </a:cubicBezTo>
                  <a:lnTo>
                    <a:pt x="1711" y="1019"/>
                  </a:lnTo>
                  <a:cubicBezTo>
                    <a:pt x="1465" y="1222"/>
                    <a:pt x="1233" y="1454"/>
                    <a:pt x="1030" y="1715"/>
                  </a:cubicBezTo>
                  <a:cubicBezTo>
                    <a:pt x="928" y="1845"/>
                    <a:pt x="885" y="2005"/>
                    <a:pt x="943" y="2164"/>
                  </a:cubicBezTo>
                  <a:cubicBezTo>
                    <a:pt x="957" y="2208"/>
                    <a:pt x="972" y="2251"/>
                    <a:pt x="1001" y="2295"/>
                  </a:cubicBezTo>
                  <a:cubicBezTo>
                    <a:pt x="1015" y="2324"/>
                    <a:pt x="1044" y="2367"/>
                    <a:pt x="1073" y="2382"/>
                  </a:cubicBezTo>
                  <a:lnTo>
                    <a:pt x="1117" y="2425"/>
                  </a:lnTo>
                  <a:cubicBezTo>
                    <a:pt x="1305" y="2570"/>
                    <a:pt x="1378" y="2817"/>
                    <a:pt x="1276" y="3034"/>
                  </a:cubicBezTo>
                  <a:cubicBezTo>
                    <a:pt x="1233" y="3135"/>
                    <a:pt x="1189" y="3237"/>
                    <a:pt x="1146" y="3338"/>
                  </a:cubicBezTo>
                  <a:cubicBezTo>
                    <a:pt x="1131" y="3396"/>
                    <a:pt x="1102" y="3454"/>
                    <a:pt x="1059" y="3498"/>
                  </a:cubicBezTo>
                  <a:cubicBezTo>
                    <a:pt x="1030" y="3527"/>
                    <a:pt x="1001" y="3541"/>
                    <a:pt x="972" y="3570"/>
                  </a:cubicBezTo>
                  <a:cubicBezTo>
                    <a:pt x="943" y="3585"/>
                    <a:pt x="899" y="3599"/>
                    <a:pt x="870" y="3614"/>
                  </a:cubicBezTo>
                  <a:cubicBezTo>
                    <a:pt x="841" y="3628"/>
                    <a:pt x="827" y="3643"/>
                    <a:pt x="798" y="3643"/>
                  </a:cubicBezTo>
                  <a:cubicBezTo>
                    <a:pt x="769" y="3650"/>
                    <a:pt x="740" y="3654"/>
                    <a:pt x="711" y="3654"/>
                  </a:cubicBezTo>
                  <a:cubicBezTo>
                    <a:pt x="682" y="3654"/>
                    <a:pt x="653" y="3650"/>
                    <a:pt x="624" y="3643"/>
                  </a:cubicBezTo>
                  <a:lnTo>
                    <a:pt x="450" y="3643"/>
                  </a:lnTo>
                  <a:cubicBezTo>
                    <a:pt x="232" y="3686"/>
                    <a:pt x="73" y="3860"/>
                    <a:pt x="44" y="4078"/>
                  </a:cubicBezTo>
                  <a:cubicBezTo>
                    <a:pt x="0" y="4397"/>
                    <a:pt x="0" y="4730"/>
                    <a:pt x="44" y="5049"/>
                  </a:cubicBezTo>
                  <a:cubicBezTo>
                    <a:pt x="70" y="5305"/>
                    <a:pt x="277" y="5494"/>
                    <a:pt x="525" y="5494"/>
                  </a:cubicBezTo>
                  <a:cubicBezTo>
                    <a:pt x="557" y="5494"/>
                    <a:pt x="590" y="5490"/>
                    <a:pt x="624" y="5484"/>
                  </a:cubicBezTo>
                  <a:lnTo>
                    <a:pt x="696" y="5484"/>
                  </a:lnTo>
                  <a:cubicBezTo>
                    <a:pt x="798" y="5484"/>
                    <a:pt x="885" y="5527"/>
                    <a:pt x="972" y="5571"/>
                  </a:cubicBezTo>
                  <a:cubicBezTo>
                    <a:pt x="1001" y="5585"/>
                    <a:pt x="1015" y="5614"/>
                    <a:pt x="1030" y="5629"/>
                  </a:cubicBezTo>
                  <a:cubicBezTo>
                    <a:pt x="1088" y="5672"/>
                    <a:pt x="1131" y="5730"/>
                    <a:pt x="1160" y="5803"/>
                  </a:cubicBezTo>
                  <a:cubicBezTo>
                    <a:pt x="1189" y="5904"/>
                    <a:pt x="1233" y="6006"/>
                    <a:pt x="1276" y="6107"/>
                  </a:cubicBezTo>
                  <a:cubicBezTo>
                    <a:pt x="1378" y="6310"/>
                    <a:pt x="1320" y="6527"/>
                    <a:pt x="1175" y="6672"/>
                  </a:cubicBezTo>
                  <a:lnTo>
                    <a:pt x="1117" y="6716"/>
                  </a:lnTo>
                  <a:cubicBezTo>
                    <a:pt x="1073" y="6745"/>
                    <a:pt x="1030" y="6788"/>
                    <a:pt x="1001" y="6846"/>
                  </a:cubicBezTo>
                  <a:cubicBezTo>
                    <a:pt x="972" y="6875"/>
                    <a:pt x="957" y="6919"/>
                    <a:pt x="943" y="6977"/>
                  </a:cubicBezTo>
                  <a:cubicBezTo>
                    <a:pt x="943" y="6991"/>
                    <a:pt x="943" y="7006"/>
                    <a:pt x="928" y="7020"/>
                  </a:cubicBezTo>
                  <a:lnTo>
                    <a:pt x="928" y="7064"/>
                  </a:lnTo>
                  <a:cubicBezTo>
                    <a:pt x="928" y="7078"/>
                    <a:pt x="928" y="7093"/>
                    <a:pt x="928" y="7107"/>
                  </a:cubicBezTo>
                  <a:lnTo>
                    <a:pt x="928" y="7122"/>
                  </a:lnTo>
                  <a:lnTo>
                    <a:pt x="928" y="7194"/>
                  </a:lnTo>
                  <a:cubicBezTo>
                    <a:pt x="943" y="7223"/>
                    <a:pt x="943" y="7238"/>
                    <a:pt x="957" y="7267"/>
                  </a:cubicBezTo>
                  <a:cubicBezTo>
                    <a:pt x="957" y="7267"/>
                    <a:pt x="957" y="7281"/>
                    <a:pt x="957" y="7281"/>
                  </a:cubicBezTo>
                  <a:cubicBezTo>
                    <a:pt x="972" y="7296"/>
                    <a:pt x="972" y="7325"/>
                    <a:pt x="986" y="7339"/>
                  </a:cubicBezTo>
                  <a:lnTo>
                    <a:pt x="986" y="7354"/>
                  </a:lnTo>
                  <a:cubicBezTo>
                    <a:pt x="1001" y="7368"/>
                    <a:pt x="1001" y="7383"/>
                    <a:pt x="1015" y="7397"/>
                  </a:cubicBezTo>
                  <a:cubicBezTo>
                    <a:pt x="1218" y="7658"/>
                    <a:pt x="1450" y="7890"/>
                    <a:pt x="1711" y="8093"/>
                  </a:cubicBezTo>
                  <a:cubicBezTo>
                    <a:pt x="1796" y="8166"/>
                    <a:pt x="1901" y="8198"/>
                    <a:pt x="2001" y="8198"/>
                  </a:cubicBezTo>
                  <a:cubicBezTo>
                    <a:pt x="2021" y="8198"/>
                    <a:pt x="2040" y="8197"/>
                    <a:pt x="2059" y="8194"/>
                  </a:cubicBezTo>
                  <a:cubicBezTo>
                    <a:pt x="2102" y="8194"/>
                    <a:pt x="2146" y="8180"/>
                    <a:pt x="2189" y="8165"/>
                  </a:cubicBezTo>
                  <a:cubicBezTo>
                    <a:pt x="2291" y="8136"/>
                    <a:pt x="2363" y="8078"/>
                    <a:pt x="2421" y="8006"/>
                  </a:cubicBezTo>
                  <a:lnTo>
                    <a:pt x="2465" y="7948"/>
                  </a:lnTo>
                  <a:cubicBezTo>
                    <a:pt x="2523" y="7905"/>
                    <a:pt x="2581" y="7861"/>
                    <a:pt x="2653" y="7832"/>
                  </a:cubicBezTo>
                  <a:lnTo>
                    <a:pt x="2827" y="7789"/>
                  </a:lnTo>
                  <a:cubicBezTo>
                    <a:pt x="2900" y="7803"/>
                    <a:pt x="2972" y="7818"/>
                    <a:pt x="3030" y="7847"/>
                  </a:cubicBezTo>
                  <a:cubicBezTo>
                    <a:pt x="3132" y="7890"/>
                    <a:pt x="3233" y="7933"/>
                    <a:pt x="3334" y="7962"/>
                  </a:cubicBezTo>
                  <a:cubicBezTo>
                    <a:pt x="3421" y="8006"/>
                    <a:pt x="3508" y="8064"/>
                    <a:pt x="3566" y="8151"/>
                  </a:cubicBezTo>
                  <a:cubicBezTo>
                    <a:pt x="3581" y="8180"/>
                    <a:pt x="3610" y="8209"/>
                    <a:pt x="3610" y="8252"/>
                  </a:cubicBezTo>
                  <a:cubicBezTo>
                    <a:pt x="3653" y="8325"/>
                    <a:pt x="3653" y="8412"/>
                    <a:pt x="3639" y="8499"/>
                  </a:cubicBezTo>
                  <a:cubicBezTo>
                    <a:pt x="3610" y="8760"/>
                    <a:pt x="3769" y="9006"/>
                    <a:pt x="4030" y="9064"/>
                  </a:cubicBezTo>
                  <a:lnTo>
                    <a:pt x="4074" y="9064"/>
                  </a:lnTo>
                  <a:cubicBezTo>
                    <a:pt x="4248" y="9079"/>
                    <a:pt x="4407" y="9093"/>
                    <a:pt x="4567" y="9093"/>
                  </a:cubicBezTo>
                  <a:cubicBezTo>
                    <a:pt x="4726" y="9093"/>
                    <a:pt x="4900" y="9079"/>
                    <a:pt x="5059" y="9064"/>
                  </a:cubicBezTo>
                  <a:cubicBezTo>
                    <a:pt x="5175" y="9050"/>
                    <a:pt x="5277" y="9006"/>
                    <a:pt x="5364" y="8919"/>
                  </a:cubicBezTo>
                  <a:cubicBezTo>
                    <a:pt x="5393" y="8876"/>
                    <a:pt x="5422" y="8847"/>
                    <a:pt x="5436" y="8803"/>
                  </a:cubicBezTo>
                  <a:cubicBezTo>
                    <a:pt x="5451" y="8789"/>
                    <a:pt x="5465" y="8774"/>
                    <a:pt x="5465" y="8745"/>
                  </a:cubicBezTo>
                  <a:cubicBezTo>
                    <a:pt x="5494" y="8673"/>
                    <a:pt x="5509" y="8586"/>
                    <a:pt x="5494" y="8499"/>
                  </a:cubicBezTo>
                  <a:cubicBezTo>
                    <a:pt x="5494" y="8470"/>
                    <a:pt x="5494" y="8441"/>
                    <a:pt x="5494" y="8426"/>
                  </a:cubicBezTo>
                  <a:cubicBezTo>
                    <a:pt x="5494" y="8209"/>
                    <a:pt x="5625" y="8020"/>
                    <a:pt x="5813" y="7948"/>
                  </a:cubicBezTo>
                  <a:cubicBezTo>
                    <a:pt x="5915" y="7919"/>
                    <a:pt x="6016" y="7876"/>
                    <a:pt x="6118" y="7832"/>
                  </a:cubicBezTo>
                  <a:cubicBezTo>
                    <a:pt x="6183" y="7796"/>
                    <a:pt x="6255" y="7778"/>
                    <a:pt x="6328" y="7778"/>
                  </a:cubicBezTo>
                  <a:cubicBezTo>
                    <a:pt x="6400" y="7778"/>
                    <a:pt x="6473" y="7796"/>
                    <a:pt x="6538" y="7832"/>
                  </a:cubicBezTo>
                  <a:cubicBezTo>
                    <a:pt x="6582" y="7847"/>
                    <a:pt x="6611" y="7876"/>
                    <a:pt x="6639" y="7890"/>
                  </a:cubicBezTo>
                  <a:cubicBezTo>
                    <a:pt x="6654" y="7905"/>
                    <a:pt x="6668" y="7919"/>
                    <a:pt x="6683" y="7933"/>
                  </a:cubicBezTo>
                  <a:cubicBezTo>
                    <a:pt x="6697" y="7948"/>
                    <a:pt x="6712" y="7962"/>
                    <a:pt x="6726" y="7977"/>
                  </a:cubicBezTo>
                  <a:cubicBezTo>
                    <a:pt x="6817" y="8113"/>
                    <a:pt x="6964" y="8181"/>
                    <a:pt x="7119" y="8181"/>
                  </a:cubicBezTo>
                  <a:cubicBezTo>
                    <a:pt x="7211" y="8181"/>
                    <a:pt x="7306" y="8156"/>
                    <a:pt x="7393" y="8107"/>
                  </a:cubicBezTo>
                  <a:lnTo>
                    <a:pt x="7437" y="8078"/>
                  </a:lnTo>
                  <a:cubicBezTo>
                    <a:pt x="7553" y="7977"/>
                    <a:pt x="7683" y="7861"/>
                    <a:pt x="7799" y="7745"/>
                  </a:cubicBezTo>
                  <a:cubicBezTo>
                    <a:pt x="7915" y="7629"/>
                    <a:pt x="8017" y="7513"/>
                    <a:pt x="8118" y="7383"/>
                  </a:cubicBezTo>
                  <a:cubicBezTo>
                    <a:pt x="8220" y="7252"/>
                    <a:pt x="8249" y="7093"/>
                    <a:pt x="8205" y="6933"/>
                  </a:cubicBezTo>
                  <a:cubicBezTo>
                    <a:pt x="8205" y="6904"/>
                    <a:pt x="8191" y="6890"/>
                    <a:pt x="8176" y="6861"/>
                  </a:cubicBezTo>
                  <a:cubicBezTo>
                    <a:pt x="8176" y="6846"/>
                    <a:pt x="8162" y="6817"/>
                    <a:pt x="8147" y="6803"/>
                  </a:cubicBezTo>
                  <a:cubicBezTo>
                    <a:pt x="8133" y="6774"/>
                    <a:pt x="8104" y="6745"/>
                    <a:pt x="8075" y="6716"/>
                  </a:cubicBezTo>
                  <a:lnTo>
                    <a:pt x="8031" y="6672"/>
                  </a:lnTo>
                  <a:cubicBezTo>
                    <a:pt x="8017" y="6658"/>
                    <a:pt x="8002" y="6658"/>
                    <a:pt x="7988" y="6643"/>
                  </a:cubicBezTo>
                  <a:cubicBezTo>
                    <a:pt x="7828" y="6498"/>
                    <a:pt x="7785" y="6266"/>
                    <a:pt x="7872" y="6078"/>
                  </a:cubicBezTo>
                  <a:cubicBezTo>
                    <a:pt x="7915" y="5977"/>
                    <a:pt x="7959" y="5875"/>
                    <a:pt x="8002" y="5774"/>
                  </a:cubicBezTo>
                  <a:cubicBezTo>
                    <a:pt x="8065" y="5571"/>
                    <a:pt x="8250" y="5446"/>
                    <a:pt x="8449" y="5446"/>
                  </a:cubicBezTo>
                  <a:cubicBezTo>
                    <a:pt x="8479" y="5446"/>
                    <a:pt x="8509" y="5449"/>
                    <a:pt x="8538" y="5455"/>
                  </a:cubicBezTo>
                  <a:cubicBezTo>
                    <a:pt x="8558" y="5457"/>
                    <a:pt x="8578" y="5458"/>
                    <a:pt x="8598" y="5458"/>
                  </a:cubicBezTo>
                  <a:cubicBezTo>
                    <a:pt x="8694" y="5458"/>
                    <a:pt x="8788" y="5430"/>
                    <a:pt x="8872" y="5382"/>
                  </a:cubicBezTo>
                  <a:cubicBezTo>
                    <a:pt x="8901" y="5368"/>
                    <a:pt x="8915" y="5353"/>
                    <a:pt x="8944" y="5339"/>
                  </a:cubicBezTo>
                  <a:lnTo>
                    <a:pt x="8973" y="5295"/>
                  </a:lnTo>
                  <a:cubicBezTo>
                    <a:pt x="8988" y="5295"/>
                    <a:pt x="8988" y="5281"/>
                    <a:pt x="9002" y="5266"/>
                  </a:cubicBezTo>
                  <a:cubicBezTo>
                    <a:pt x="9060" y="5194"/>
                    <a:pt x="9104" y="5107"/>
                    <a:pt x="9104" y="5020"/>
                  </a:cubicBezTo>
                  <a:cubicBezTo>
                    <a:pt x="9147" y="4686"/>
                    <a:pt x="9147" y="4368"/>
                    <a:pt x="9104" y="4034"/>
                  </a:cubicBezTo>
                  <a:lnTo>
                    <a:pt x="9104" y="4063"/>
                  </a:lnTo>
                  <a:cubicBezTo>
                    <a:pt x="9104" y="4020"/>
                    <a:pt x="9089" y="3962"/>
                    <a:pt x="9075" y="3918"/>
                  </a:cubicBezTo>
                  <a:cubicBezTo>
                    <a:pt x="9060" y="3889"/>
                    <a:pt x="9046" y="3875"/>
                    <a:pt x="9031" y="3846"/>
                  </a:cubicBezTo>
                  <a:cubicBezTo>
                    <a:pt x="9017" y="3817"/>
                    <a:pt x="9002" y="3802"/>
                    <a:pt x="8973" y="3773"/>
                  </a:cubicBezTo>
                  <a:lnTo>
                    <a:pt x="8944" y="3744"/>
                  </a:lnTo>
                  <a:cubicBezTo>
                    <a:pt x="8930" y="3730"/>
                    <a:pt x="8915" y="3730"/>
                    <a:pt x="8915" y="3715"/>
                  </a:cubicBezTo>
                  <a:lnTo>
                    <a:pt x="8857" y="3686"/>
                  </a:lnTo>
                  <a:cubicBezTo>
                    <a:pt x="8828" y="3657"/>
                    <a:pt x="8785" y="3643"/>
                    <a:pt x="8741" y="3643"/>
                  </a:cubicBezTo>
                  <a:lnTo>
                    <a:pt x="8712" y="3628"/>
                  </a:lnTo>
                  <a:cubicBezTo>
                    <a:pt x="8683" y="3621"/>
                    <a:pt x="8654" y="3617"/>
                    <a:pt x="8625" y="3617"/>
                  </a:cubicBezTo>
                  <a:cubicBezTo>
                    <a:pt x="8596" y="3617"/>
                    <a:pt x="8567" y="3621"/>
                    <a:pt x="8538" y="3628"/>
                  </a:cubicBezTo>
                  <a:lnTo>
                    <a:pt x="8422" y="3628"/>
                  </a:lnTo>
                  <a:cubicBezTo>
                    <a:pt x="8335" y="3614"/>
                    <a:pt x="8249" y="3585"/>
                    <a:pt x="8176" y="3541"/>
                  </a:cubicBezTo>
                  <a:lnTo>
                    <a:pt x="8133" y="3512"/>
                  </a:lnTo>
                  <a:cubicBezTo>
                    <a:pt x="8118" y="3498"/>
                    <a:pt x="8104" y="3483"/>
                    <a:pt x="8104" y="3469"/>
                  </a:cubicBezTo>
                  <a:cubicBezTo>
                    <a:pt x="8075" y="3454"/>
                    <a:pt x="8060" y="3425"/>
                    <a:pt x="8046" y="3411"/>
                  </a:cubicBezTo>
                  <a:lnTo>
                    <a:pt x="8017" y="3353"/>
                  </a:lnTo>
                  <a:cubicBezTo>
                    <a:pt x="8002" y="3338"/>
                    <a:pt x="8002" y="3324"/>
                    <a:pt x="8002" y="3309"/>
                  </a:cubicBezTo>
                  <a:cubicBezTo>
                    <a:pt x="8002" y="3295"/>
                    <a:pt x="7988" y="3295"/>
                    <a:pt x="7988" y="3280"/>
                  </a:cubicBezTo>
                  <a:cubicBezTo>
                    <a:pt x="7959" y="3179"/>
                    <a:pt x="7915" y="3092"/>
                    <a:pt x="7872" y="3005"/>
                  </a:cubicBezTo>
                  <a:cubicBezTo>
                    <a:pt x="7872" y="2990"/>
                    <a:pt x="7857" y="2976"/>
                    <a:pt x="7857" y="2961"/>
                  </a:cubicBezTo>
                  <a:cubicBezTo>
                    <a:pt x="7828" y="2889"/>
                    <a:pt x="7828" y="2817"/>
                    <a:pt x="7828" y="2744"/>
                  </a:cubicBezTo>
                  <a:cubicBezTo>
                    <a:pt x="7843" y="2701"/>
                    <a:pt x="7857" y="2643"/>
                    <a:pt x="7886" y="2585"/>
                  </a:cubicBezTo>
                  <a:cubicBezTo>
                    <a:pt x="7901" y="2527"/>
                    <a:pt x="7930" y="2469"/>
                    <a:pt x="7973" y="2425"/>
                  </a:cubicBezTo>
                  <a:cubicBezTo>
                    <a:pt x="7988" y="2411"/>
                    <a:pt x="8002" y="2396"/>
                    <a:pt x="8017" y="2396"/>
                  </a:cubicBezTo>
                  <a:lnTo>
                    <a:pt x="8031" y="2396"/>
                  </a:lnTo>
                  <a:lnTo>
                    <a:pt x="8075" y="2353"/>
                  </a:lnTo>
                  <a:cubicBezTo>
                    <a:pt x="8118" y="2324"/>
                    <a:pt x="8147" y="2280"/>
                    <a:pt x="8176" y="2237"/>
                  </a:cubicBezTo>
                  <a:cubicBezTo>
                    <a:pt x="8176" y="2208"/>
                    <a:pt x="8191" y="2193"/>
                    <a:pt x="8205" y="2164"/>
                  </a:cubicBezTo>
                  <a:cubicBezTo>
                    <a:pt x="8205" y="2150"/>
                    <a:pt x="8220" y="2121"/>
                    <a:pt x="8220" y="2092"/>
                  </a:cubicBezTo>
                  <a:cubicBezTo>
                    <a:pt x="8249" y="1947"/>
                    <a:pt x="8220" y="1802"/>
                    <a:pt x="8133" y="1686"/>
                  </a:cubicBezTo>
                  <a:cubicBezTo>
                    <a:pt x="8017" y="1555"/>
                    <a:pt x="7915" y="1439"/>
                    <a:pt x="7799" y="1323"/>
                  </a:cubicBezTo>
                  <a:cubicBezTo>
                    <a:pt x="7683" y="1207"/>
                    <a:pt x="7567" y="1092"/>
                    <a:pt x="7437" y="990"/>
                  </a:cubicBezTo>
                  <a:cubicBezTo>
                    <a:pt x="7352" y="926"/>
                    <a:pt x="7244" y="886"/>
                    <a:pt x="7135" y="886"/>
                  </a:cubicBezTo>
                  <a:cubicBezTo>
                    <a:pt x="7095" y="886"/>
                    <a:pt x="7055" y="891"/>
                    <a:pt x="7016" y="903"/>
                  </a:cubicBezTo>
                  <a:lnTo>
                    <a:pt x="6958" y="918"/>
                  </a:lnTo>
                  <a:cubicBezTo>
                    <a:pt x="6886" y="947"/>
                    <a:pt x="6828" y="990"/>
                    <a:pt x="6770" y="1048"/>
                  </a:cubicBezTo>
                  <a:cubicBezTo>
                    <a:pt x="6755" y="1063"/>
                    <a:pt x="6741" y="1077"/>
                    <a:pt x="6726" y="1092"/>
                  </a:cubicBezTo>
                  <a:cubicBezTo>
                    <a:pt x="6668" y="1178"/>
                    <a:pt x="6596" y="1236"/>
                    <a:pt x="6509" y="1265"/>
                  </a:cubicBezTo>
                  <a:cubicBezTo>
                    <a:pt x="6466" y="1280"/>
                    <a:pt x="6437" y="1294"/>
                    <a:pt x="6408" y="1294"/>
                  </a:cubicBezTo>
                  <a:lnTo>
                    <a:pt x="6263" y="1294"/>
                  </a:lnTo>
                  <a:cubicBezTo>
                    <a:pt x="6234" y="1294"/>
                    <a:pt x="6205" y="1280"/>
                    <a:pt x="6190" y="1280"/>
                  </a:cubicBezTo>
                  <a:lnTo>
                    <a:pt x="6132" y="1251"/>
                  </a:lnTo>
                  <a:lnTo>
                    <a:pt x="6074" y="1222"/>
                  </a:lnTo>
                  <a:cubicBezTo>
                    <a:pt x="6045" y="1207"/>
                    <a:pt x="6016" y="1193"/>
                    <a:pt x="5987" y="1193"/>
                  </a:cubicBezTo>
                  <a:cubicBezTo>
                    <a:pt x="5944" y="1178"/>
                    <a:pt x="5871" y="1149"/>
                    <a:pt x="5828" y="1121"/>
                  </a:cubicBezTo>
                  <a:cubicBezTo>
                    <a:pt x="5625" y="1048"/>
                    <a:pt x="5494" y="845"/>
                    <a:pt x="5509" y="628"/>
                  </a:cubicBezTo>
                  <a:lnTo>
                    <a:pt x="5509" y="599"/>
                  </a:lnTo>
                  <a:cubicBezTo>
                    <a:pt x="5552" y="338"/>
                    <a:pt x="5378" y="106"/>
                    <a:pt x="5132" y="48"/>
                  </a:cubicBezTo>
                  <a:cubicBezTo>
                    <a:pt x="5117" y="33"/>
                    <a:pt x="5103" y="33"/>
                    <a:pt x="5088" y="33"/>
                  </a:cubicBezTo>
                  <a:cubicBezTo>
                    <a:pt x="4922" y="12"/>
                    <a:pt x="4755" y="1"/>
                    <a:pt x="45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321;p33">
              <a:extLst>
                <a:ext uri="{FF2B5EF4-FFF2-40B4-BE49-F238E27FC236}">
                  <a16:creationId xmlns:a16="http://schemas.microsoft.com/office/drawing/2014/main" id="{6DDD3FF7-1799-F10E-69BF-04A1416935DA}"/>
                </a:ext>
              </a:extLst>
            </p:cNvPr>
            <p:cNvSpPr/>
            <p:nvPr/>
          </p:nvSpPr>
          <p:spPr>
            <a:xfrm>
              <a:off x="4613946" y="697900"/>
              <a:ext cx="4028811" cy="3329952"/>
            </a:xfrm>
            <a:custGeom>
              <a:avLst/>
              <a:gdLst/>
              <a:ahLst/>
              <a:cxnLst/>
              <a:rect l="l" t="t" r="r" b="b"/>
              <a:pathLst>
                <a:path w="42729" h="35317" extrusionOk="0">
                  <a:moveTo>
                    <a:pt x="19690" y="1"/>
                  </a:moveTo>
                  <a:cubicBezTo>
                    <a:pt x="18145" y="1"/>
                    <a:pt x="16885" y="1260"/>
                    <a:pt x="16885" y="2834"/>
                  </a:cubicBezTo>
                  <a:lnTo>
                    <a:pt x="16885" y="6898"/>
                  </a:lnTo>
                  <a:cubicBezTo>
                    <a:pt x="16885" y="7356"/>
                    <a:pt x="16513" y="7728"/>
                    <a:pt x="16084" y="7728"/>
                  </a:cubicBezTo>
                  <a:cubicBezTo>
                    <a:pt x="15626" y="7728"/>
                    <a:pt x="15283" y="7356"/>
                    <a:pt x="15283" y="6898"/>
                  </a:cubicBezTo>
                  <a:lnTo>
                    <a:pt x="15283" y="6383"/>
                  </a:lnTo>
                  <a:cubicBezTo>
                    <a:pt x="15283" y="4837"/>
                    <a:pt x="14024" y="3607"/>
                    <a:pt x="12507" y="3607"/>
                  </a:cubicBezTo>
                  <a:cubicBezTo>
                    <a:pt x="10961" y="3607"/>
                    <a:pt x="9702" y="4837"/>
                    <a:pt x="9702" y="6383"/>
                  </a:cubicBezTo>
                  <a:lnTo>
                    <a:pt x="9702" y="16800"/>
                  </a:lnTo>
                  <a:cubicBezTo>
                    <a:pt x="9702" y="17201"/>
                    <a:pt x="9387" y="17515"/>
                    <a:pt x="8987" y="17515"/>
                  </a:cubicBezTo>
                  <a:cubicBezTo>
                    <a:pt x="8615" y="17515"/>
                    <a:pt x="8271" y="17201"/>
                    <a:pt x="8271" y="16800"/>
                  </a:cubicBezTo>
                  <a:lnTo>
                    <a:pt x="8271" y="16113"/>
                  </a:lnTo>
                  <a:cubicBezTo>
                    <a:pt x="8271" y="15026"/>
                    <a:pt x="7413" y="14138"/>
                    <a:pt x="6325" y="14138"/>
                  </a:cubicBezTo>
                  <a:cubicBezTo>
                    <a:pt x="5237" y="14138"/>
                    <a:pt x="4350" y="15026"/>
                    <a:pt x="4379" y="16113"/>
                  </a:cubicBezTo>
                  <a:lnTo>
                    <a:pt x="4379" y="22467"/>
                  </a:lnTo>
                  <a:cubicBezTo>
                    <a:pt x="4379" y="22839"/>
                    <a:pt x="4035" y="23182"/>
                    <a:pt x="3663" y="23182"/>
                  </a:cubicBezTo>
                  <a:cubicBezTo>
                    <a:pt x="3263" y="23182"/>
                    <a:pt x="2948" y="22839"/>
                    <a:pt x="2948" y="22467"/>
                  </a:cubicBezTo>
                  <a:cubicBezTo>
                    <a:pt x="2948" y="21637"/>
                    <a:pt x="2261" y="20978"/>
                    <a:pt x="1460" y="20978"/>
                  </a:cubicBezTo>
                  <a:cubicBezTo>
                    <a:pt x="658" y="20978"/>
                    <a:pt x="0" y="21637"/>
                    <a:pt x="0" y="22467"/>
                  </a:cubicBezTo>
                  <a:lnTo>
                    <a:pt x="0" y="35317"/>
                  </a:lnTo>
                  <a:lnTo>
                    <a:pt x="42729" y="35317"/>
                  </a:lnTo>
                  <a:lnTo>
                    <a:pt x="42729" y="22839"/>
                  </a:lnTo>
                  <a:cubicBezTo>
                    <a:pt x="42729" y="21808"/>
                    <a:pt x="41899" y="20978"/>
                    <a:pt x="40897" y="20978"/>
                  </a:cubicBezTo>
                  <a:cubicBezTo>
                    <a:pt x="39867" y="20978"/>
                    <a:pt x="39037" y="21808"/>
                    <a:pt x="39037" y="22839"/>
                  </a:cubicBezTo>
                  <a:lnTo>
                    <a:pt x="39037" y="23497"/>
                  </a:lnTo>
                  <a:cubicBezTo>
                    <a:pt x="39037" y="23955"/>
                    <a:pt x="38665" y="24298"/>
                    <a:pt x="38235" y="24298"/>
                  </a:cubicBezTo>
                  <a:cubicBezTo>
                    <a:pt x="37806" y="24298"/>
                    <a:pt x="37434" y="23955"/>
                    <a:pt x="37434" y="23497"/>
                  </a:cubicBezTo>
                  <a:lnTo>
                    <a:pt x="37434" y="10990"/>
                  </a:lnTo>
                  <a:cubicBezTo>
                    <a:pt x="37434" y="9702"/>
                    <a:pt x="36375" y="8644"/>
                    <a:pt x="35087" y="8644"/>
                  </a:cubicBezTo>
                  <a:cubicBezTo>
                    <a:pt x="33799" y="8644"/>
                    <a:pt x="32741" y="9702"/>
                    <a:pt x="32741" y="10990"/>
                  </a:cubicBezTo>
                  <a:lnTo>
                    <a:pt x="32741" y="11763"/>
                  </a:lnTo>
                  <a:cubicBezTo>
                    <a:pt x="32741" y="12479"/>
                    <a:pt x="32168" y="13022"/>
                    <a:pt x="31481" y="13022"/>
                  </a:cubicBezTo>
                  <a:cubicBezTo>
                    <a:pt x="30766" y="13022"/>
                    <a:pt x="30222" y="12479"/>
                    <a:pt x="30222" y="11763"/>
                  </a:cubicBezTo>
                  <a:lnTo>
                    <a:pt x="30222" y="5324"/>
                  </a:lnTo>
                  <a:cubicBezTo>
                    <a:pt x="30222" y="3807"/>
                    <a:pt x="28963" y="2548"/>
                    <a:pt x="27446" y="2548"/>
                  </a:cubicBezTo>
                  <a:cubicBezTo>
                    <a:pt x="25901" y="2548"/>
                    <a:pt x="24641" y="3807"/>
                    <a:pt x="24641" y="5324"/>
                  </a:cubicBezTo>
                  <a:lnTo>
                    <a:pt x="24641" y="5696"/>
                  </a:lnTo>
                  <a:cubicBezTo>
                    <a:pt x="24641" y="6268"/>
                    <a:pt x="24155" y="6755"/>
                    <a:pt x="23582" y="6755"/>
                  </a:cubicBezTo>
                  <a:cubicBezTo>
                    <a:pt x="22981" y="6755"/>
                    <a:pt x="22495" y="6268"/>
                    <a:pt x="22495" y="5696"/>
                  </a:cubicBezTo>
                  <a:lnTo>
                    <a:pt x="22495" y="2834"/>
                  </a:lnTo>
                  <a:cubicBezTo>
                    <a:pt x="22495" y="1260"/>
                    <a:pt x="21236" y="1"/>
                    <a:pt x="196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322;p33">
              <a:extLst>
                <a:ext uri="{FF2B5EF4-FFF2-40B4-BE49-F238E27FC236}">
                  <a16:creationId xmlns:a16="http://schemas.microsoft.com/office/drawing/2014/main" id="{FE1FD204-978E-3BD0-6C10-1BA10FA5AECE}"/>
                </a:ext>
              </a:extLst>
            </p:cNvPr>
            <p:cNvSpPr/>
            <p:nvPr/>
          </p:nvSpPr>
          <p:spPr>
            <a:xfrm>
              <a:off x="4476284" y="4168083"/>
              <a:ext cx="4228512" cy="91836"/>
            </a:xfrm>
            <a:custGeom>
              <a:avLst/>
              <a:gdLst/>
              <a:ahLst/>
              <a:cxnLst/>
              <a:rect l="l" t="t" r="r" b="b"/>
              <a:pathLst>
                <a:path w="44847" h="974" extrusionOk="0">
                  <a:moveTo>
                    <a:pt x="659" y="1"/>
                  </a:moveTo>
                  <a:cubicBezTo>
                    <a:pt x="1" y="1"/>
                    <a:pt x="1" y="974"/>
                    <a:pt x="659" y="974"/>
                  </a:cubicBezTo>
                  <a:lnTo>
                    <a:pt x="44360" y="974"/>
                  </a:lnTo>
                  <a:cubicBezTo>
                    <a:pt x="44618" y="974"/>
                    <a:pt x="44847" y="745"/>
                    <a:pt x="44847" y="487"/>
                  </a:cubicBezTo>
                  <a:cubicBezTo>
                    <a:pt x="44847" y="201"/>
                    <a:pt x="44618" y="1"/>
                    <a:pt x="443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23;p33">
              <a:extLst>
                <a:ext uri="{FF2B5EF4-FFF2-40B4-BE49-F238E27FC236}">
                  <a16:creationId xmlns:a16="http://schemas.microsoft.com/office/drawing/2014/main" id="{DFDE8AF3-FE9D-89DB-728B-41A03D1B9D1A}"/>
                </a:ext>
              </a:extLst>
            </p:cNvPr>
            <p:cNvSpPr/>
            <p:nvPr/>
          </p:nvSpPr>
          <p:spPr>
            <a:xfrm>
              <a:off x="4476284" y="4168083"/>
              <a:ext cx="1848506" cy="94570"/>
            </a:xfrm>
            <a:custGeom>
              <a:avLst/>
              <a:gdLst/>
              <a:ahLst/>
              <a:cxnLst/>
              <a:rect l="l" t="t" r="r" b="b"/>
              <a:pathLst>
                <a:path w="19605" h="1003" extrusionOk="0">
                  <a:moveTo>
                    <a:pt x="659" y="1"/>
                  </a:moveTo>
                  <a:cubicBezTo>
                    <a:pt x="1" y="1"/>
                    <a:pt x="1" y="1003"/>
                    <a:pt x="659" y="1003"/>
                  </a:cubicBezTo>
                  <a:lnTo>
                    <a:pt x="19605" y="1003"/>
                  </a:lnTo>
                  <a:lnTo>
                    <a:pt x="196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324;p33">
              <a:extLst>
                <a:ext uri="{FF2B5EF4-FFF2-40B4-BE49-F238E27FC236}">
                  <a16:creationId xmlns:a16="http://schemas.microsoft.com/office/drawing/2014/main" id="{464A3BEC-1B7D-66DD-D66B-9BA9CD4FA658}"/>
                </a:ext>
              </a:extLst>
            </p:cNvPr>
            <p:cNvSpPr/>
            <p:nvPr/>
          </p:nvSpPr>
          <p:spPr>
            <a:xfrm>
              <a:off x="6222224" y="4120939"/>
              <a:ext cx="202435" cy="184238"/>
            </a:xfrm>
            <a:custGeom>
              <a:avLst/>
              <a:gdLst/>
              <a:ahLst/>
              <a:cxnLst/>
              <a:rect l="l" t="t" r="r" b="b"/>
              <a:pathLst>
                <a:path w="2147" h="1954" extrusionOk="0">
                  <a:moveTo>
                    <a:pt x="1073" y="0"/>
                  </a:moveTo>
                  <a:cubicBezTo>
                    <a:pt x="823" y="0"/>
                    <a:pt x="573" y="100"/>
                    <a:pt x="372" y="301"/>
                  </a:cubicBezTo>
                  <a:cubicBezTo>
                    <a:pt x="0" y="673"/>
                    <a:pt x="0" y="1302"/>
                    <a:pt x="372" y="1674"/>
                  </a:cubicBezTo>
                  <a:cubicBezTo>
                    <a:pt x="573" y="1860"/>
                    <a:pt x="823" y="1953"/>
                    <a:pt x="1073" y="1953"/>
                  </a:cubicBezTo>
                  <a:cubicBezTo>
                    <a:pt x="1324" y="1953"/>
                    <a:pt x="1574" y="1860"/>
                    <a:pt x="1775" y="1674"/>
                  </a:cubicBezTo>
                  <a:cubicBezTo>
                    <a:pt x="2147" y="1302"/>
                    <a:pt x="2147" y="673"/>
                    <a:pt x="1775" y="301"/>
                  </a:cubicBezTo>
                  <a:cubicBezTo>
                    <a:pt x="1574" y="100"/>
                    <a:pt x="1324" y="0"/>
                    <a:pt x="10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325;p33">
              <a:extLst>
                <a:ext uri="{FF2B5EF4-FFF2-40B4-BE49-F238E27FC236}">
                  <a16:creationId xmlns:a16="http://schemas.microsoft.com/office/drawing/2014/main" id="{BB262D1D-9610-A0DD-29DA-681CE8B4D76B}"/>
                </a:ext>
              </a:extLst>
            </p:cNvPr>
            <p:cNvSpPr/>
            <p:nvPr/>
          </p:nvSpPr>
          <p:spPr>
            <a:xfrm>
              <a:off x="7638907" y="2002377"/>
              <a:ext cx="1430247" cy="2025484"/>
            </a:xfrm>
            <a:custGeom>
              <a:avLst/>
              <a:gdLst/>
              <a:ahLst/>
              <a:cxnLst/>
              <a:rect l="l" t="t" r="r" b="b"/>
              <a:pathLst>
                <a:path w="15169" h="21482" extrusionOk="0">
                  <a:moveTo>
                    <a:pt x="5892" y="0"/>
                  </a:moveTo>
                  <a:cubicBezTo>
                    <a:pt x="1137" y="0"/>
                    <a:pt x="0" y="21482"/>
                    <a:pt x="0" y="21482"/>
                  </a:cubicBezTo>
                  <a:lnTo>
                    <a:pt x="8701" y="21482"/>
                  </a:lnTo>
                  <a:cubicBezTo>
                    <a:pt x="8701" y="21482"/>
                    <a:pt x="15168" y="2364"/>
                    <a:pt x="12020" y="1706"/>
                  </a:cubicBezTo>
                  <a:cubicBezTo>
                    <a:pt x="11914" y="1683"/>
                    <a:pt x="11808" y="1672"/>
                    <a:pt x="11704" y="1672"/>
                  </a:cubicBezTo>
                  <a:cubicBezTo>
                    <a:pt x="8733" y="1672"/>
                    <a:pt x="6560" y="10641"/>
                    <a:pt x="6443" y="10641"/>
                  </a:cubicBezTo>
                  <a:cubicBezTo>
                    <a:pt x="6442" y="10641"/>
                    <a:pt x="6440" y="10639"/>
                    <a:pt x="6440" y="10635"/>
                  </a:cubicBezTo>
                  <a:cubicBezTo>
                    <a:pt x="6382" y="10320"/>
                    <a:pt x="9216" y="447"/>
                    <a:pt x="6125" y="17"/>
                  </a:cubicBezTo>
                  <a:cubicBezTo>
                    <a:pt x="6046" y="6"/>
                    <a:pt x="5969" y="0"/>
                    <a:pt x="58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326;p33">
              <a:extLst>
                <a:ext uri="{FF2B5EF4-FFF2-40B4-BE49-F238E27FC236}">
                  <a16:creationId xmlns:a16="http://schemas.microsoft.com/office/drawing/2014/main" id="{E9FF934E-4F5A-F77D-706E-836AE933702C}"/>
                </a:ext>
              </a:extLst>
            </p:cNvPr>
            <p:cNvSpPr/>
            <p:nvPr/>
          </p:nvSpPr>
          <p:spPr>
            <a:xfrm>
              <a:off x="5266893" y="1680100"/>
              <a:ext cx="2860494" cy="1856615"/>
            </a:xfrm>
            <a:custGeom>
              <a:avLst/>
              <a:gdLst/>
              <a:ahLst/>
              <a:cxnLst/>
              <a:rect l="l" t="t" r="r" b="b"/>
              <a:pathLst>
                <a:path w="30338" h="19691" extrusionOk="0">
                  <a:moveTo>
                    <a:pt x="3292" y="1"/>
                  </a:moveTo>
                  <a:cubicBezTo>
                    <a:pt x="1461" y="1"/>
                    <a:pt x="1" y="1461"/>
                    <a:pt x="1" y="3264"/>
                  </a:cubicBezTo>
                  <a:lnTo>
                    <a:pt x="1" y="16400"/>
                  </a:lnTo>
                  <a:cubicBezTo>
                    <a:pt x="1" y="18203"/>
                    <a:pt x="1461" y="19691"/>
                    <a:pt x="3292" y="19691"/>
                  </a:cubicBezTo>
                  <a:lnTo>
                    <a:pt x="27075" y="19691"/>
                  </a:lnTo>
                  <a:cubicBezTo>
                    <a:pt x="28878" y="19691"/>
                    <a:pt x="30337" y="18203"/>
                    <a:pt x="30337" y="16400"/>
                  </a:cubicBezTo>
                  <a:lnTo>
                    <a:pt x="30337" y="3264"/>
                  </a:lnTo>
                  <a:cubicBezTo>
                    <a:pt x="30337" y="1461"/>
                    <a:pt x="28878" y="1"/>
                    <a:pt x="270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327;p33">
              <a:extLst>
                <a:ext uri="{FF2B5EF4-FFF2-40B4-BE49-F238E27FC236}">
                  <a16:creationId xmlns:a16="http://schemas.microsoft.com/office/drawing/2014/main" id="{B2F0A33E-EB7F-48D1-5416-CB220EE932E4}"/>
                </a:ext>
              </a:extLst>
            </p:cNvPr>
            <p:cNvSpPr/>
            <p:nvPr/>
          </p:nvSpPr>
          <p:spPr>
            <a:xfrm>
              <a:off x="5391071" y="1788060"/>
              <a:ext cx="2614875" cy="1495023"/>
            </a:xfrm>
            <a:custGeom>
              <a:avLst/>
              <a:gdLst/>
              <a:ahLst/>
              <a:cxnLst/>
              <a:rect l="l" t="t" r="r" b="b"/>
              <a:pathLst>
                <a:path w="27733" h="15856" extrusionOk="0">
                  <a:moveTo>
                    <a:pt x="0" y="1"/>
                  </a:moveTo>
                  <a:lnTo>
                    <a:pt x="0" y="15856"/>
                  </a:lnTo>
                  <a:lnTo>
                    <a:pt x="27732" y="15856"/>
                  </a:lnTo>
                  <a:lnTo>
                    <a:pt x="277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328;p33">
              <a:extLst>
                <a:ext uri="{FF2B5EF4-FFF2-40B4-BE49-F238E27FC236}">
                  <a16:creationId xmlns:a16="http://schemas.microsoft.com/office/drawing/2014/main" id="{30086D75-D82D-76BB-E1FE-5161B579BE37}"/>
                </a:ext>
              </a:extLst>
            </p:cNvPr>
            <p:cNvSpPr/>
            <p:nvPr/>
          </p:nvSpPr>
          <p:spPr>
            <a:xfrm>
              <a:off x="6176305" y="3536635"/>
              <a:ext cx="1041688" cy="302380"/>
            </a:xfrm>
            <a:custGeom>
              <a:avLst/>
              <a:gdLst/>
              <a:ahLst/>
              <a:cxnLst/>
              <a:rect l="l" t="t" r="r" b="b"/>
              <a:pathLst>
                <a:path w="11048" h="3207" extrusionOk="0">
                  <a:moveTo>
                    <a:pt x="1" y="1"/>
                  </a:moveTo>
                  <a:lnTo>
                    <a:pt x="1" y="3206"/>
                  </a:lnTo>
                  <a:lnTo>
                    <a:pt x="11048" y="3206"/>
                  </a:lnTo>
                  <a:lnTo>
                    <a:pt x="11048" y="1"/>
                  </a:lnTo>
                  <a:close/>
                </a:path>
              </a:pathLst>
            </a:custGeom>
            <a:solidFill>
              <a:srgbClr val="E3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329;p33">
              <a:extLst>
                <a:ext uri="{FF2B5EF4-FFF2-40B4-BE49-F238E27FC236}">
                  <a16:creationId xmlns:a16="http://schemas.microsoft.com/office/drawing/2014/main" id="{761B2E4F-3CA8-6A0A-CE7B-B08012898501}"/>
                </a:ext>
              </a:extLst>
            </p:cNvPr>
            <p:cNvSpPr/>
            <p:nvPr/>
          </p:nvSpPr>
          <p:spPr>
            <a:xfrm>
              <a:off x="5879485" y="3817331"/>
              <a:ext cx="1635322" cy="210544"/>
            </a:xfrm>
            <a:custGeom>
              <a:avLst/>
              <a:gdLst/>
              <a:ahLst/>
              <a:cxnLst/>
              <a:rect l="l" t="t" r="r" b="b"/>
              <a:pathLst>
                <a:path w="17344" h="2233" extrusionOk="0">
                  <a:moveTo>
                    <a:pt x="2261" y="0"/>
                  </a:moveTo>
                  <a:cubicBezTo>
                    <a:pt x="1031" y="0"/>
                    <a:pt x="1" y="1002"/>
                    <a:pt x="29" y="2233"/>
                  </a:cubicBezTo>
                  <a:lnTo>
                    <a:pt x="17344" y="2233"/>
                  </a:lnTo>
                  <a:cubicBezTo>
                    <a:pt x="17344" y="1002"/>
                    <a:pt x="16342" y="0"/>
                    <a:pt x="151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330;p33">
              <a:extLst>
                <a:ext uri="{FF2B5EF4-FFF2-40B4-BE49-F238E27FC236}">
                  <a16:creationId xmlns:a16="http://schemas.microsoft.com/office/drawing/2014/main" id="{DD2D4529-2CE7-2B8A-A225-F4DEEE5892A5}"/>
                </a:ext>
              </a:extLst>
            </p:cNvPr>
            <p:cNvSpPr/>
            <p:nvPr/>
          </p:nvSpPr>
          <p:spPr>
            <a:xfrm>
              <a:off x="5987445" y="3479967"/>
              <a:ext cx="1432981" cy="110788"/>
            </a:xfrm>
            <a:custGeom>
              <a:avLst/>
              <a:gdLst/>
              <a:ahLst/>
              <a:cxnLst/>
              <a:rect l="l" t="t" r="r" b="b"/>
              <a:pathLst>
                <a:path w="15198" h="1175" extrusionOk="0">
                  <a:moveTo>
                    <a:pt x="716" y="1"/>
                  </a:moveTo>
                  <a:cubicBezTo>
                    <a:pt x="0" y="58"/>
                    <a:pt x="0" y="1117"/>
                    <a:pt x="716" y="1174"/>
                  </a:cubicBezTo>
                  <a:lnTo>
                    <a:pt x="14482" y="1174"/>
                  </a:lnTo>
                  <a:cubicBezTo>
                    <a:pt x="15197" y="1117"/>
                    <a:pt x="15197" y="58"/>
                    <a:pt x="144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31;p33">
              <a:extLst>
                <a:ext uri="{FF2B5EF4-FFF2-40B4-BE49-F238E27FC236}">
                  <a16:creationId xmlns:a16="http://schemas.microsoft.com/office/drawing/2014/main" id="{9742AB09-8E8E-245C-0BE9-E14409E46A60}"/>
                </a:ext>
              </a:extLst>
            </p:cNvPr>
            <p:cNvSpPr/>
            <p:nvPr/>
          </p:nvSpPr>
          <p:spPr>
            <a:xfrm>
              <a:off x="5007883" y="3652703"/>
              <a:ext cx="688204" cy="375170"/>
            </a:xfrm>
            <a:custGeom>
              <a:avLst/>
              <a:gdLst/>
              <a:ahLst/>
              <a:cxnLst/>
              <a:rect l="l" t="t" r="r" b="b"/>
              <a:pathLst>
                <a:path w="7299" h="3979" extrusionOk="0">
                  <a:moveTo>
                    <a:pt x="1031" y="1"/>
                  </a:moveTo>
                  <a:cubicBezTo>
                    <a:pt x="487" y="1"/>
                    <a:pt x="1" y="458"/>
                    <a:pt x="1" y="1031"/>
                  </a:cubicBezTo>
                  <a:cubicBezTo>
                    <a:pt x="1" y="2662"/>
                    <a:pt x="1346" y="3979"/>
                    <a:pt x="2977" y="3979"/>
                  </a:cubicBezTo>
                  <a:lnTo>
                    <a:pt x="4322" y="3979"/>
                  </a:lnTo>
                  <a:cubicBezTo>
                    <a:pt x="5982" y="3979"/>
                    <a:pt x="7298" y="2662"/>
                    <a:pt x="7298" y="1031"/>
                  </a:cubicBezTo>
                  <a:cubicBezTo>
                    <a:pt x="7298" y="458"/>
                    <a:pt x="6841" y="1"/>
                    <a:pt x="62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32;p33">
              <a:extLst>
                <a:ext uri="{FF2B5EF4-FFF2-40B4-BE49-F238E27FC236}">
                  <a16:creationId xmlns:a16="http://schemas.microsoft.com/office/drawing/2014/main" id="{111D43E1-D474-EA81-07AF-6D9310DB1E16}"/>
                </a:ext>
              </a:extLst>
            </p:cNvPr>
            <p:cNvSpPr/>
            <p:nvPr/>
          </p:nvSpPr>
          <p:spPr>
            <a:xfrm>
              <a:off x="4940466" y="3091217"/>
              <a:ext cx="831144" cy="561576"/>
            </a:xfrm>
            <a:custGeom>
              <a:avLst/>
              <a:gdLst/>
              <a:ahLst/>
              <a:cxnLst/>
              <a:rect l="l" t="t" r="r" b="b"/>
              <a:pathLst>
                <a:path w="8815" h="5956" extrusionOk="0">
                  <a:moveTo>
                    <a:pt x="4624" y="1"/>
                  </a:moveTo>
                  <a:cubicBezTo>
                    <a:pt x="4609" y="1"/>
                    <a:pt x="4594" y="2"/>
                    <a:pt x="4579" y="3"/>
                  </a:cubicBezTo>
                  <a:cubicBezTo>
                    <a:pt x="3492" y="60"/>
                    <a:pt x="3492" y="2951"/>
                    <a:pt x="3492" y="2951"/>
                  </a:cubicBezTo>
                  <a:cubicBezTo>
                    <a:pt x="3492" y="2951"/>
                    <a:pt x="2695" y="1756"/>
                    <a:pt x="2081" y="1756"/>
                  </a:cubicBezTo>
                  <a:cubicBezTo>
                    <a:pt x="1923" y="1756"/>
                    <a:pt x="1777" y="1835"/>
                    <a:pt x="1660" y="2035"/>
                  </a:cubicBezTo>
                  <a:cubicBezTo>
                    <a:pt x="1240" y="2714"/>
                    <a:pt x="1630" y="3394"/>
                    <a:pt x="1904" y="3742"/>
                  </a:cubicBezTo>
                  <a:lnTo>
                    <a:pt x="1904" y="3742"/>
                  </a:lnTo>
                  <a:cubicBezTo>
                    <a:pt x="1716" y="3560"/>
                    <a:pt x="1428" y="3341"/>
                    <a:pt x="1125" y="3341"/>
                  </a:cubicBezTo>
                  <a:cubicBezTo>
                    <a:pt x="959" y="3341"/>
                    <a:pt x="789" y="3407"/>
                    <a:pt x="630" y="3580"/>
                  </a:cubicBezTo>
                  <a:cubicBezTo>
                    <a:pt x="0" y="4296"/>
                    <a:pt x="2375" y="5927"/>
                    <a:pt x="2375" y="5927"/>
                  </a:cubicBezTo>
                  <a:lnTo>
                    <a:pt x="5924" y="5956"/>
                  </a:lnTo>
                  <a:cubicBezTo>
                    <a:pt x="5924" y="5956"/>
                    <a:pt x="8815" y="3552"/>
                    <a:pt x="8099" y="3094"/>
                  </a:cubicBezTo>
                  <a:cubicBezTo>
                    <a:pt x="7981" y="3013"/>
                    <a:pt x="7858" y="2980"/>
                    <a:pt x="7734" y="2980"/>
                  </a:cubicBezTo>
                  <a:cubicBezTo>
                    <a:pt x="7106" y="2980"/>
                    <a:pt x="6468" y="3838"/>
                    <a:pt x="6468" y="3838"/>
                  </a:cubicBezTo>
                  <a:cubicBezTo>
                    <a:pt x="6468" y="3838"/>
                    <a:pt x="8357" y="1262"/>
                    <a:pt x="7241" y="1062"/>
                  </a:cubicBezTo>
                  <a:cubicBezTo>
                    <a:pt x="7183" y="1050"/>
                    <a:pt x="7125" y="1044"/>
                    <a:pt x="7069" y="1044"/>
                  </a:cubicBezTo>
                  <a:cubicBezTo>
                    <a:pt x="6038" y="1044"/>
                    <a:pt x="5266" y="2922"/>
                    <a:pt x="5266" y="2922"/>
                  </a:cubicBezTo>
                  <a:cubicBezTo>
                    <a:pt x="5266" y="2922"/>
                    <a:pt x="5655" y="1"/>
                    <a:pt x="46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33;p33">
              <a:extLst>
                <a:ext uri="{FF2B5EF4-FFF2-40B4-BE49-F238E27FC236}">
                  <a16:creationId xmlns:a16="http://schemas.microsoft.com/office/drawing/2014/main" id="{39D86B7E-816B-F289-70B4-3632EC18FFD1}"/>
                </a:ext>
              </a:extLst>
            </p:cNvPr>
            <p:cNvSpPr/>
            <p:nvPr/>
          </p:nvSpPr>
          <p:spPr>
            <a:xfrm>
              <a:off x="4398025" y="3999590"/>
              <a:ext cx="4368906" cy="57704"/>
            </a:xfrm>
            <a:custGeom>
              <a:avLst/>
              <a:gdLst/>
              <a:ahLst/>
              <a:cxnLst/>
              <a:rect l="l" t="t" r="r" b="b"/>
              <a:pathLst>
                <a:path w="46336" h="612" extrusionOk="0">
                  <a:moveTo>
                    <a:pt x="1060" y="1"/>
                  </a:moveTo>
                  <a:cubicBezTo>
                    <a:pt x="859" y="1"/>
                    <a:pt x="659" y="4"/>
                    <a:pt x="459" y="13"/>
                  </a:cubicBezTo>
                  <a:lnTo>
                    <a:pt x="401" y="13"/>
                  </a:lnTo>
                  <a:cubicBezTo>
                    <a:pt x="1" y="13"/>
                    <a:pt x="1" y="586"/>
                    <a:pt x="401" y="586"/>
                  </a:cubicBezTo>
                  <a:lnTo>
                    <a:pt x="44103" y="586"/>
                  </a:lnTo>
                  <a:cubicBezTo>
                    <a:pt x="44484" y="586"/>
                    <a:pt x="44879" y="611"/>
                    <a:pt x="45277" y="611"/>
                  </a:cubicBezTo>
                  <a:cubicBezTo>
                    <a:pt x="45477" y="611"/>
                    <a:pt x="45677" y="605"/>
                    <a:pt x="45877" y="586"/>
                  </a:cubicBezTo>
                  <a:lnTo>
                    <a:pt x="45963" y="586"/>
                  </a:lnTo>
                  <a:cubicBezTo>
                    <a:pt x="46335" y="586"/>
                    <a:pt x="46335" y="13"/>
                    <a:pt x="45963" y="13"/>
                  </a:cubicBezTo>
                  <a:lnTo>
                    <a:pt x="2262" y="13"/>
                  </a:lnTo>
                  <a:cubicBezTo>
                    <a:pt x="1861" y="13"/>
                    <a:pt x="1460" y="1"/>
                    <a:pt x="10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334;p33">
              <a:extLst>
                <a:ext uri="{FF2B5EF4-FFF2-40B4-BE49-F238E27FC236}">
                  <a16:creationId xmlns:a16="http://schemas.microsoft.com/office/drawing/2014/main" id="{F002A868-F821-369D-A59F-94AD34635CA0}"/>
                </a:ext>
              </a:extLst>
            </p:cNvPr>
            <p:cNvGrpSpPr/>
            <p:nvPr/>
          </p:nvGrpSpPr>
          <p:grpSpPr>
            <a:xfrm>
              <a:off x="5887555" y="1894040"/>
              <a:ext cx="1635387" cy="1330888"/>
              <a:chOff x="2357113" y="709250"/>
              <a:chExt cx="2171252" cy="1766978"/>
            </a:xfrm>
          </p:grpSpPr>
          <p:sp>
            <p:nvSpPr>
              <p:cNvPr id="96" name="Google Shape;335;p33">
                <a:extLst>
                  <a:ext uri="{FF2B5EF4-FFF2-40B4-BE49-F238E27FC236}">
                    <a16:creationId xmlns:a16="http://schemas.microsoft.com/office/drawing/2014/main" id="{3B2FB569-65B5-471D-853B-5E3D2F3D10BD}"/>
                  </a:ext>
                </a:extLst>
              </p:cNvPr>
              <p:cNvSpPr/>
              <p:nvPr/>
            </p:nvSpPr>
            <p:spPr>
              <a:xfrm>
                <a:off x="3734270" y="747515"/>
                <a:ext cx="491253" cy="292716"/>
              </a:xfrm>
              <a:custGeom>
                <a:avLst/>
                <a:gdLst/>
                <a:ahLst/>
                <a:cxnLst/>
                <a:rect l="l" t="t" r="r" b="b"/>
                <a:pathLst>
                  <a:path w="11246" h="6701" extrusionOk="0">
                    <a:moveTo>
                      <a:pt x="7977" y="2830"/>
                    </a:moveTo>
                    <a:cubicBezTo>
                      <a:pt x="9146" y="3597"/>
                      <a:pt x="10917" y="4272"/>
                      <a:pt x="11190" y="5787"/>
                    </a:cubicBezTo>
                    <a:cubicBezTo>
                      <a:pt x="11245" y="6079"/>
                      <a:pt x="11209" y="6390"/>
                      <a:pt x="11117" y="6700"/>
                    </a:cubicBezTo>
                    <a:cubicBezTo>
                      <a:pt x="7485" y="4875"/>
                      <a:pt x="3706" y="3159"/>
                      <a:pt x="0" y="1406"/>
                    </a:cubicBezTo>
                    <a:cubicBezTo>
                      <a:pt x="164" y="968"/>
                      <a:pt x="511" y="639"/>
                      <a:pt x="931" y="493"/>
                    </a:cubicBezTo>
                    <a:cubicBezTo>
                      <a:pt x="2209" y="0"/>
                      <a:pt x="3907" y="968"/>
                      <a:pt x="4911" y="1333"/>
                    </a:cubicBezTo>
                    <a:cubicBezTo>
                      <a:pt x="5257" y="767"/>
                      <a:pt x="5714" y="329"/>
                      <a:pt x="6499" y="329"/>
                    </a:cubicBezTo>
                    <a:cubicBezTo>
                      <a:pt x="7722" y="366"/>
                      <a:pt x="8525" y="1570"/>
                      <a:pt x="7977" y="283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336;p33">
                <a:extLst>
                  <a:ext uri="{FF2B5EF4-FFF2-40B4-BE49-F238E27FC236}">
                    <a16:creationId xmlns:a16="http://schemas.microsoft.com/office/drawing/2014/main" id="{237B349B-FDC0-C59A-4C70-91A35E2922C8}"/>
                  </a:ext>
                </a:extLst>
              </p:cNvPr>
              <p:cNvSpPr/>
              <p:nvPr/>
            </p:nvSpPr>
            <p:spPr>
              <a:xfrm>
                <a:off x="3960717" y="796963"/>
                <a:ext cx="124451" cy="106891"/>
              </a:xfrm>
              <a:custGeom>
                <a:avLst/>
                <a:gdLst/>
                <a:ahLst/>
                <a:cxnLst/>
                <a:rect l="l" t="t" r="r" b="b"/>
                <a:pathLst>
                  <a:path w="2849" h="2447" extrusionOk="0">
                    <a:moveTo>
                      <a:pt x="1516" y="19"/>
                    </a:moveTo>
                    <a:cubicBezTo>
                      <a:pt x="2848" y="55"/>
                      <a:pt x="2319" y="2446"/>
                      <a:pt x="1004" y="1935"/>
                    </a:cubicBezTo>
                    <a:cubicBezTo>
                      <a:pt x="0" y="1552"/>
                      <a:pt x="585" y="0"/>
                      <a:pt x="1516" y="1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337;p33">
                <a:extLst>
                  <a:ext uri="{FF2B5EF4-FFF2-40B4-BE49-F238E27FC236}">
                    <a16:creationId xmlns:a16="http://schemas.microsoft.com/office/drawing/2014/main" id="{1599539A-910B-1DB8-A862-13E161CB24C6}"/>
                  </a:ext>
                </a:extLst>
              </p:cNvPr>
              <p:cNvSpPr/>
              <p:nvPr/>
            </p:nvSpPr>
            <p:spPr>
              <a:xfrm>
                <a:off x="3015791" y="723578"/>
                <a:ext cx="1337296" cy="1547059"/>
              </a:xfrm>
              <a:custGeom>
                <a:avLst/>
                <a:gdLst/>
                <a:ahLst/>
                <a:cxnLst/>
                <a:rect l="l" t="t" r="r" b="b"/>
                <a:pathLst>
                  <a:path w="30614" h="35416" extrusionOk="0">
                    <a:moveTo>
                      <a:pt x="9274" y="4948"/>
                    </a:moveTo>
                    <a:cubicBezTo>
                      <a:pt x="9456" y="4473"/>
                      <a:pt x="9767" y="3761"/>
                      <a:pt x="10095" y="3068"/>
                    </a:cubicBezTo>
                    <a:cubicBezTo>
                      <a:pt x="10771" y="1644"/>
                      <a:pt x="11337" y="1"/>
                      <a:pt x="12614" y="56"/>
                    </a:cubicBezTo>
                    <a:cubicBezTo>
                      <a:pt x="13235" y="92"/>
                      <a:pt x="14075" y="402"/>
                      <a:pt x="14896" y="731"/>
                    </a:cubicBezTo>
                    <a:cubicBezTo>
                      <a:pt x="15718" y="1041"/>
                      <a:pt x="16466" y="1461"/>
                      <a:pt x="17215" y="1808"/>
                    </a:cubicBezTo>
                    <a:cubicBezTo>
                      <a:pt x="20482" y="3378"/>
                      <a:pt x="22837" y="4820"/>
                      <a:pt x="26233" y="6317"/>
                    </a:cubicBezTo>
                    <a:cubicBezTo>
                      <a:pt x="26981" y="6646"/>
                      <a:pt x="27748" y="7047"/>
                      <a:pt x="28478" y="7431"/>
                    </a:cubicBezTo>
                    <a:cubicBezTo>
                      <a:pt x="29482" y="7978"/>
                      <a:pt x="30559" y="8471"/>
                      <a:pt x="30596" y="9347"/>
                    </a:cubicBezTo>
                    <a:cubicBezTo>
                      <a:pt x="30614" y="9767"/>
                      <a:pt x="30267" y="10333"/>
                      <a:pt x="30048" y="10917"/>
                    </a:cubicBezTo>
                    <a:cubicBezTo>
                      <a:pt x="29811" y="11501"/>
                      <a:pt x="29500" y="12031"/>
                      <a:pt x="29281" y="12506"/>
                    </a:cubicBezTo>
                    <a:cubicBezTo>
                      <a:pt x="28734" y="13637"/>
                      <a:pt x="28223" y="14678"/>
                      <a:pt x="27766" y="15645"/>
                    </a:cubicBezTo>
                    <a:cubicBezTo>
                      <a:pt x="26653" y="17964"/>
                      <a:pt x="25813" y="19990"/>
                      <a:pt x="24845" y="22199"/>
                    </a:cubicBezTo>
                    <a:cubicBezTo>
                      <a:pt x="23933" y="24298"/>
                      <a:pt x="23056" y="26562"/>
                      <a:pt x="22016" y="28771"/>
                    </a:cubicBezTo>
                    <a:cubicBezTo>
                      <a:pt x="21121" y="30651"/>
                      <a:pt x="20263" y="33353"/>
                      <a:pt x="18876" y="34503"/>
                    </a:cubicBezTo>
                    <a:cubicBezTo>
                      <a:pt x="17762" y="35416"/>
                      <a:pt x="16247" y="34850"/>
                      <a:pt x="14458" y="34138"/>
                    </a:cubicBezTo>
                    <a:cubicBezTo>
                      <a:pt x="10935" y="32732"/>
                      <a:pt x="7886" y="31016"/>
                      <a:pt x="4637" y="29483"/>
                    </a:cubicBezTo>
                    <a:cubicBezTo>
                      <a:pt x="3870" y="29118"/>
                      <a:pt x="2958" y="28734"/>
                      <a:pt x="2154" y="28333"/>
                    </a:cubicBezTo>
                    <a:cubicBezTo>
                      <a:pt x="1223" y="27876"/>
                      <a:pt x="329" y="27347"/>
                      <a:pt x="164" y="26781"/>
                    </a:cubicBezTo>
                    <a:cubicBezTo>
                      <a:pt x="0" y="26233"/>
                      <a:pt x="457" y="25138"/>
                      <a:pt x="876" y="24207"/>
                    </a:cubicBezTo>
                    <a:cubicBezTo>
                      <a:pt x="1296" y="23221"/>
                      <a:pt x="1753" y="22308"/>
                      <a:pt x="2136" y="21487"/>
                    </a:cubicBezTo>
                    <a:cubicBezTo>
                      <a:pt x="4637" y="16138"/>
                      <a:pt x="6882" y="10406"/>
                      <a:pt x="9256" y="5003"/>
                    </a:cubicBezTo>
                    <a:cubicBezTo>
                      <a:pt x="9256" y="4984"/>
                      <a:pt x="9274" y="4966"/>
                      <a:pt x="9274" y="494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338;p33">
                <a:extLst>
                  <a:ext uri="{FF2B5EF4-FFF2-40B4-BE49-F238E27FC236}">
                    <a16:creationId xmlns:a16="http://schemas.microsoft.com/office/drawing/2014/main" id="{055EECE0-7CA7-3D82-CB71-CCA81847AB88}"/>
                  </a:ext>
                </a:extLst>
              </p:cNvPr>
              <p:cNvSpPr/>
              <p:nvPr/>
            </p:nvSpPr>
            <p:spPr>
              <a:xfrm>
                <a:off x="3142556" y="1637446"/>
                <a:ext cx="52681" cy="77362"/>
              </a:xfrm>
              <a:custGeom>
                <a:avLst/>
                <a:gdLst/>
                <a:ahLst/>
                <a:cxnLst/>
                <a:rect l="l" t="t" r="r" b="b"/>
                <a:pathLst>
                  <a:path w="1206" h="1771" extrusionOk="0">
                    <a:moveTo>
                      <a:pt x="1206" y="128"/>
                    </a:moveTo>
                    <a:cubicBezTo>
                      <a:pt x="1206" y="420"/>
                      <a:pt x="950" y="876"/>
                      <a:pt x="658" y="1296"/>
                    </a:cubicBezTo>
                    <a:cubicBezTo>
                      <a:pt x="548" y="1479"/>
                      <a:pt x="348" y="1771"/>
                      <a:pt x="165" y="1680"/>
                    </a:cubicBezTo>
                    <a:cubicBezTo>
                      <a:pt x="1" y="1588"/>
                      <a:pt x="129" y="1205"/>
                      <a:pt x="202" y="1077"/>
                    </a:cubicBezTo>
                    <a:cubicBezTo>
                      <a:pt x="384" y="676"/>
                      <a:pt x="640" y="310"/>
                      <a:pt x="968" y="18"/>
                    </a:cubicBezTo>
                    <a:cubicBezTo>
                      <a:pt x="1060" y="0"/>
                      <a:pt x="1151" y="55"/>
                      <a:pt x="1206" y="12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339;p33">
                <a:extLst>
                  <a:ext uri="{FF2B5EF4-FFF2-40B4-BE49-F238E27FC236}">
                    <a16:creationId xmlns:a16="http://schemas.microsoft.com/office/drawing/2014/main" id="{7A77F1B1-7041-84C3-668B-8A96A4D38089}"/>
                  </a:ext>
                </a:extLst>
              </p:cNvPr>
              <p:cNvSpPr/>
              <p:nvPr/>
            </p:nvSpPr>
            <p:spPr>
              <a:xfrm>
                <a:off x="3168896" y="1703624"/>
                <a:ext cx="42285" cy="50279"/>
              </a:xfrm>
              <a:custGeom>
                <a:avLst/>
                <a:gdLst/>
                <a:ahLst/>
                <a:cxnLst/>
                <a:rect l="l" t="t" r="r" b="b"/>
                <a:pathLst>
                  <a:path w="968" h="1151" extrusionOk="0">
                    <a:moveTo>
                      <a:pt x="493" y="37"/>
                    </a:moveTo>
                    <a:cubicBezTo>
                      <a:pt x="968" y="165"/>
                      <a:pt x="493" y="1150"/>
                      <a:pt x="146" y="931"/>
                    </a:cubicBezTo>
                    <a:cubicBezTo>
                      <a:pt x="0" y="822"/>
                      <a:pt x="55" y="274"/>
                      <a:pt x="237" y="92"/>
                    </a:cubicBezTo>
                    <a:cubicBezTo>
                      <a:pt x="311" y="19"/>
                      <a:pt x="402" y="0"/>
                      <a:pt x="493" y="3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340;p33">
                <a:extLst>
                  <a:ext uri="{FF2B5EF4-FFF2-40B4-BE49-F238E27FC236}">
                    <a16:creationId xmlns:a16="http://schemas.microsoft.com/office/drawing/2014/main" id="{EECBB3A4-010B-5D8D-E861-49E25DF98686}"/>
                  </a:ext>
                </a:extLst>
              </p:cNvPr>
              <p:cNvSpPr/>
              <p:nvPr/>
            </p:nvSpPr>
            <p:spPr>
              <a:xfrm>
                <a:off x="3103504" y="1804092"/>
                <a:ext cx="27127" cy="50279"/>
              </a:xfrm>
              <a:custGeom>
                <a:avLst/>
                <a:gdLst/>
                <a:ahLst/>
                <a:cxnLst/>
                <a:rect l="l" t="t" r="r" b="b"/>
                <a:pathLst>
                  <a:path w="621" h="1151" extrusionOk="0">
                    <a:moveTo>
                      <a:pt x="384" y="37"/>
                    </a:moveTo>
                    <a:cubicBezTo>
                      <a:pt x="566" y="73"/>
                      <a:pt x="621" y="329"/>
                      <a:pt x="566" y="566"/>
                    </a:cubicBezTo>
                    <a:cubicBezTo>
                      <a:pt x="548" y="767"/>
                      <a:pt x="384" y="1150"/>
                      <a:pt x="183" y="1041"/>
                    </a:cubicBezTo>
                    <a:cubicBezTo>
                      <a:pt x="55" y="931"/>
                      <a:pt x="0" y="749"/>
                      <a:pt x="37" y="585"/>
                    </a:cubicBezTo>
                    <a:cubicBezTo>
                      <a:pt x="73" y="329"/>
                      <a:pt x="165" y="0"/>
                      <a:pt x="384" y="3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341;p33">
                <a:extLst>
                  <a:ext uri="{FF2B5EF4-FFF2-40B4-BE49-F238E27FC236}">
                    <a16:creationId xmlns:a16="http://schemas.microsoft.com/office/drawing/2014/main" id="{4700FF38-4B26-981A-9C73-24C8D798C681}"/>
                  </a:ext>
                </a:extLst>
              </p:cNvPr>
              <p:cNvSpPr/>
              <p:nvPr/>
            </p:nvSpPr>
            <p:spPr>
              <a:xfrm>
                <a:off x="3179249" y="887865"/>
                <a:ext cx="1011163" cy="1217693"/>
              </a:xfrm>
              <a:custGeom>
                <a:avLst/>
                <a:gdLst/>
                <a:ahLst/>
                <a:cxnLst/>
                <a:rect l="l" t="t" r="r" b="b"/>
                <a:pathLst>
                  <a:path w="23148" h="27876" extrusionOk="0">
                    <a:moveTo>
                      <a:pt x="7485" y="3962"/>
                    </a:moveTo>
                    <a:cubicBezTo>
                      <a:pt x="7631" y="3597"/>
                      <a:pt x="7887" y="3012"/>
                      <a:pt x="8161" y="2465"/>
                    </a:cubicBezTo>
                    <a:cubicBezTo>
                      <a:pt x="8690" y="1315"/>
                      <a:pt x="9146" y="0"/>
                      <a:pt x="10096" y="0"/>
                    </a:cubicBezTo>
                    <a:cubicBezTo>
                      <a:pt x="10570" y="0"/>
                      <a:pt x="11173" y="219"/>
                      <a:pt x="11757" y="457"/>
                    </a:cubicBezTo>
                    <a:cubicBezTo>
                      <a:pt x="12359" y="676"/>
                      <a:pt x="12907" y="986"/>
                      <a:pt x="13454" y="1260"/>
                    </a:cubicBezTo>
                    <a:cubicBezTo>
                      <a:pt x="15828" y="2392"/>
                      <a:pt x="17544" y="3469"/>
                      <a:pt x="20008" y="4564"/>
                    </a:cubicBezTo>
                    <a:cubicBezTo>
                      <a:pt x="20556" y="4801"/>
                      <a:pt x="21103" y="5093"/>
                      <a:pt x="21633" y="5386"/>
                    </a:cubicBezTo>
                    <a:cubicBezTo>
                      <a:pt x="22381" y="5787"/>
                      <a:pt x="23148" y="6134"/>
                      <a:pt x="23148" y="6846"/>
                    </a:cubicBezTo>
                    <a:cubicBezTo>
                      <a:pt x="23148" y="7175"/>
                      <a:pt x="22874" y="7631"/>
                      <a:pt x="22692" y="8106"/>
                    </a:cubicBezTo>
                    <a:cubicBezTo>
                      <a:pt x="22509" y="8580"/>
                      <a:pt x="22272" y="9000"/>
                      <a:pt x="22089" y="9383"/>
                    </a:cubicBezTo>
                    <a:cubicBezTo>
                      <a:pt x="21651" y="10296"/>
                      <a:pt x="21249" y="11136"/>
                      <a:pt x="20866" y="11921"/>
                    </a:cubicBezTo>
                    <a:cubicBezTo>
                      <a:pt x="19990" y="13783"/>
                      <a:pt x="19314" y="15426"/>
                      <a:pt x="18529" y="17197"/>
                    </a:cubicBezTo>
                    <a:cubicBezTo>
                      <a:pt x="17781" y="18894"/>
                      <a:pt x="17087" y="20720"/>
                      <a:pt x="16248" y="22491"/>
                    </a:cubicBezTo>
                    <a:cubicBezTo>
                      <a:pt x="15536" y="24006"/>
                      <a:pt x="14805" y="26178"/>
                      <a:pt x="13747" y="27127"/>
                    </a:cubicBezTo>
                    <a:cubicBezTo>
                      <a:pt x="12907" y="27876"/>
                      <a:pt x="11793" y="27474"/>
                      <a:pt x="10479" y="26963"/>
                    </a:cubicBezTo>
                    <a:cubicBezTo>
                      <a:pt x="7923" y="25941"/>
                      <a:pt x="5714" y="24663"/>
                      <a:pt x="3341" y="23549"/>
                    </a:cubicBezTo>
                    <a:cubicBezTo>
                      <a:pt x="2775" y="23276"/>
                      <a:pt x="2118" y="23002"/>
                      <a:pt x="1534" y="22691"/>
                    </a:cubicBezTo>
                    <a:cubicBezTo>
                      <a:pt x="858" y="22363"/>
                      <a:pt x="201" y="21979"/>
                      <a:pt x="110" y="21541"/>
                    </a:cubicBezTo>
                    <a:cubicBezTo>
                      <a:pt x="0" y="21103"/>
                      <a:pt x="384" y="20227"/>
                      <a:pt x="712" y="19460"/>
                    </a:cubicBezTo>
                    <a:cubicBezTo>
                      <a:pt x="1041" y="18712"/>
                      <a:pt x="1406" y="17945"/>
                      <a:pt x="1716" y="17288"/>
                    </a:cubicBezTo>
                    <a:cubicBezTo>
                      <a:pt x="3725" y="12980"/>
                      <a:pt x="5550" y="8361"/>
                      <a:pt x="7467" y="3998"/>
                    </a:cubicBezTo>
                    <a:cubicBezTo>
                      <a:pt x="7467" y="3998"/>
                      <a:pt x="7485" y="3980"/>
                      <a:pt x="7485" y="396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342;p33">
                <a:extLst>
                  <a:ext uri="{FF2B5EF4-FFF2-40B4-BE49-F238E27FC236}">
                    <a16:creationId xmlns:a16="http://schemas.microsoft.com/office/drawing/2014/main" id="{CA5CDC6B-EF63-82F2-AB31-9DC35D9B2B74}"/>
                  </a:ext>
                </a:extLst>
              </p:cNvPr>
              <p:cNvSpPr/>
              <p:nvPr/>
            </p:nvSpPr>
            <p:spPr>
              <a:xfrm>
                <a:off x="3597109" y="954829"/>
                <a:ext cx="116458" cy="110080"/>
              </a:xfrm>
              <a:custGeom>
                <a:avLst/>
                <a:gdLst/>
                <a:ahLst/>
                <a:cxnLst/>
                <a:rect l="l" t="t" r="r" b="b"/>
                <a:pathLst>
                  <a:path w="2666" h="2520" extrusionOk="0">
                    <a:moveTo>
                      <a:pt x="749" y="1297"/>
                    </a:moveTo>
                    <a:cubicBezTo>
                      <a:pt x="968" y="1133"/>
                      <a:pt x="1205" y="877"/>
                      <a:pt x="1461" y="658"/>
                    </a:cubicBezTo>
                    <a:cubicBezTo>
                      <a:pt x="1698" y="457"/>
                      <a:pt x="1972" y="147"/>
                      <a:pt x="2264" y="74"/>
                    </a:cubicBezTo>
                    <a:cubicBezTo>
                      <a:pt x="2410" y="19"/>
                      <a:pt x="2574" y="110"/>
                      <a:pt x="2629" y="256"/>
                    </a:cubicBezTo>
                    <a:cubicBezTo>
                      <a:pt x="2665" y="585"/>
                      <a:pt x="1972" y="1187"/>
                      <a:pt x="1826" y="1370"/>
                    </a:cubicBezTo>
                    <a:cubicBezTo>
                      <a:pt x="1552" y="1717"/>
                      <a:pt x="1260" y="2045"/>
                      <a:pt x="931" y="2337"/>
                    </a:cubicBezTo>
                    <a:cubicBezTo>
                      <a:pt x="785" y="2447"/>
                      <a:pt x="621" y="2502"/>
                      <a:pt x="457" y="2520"/>
                    </a:cubicBezTo>
                    <a:cubicBezTo>
                      <a:pt x="0" y="2465"/>
                      <a:pt x="0" y="1498"/>
                      <a:pt x="0" y="950"/>
                    </a:cubicBezTo>
                    <a:cubicBezTo>
                      <a:pt x="0" y="640"/>
                      <a:pt x="37" y="19"/>
                      <a:pt x="329" y="1"/>
                    </a:cubicBezTo>
                    <a:cubicBezTo>
                      <a:pt x="749" y="1"/>
                      <a:pt x="712" y="877"/>
                      <a:pt x="749" y="129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343;p33">
                <a:extLst>
                  <a:ext uri="{FF2B5EF4-FFF2-40B4-BE49-F238E27FC236}">
                    <a16:creationId xmlns:a16="http://schemas.microsoft.com/office/drawing/2014/main" id="{F27F253C-9FD2-F11B-0329-C6E5C59FB1DF}"/>
                  </a:ext>
                </a:extLst>
              </p:cNvPr>
              <p:cNvSpPr/>
              <p:nvPr/>
            </p:nvSpPr>
            <p:spPr>
              <a:xfrm>
                <a:off x="3444004" y="1271436"/>
                <a:ext cx="116458" cy="110080"/>
              </a:xfrm>
              <a:custGeom>
                <a:avLst/>
                <a:gdLst/>
                <a:ahLst/>
                <a:cxnLst/>
                <a:rect l="l" t="t" r="r" b="b"/>
                <a:pathLst>
                  <a:path w="2666" h="2520" extrusionOk="0">
                    <a:moveTo>
                      <a:pt x="749" y="1278"/>
                    </a:moveTo>
                    <a:cubicBezTo>
                      <a:pt x="968" y="1114"/>
                      <a:pt x="1205" y="876"/>
                      <a:pt x="1461" y="639"/>
                    </a:cubicBezTo>
                    <a:cubicBezTo>
                      <a:pt x="1698" y="456"/>
                      <a:pt x="1972" y="146"/>
                      <a:pt x="2264" y="55"/>
                    </a:cubicBezTo>
                    <a:cubicBezTo>
                      <a:pt x="2410" y="18"/>
                      <a:pt x="2574" y="110"/>
                      <a:pt x="2611" y="256"/>
                    </a:cubicBezTo>
                    <a:cubicBezTo>
                      <a:pt x="2665" y="566"/>
                      <a:pt x="1972" y="1187"/>
                      <a:pt x="1826" y="1351"/>
                    </a:cubicBezTo>
                    <a:cubicBezTo>
                      <a:pt x="1552" y="1716"/>
                      <a:pt x="1260" y="2026"/>
                      <a:pt x="931" y="2318"/>
                    </a:cubicBezTo>
                    <a:cubicBezTo>
                      <a:pt x="785" y="2428"/>
                      <a:pt x="621" y="2501"/>
                      <a:pt x="457" y="2519"/>
                    </a:cubicBezTo>
                    <a:cubicBezTo>
                      <a:pt x="0" y="2464"/>
                      <a:pt x="0" y="1497"/>
                      <a:pt x="0" y="949"/>
                    </a:cubicBezTo>
                    <a:cubicBezTo>
                      <a:pt x="0" y="639"/>
                      <a:pt x="37" y="18"/>
                      <a:pt x="329" y="0"/>
                    </a:cubicBezTo>
                    <a:cubicBezTo>
                      <a:pt x="749" y="0"/>
                      <a:pt x="712" y="876"/>
                      <a:pt x="749" y="127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344;p33">
                <a:extLst>
                  <a:ext uri="{FF2B5EF4-FFF2-40B4-BE49-F238E27FC236}">
                    <a16:creationId xmlns:a16="http://schemas.microsoft.com/office/drawing/2014/main" id="{8084A575-3B50-8155-FFAB-1495EAC0D02C}"/>
                  </a:ext>
                </a:extLst>
              </p:cNvPr>
              <p:cNvSpPr/>
              <p:nvPr/>
            </p:nvSpPr>
            <p:spPr>
              <a:xfrm>
                <a:off x="3500616" y="1122306"/>
                <a:ext cx="126810" cy="106105"/>
              </a:xfrm>
              <a:custGeom>
                <a:avLst/>
                <a:gdLst/>
                <a:ahLst/>
                <a:cxnLst/>
                <a:rect l="l" t="t" r="r" b="b"/>
                <a:pathLst>
                  <a:path w="2903" h="2429" extrusionOk="0">
                    <a:moveTo>
                      <a:pt x="621" y="1406"/>
                    </a:moveTo>
                    <a:cubicBezTo>
                      <a:pt x="895" y="1223"/>
                      <a:pt x="1187" y="931"/>
                      <a:pt x="1534" y="676"/>
                    </a:cubicBezTo>
                    <a:cubicBezTo>
                      <a:pt x="1881" y="420"/>
                      <a:pt x="2209" y="128"/>
                      <a:pt x="2574" y="19"/>
                    </a:cubicBezTo>
                    <a:cubicBezTo>
                      <a:pt x="2702" y="0"/>
                      <a:pt x="2830" y="92"/>
                      <a:pt x="2866" y="219"/>
                    </a:cubicBezTo>
                    <a:cubicBezTo>
                      <a:pt x="2903" y="457"/>
                      <a:pt x="2465" y="785"/>
                      <a:pt x="2373" y="877"/>
                    </a:cubicBezTo>
                    <a:cubicBezTo>
                      <a:pt x="1990" y="1242"/>
                      <a:pt x="1570" y="1570"/>
                      <a:pt x="1150" y="1899"/>
                    </a:cubicBezTo>
                    <a:cubicBezTo>
                      <a:pt x="877" y="2100"/>
                      <a:pt x="365" y="2428"/>
                      <a:pt x="128" y="2008"/>
                    </a:cubicBezTo>
                    <a:cubicBezTo>
                      <a:pt x="0" y="1789"/>
                      <a:pt x="37" y="1260"/>
                      <a:pt x="73" y="895"/>
                    </a:cubicBezTo>
                    <a:cubicBezTo>
                      <a:pt x="110" y="548"/>
                      <a:pt x="219" y="219"/>
                      <a:pt x="457" y="292"/>
                    </a:cubicBezTo>
                    <a:cubicBezTo>
                      <a:pt x="712" y="365"/>
                      <a:pt x="603" y="1041"/>
                      <a:pt x="621" y="140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345;p33">
                <a:extLst>
                  <a:ext uri="{FF2B5EF4-FFF2-40B4-BE49-F238E27FC236}">
                    <a16:creationId xmlns:a16="http://schemas.microsoft.com/office/drawing/2014/main" id="{67BE14B5-F54C-E88F-EDB5-60229D6B6652}"/>
                  </a:ext>
                </a:extLst>
              </p:cNvPr>
              <p:cNvSpPr/>
              <p:nvPr/>
            </p:nvSpPr>
            <p:spPr>
              <a:xfrm>
                <a:off x="3293258" y="1576029"/>
                <a:ext cx="126068" cy="106105"/>
              </a:xfrm>
              <a:custGeom>
                <a:avLst/>
                <a:gdLst/>
                <a:ahLst/>
                <a:cxnLst/>
                <a:rect l="l" t="t" r="r" b="b"/>
                <a:pathLst>
                  <a:path w="2886" h="2429" extrusionOk="0">
                    <a:moveTo>
                      <a:pt x="603" y="1406"/>
                    </a:moveTo>
                    <a:cubicBezTo>
                      <a:pt x="877" y="1224"/>
                      <a:pt x="1188" y="913"/>
                      <a:pt x="1516" y="676"/>
                    </a:cubicBezTo>
                    <a:cubicBezTo>
                      <a:pt x="1863" y="420"/>
                      <a:pt x="2192" y="110"/>
                      <a:pt x="2557" y="19"/>
                    </a:cubicBezTo>
                    <a:cubicBezTo>
                      <a:pt x="2684" y="0"/>
                      <a:pt x="2812" y="73"/>
                      <a:pt x="2867" y="220"/>
                    </a:cubicBezTo>
                    <a:cubicBezTo>
                      <a:pt x="2885" y="457"/>
                      <a:pt x="2465" y="785"/>
                      <a:pt x="2374" y="858"/>
                    </a:cubicBezTo>
                    <a:cubicBezTo>
                      <a:pt x="1973" y="1224"/>
                      <a:pt x="1571" y="1570"/>
                      <a:pt x="1133" y="1899"/>
                    </a:cubicBezTo>
                    <a:cubicBezTo>
                      <a:pt x="859" y="2100"/>
                      <a:pt x="366" y="2428"/>
                      <a:pt x="129" y="2009"/>
                    </a:cubicBezTo>
                    <a:cubicBezTo>
                      <a:pt x="1" y="1771"/>
                      <a:pt x="19" y="1260"/>
                      <a:pt x="74" y="895"/>
                    </a:cubicBezTo>
                    <a:cubicBezTo>
                      <a:pt x="110" y="548"/>
                      <a:pt x="202" y="220"/>
                      <a:pt x="457" y="293"/>
                    </a:cubicBezTo>
                    <a:cubicBezTo>
                      <a:pt x="713" y="384"/>
                      <a:pt x="603" y="1041"/>
                      <a:pt x="603" y="140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346;p33">
                <a:extLst>
                  <a:ext uri="{FF2B5EF4-FFF2-40B4-BE49-F238E27FC236}">
                    <a16:creationId xmlns:a16="http://schemas.microsoft.com/office/drawing/2014/main" id="{FEDC34F7-C599-13FC-39B2-87521DC0F514}"/>
                  </a:ext>
                </a:extLst>
              </p:cNvPr>
              <p:cNvSpPr/>
              <p:nvPr/>
            </p:nvSpPr>
            <p:spPr>
              <a:xfrm>
                <a:off x="3350700" y="1440484"/>
                <a:ext cx="110866" cy="104489"/>
              </a:xfrm>
              <a:custGeom>
                <a:avLst/>
                <a:gdLst/>
                <a:ahLst/>
                <a:cxnLst/>
                <a:rect l="l" t="t" r="r" b="b"/>
                <a:pathLst>
                  <a:path w="2538" h="2392" extrusionOk="0">
                    <a:moveTo>
                      <a:pt x="1716" y="0"/>
                    </a:moveTo>
                    <a:cubicBezTo>
                      <a:pt x="1534" y="0"/>
                      <a:pt x="1406" y="256"/>
                      <a:pt x="1278" y="511"/>
                    </a:cubicBezTo>
                    <a:lnTo>
                      <a:pt x="1223" y="621"/>
                    </a:lnTo>
                    <a:cubicBezTo>
                      <a:pt x="1187" y="676"/>
                      <a:pt x="1150" y="749"/>
                      <a:pt x="1114" y="822"/>
                    </a:cubicBezTo>
                    <a:lnTo>
                      <a:pt x="1041" y="785"/>
                    </a:lnTo>
                    <a:lnTo>
                      <a:pt x="895" y="730"/>
                    </a:lnTo>
                    <a:cubicBezTo>
                      <a:pt x="712" y="657"/>
                      <a:pt x="530" y="603"/>
                      <a:pt x="329" y="584"/>
                    </a:cubicBezTo>
                    <a:cubicBezTo>
                      <a:pt x="128" y="584"/>
                      <a:pt x="73" y="676"/>
                      <a:pt x="55" y="749"/>
                    </a:cubicBezTo>
                    <a:cubicBezTo>
                      <a:pt x="0" y="986"/>
                      <a:pt x="365" y="1205"/>
                      <a:pt x="840" y="1406"/>
                    </a:cubicBezTo>
                    <a:cubicBezTo>
                      <a:pt x="822" y="1461"/>
                      <a:pt x="804" y="1497"/>
                      <a:pt x="785" y="1552"/>
                    </a:cubicBezTo>
                    <a:cubicBezTo>
                      <a:pt x="658" y="1826"/>
                      <a:pt x="548" y="2118"/>
                      <a:pt x="621" y="2282"/>
                    </a:cubicBezTo>
                    <a:cubicBezTo>
                      <a:pt x="639" y="2337"/>
                      <a:pt x="694" y="2373"/>
                      <a:pt x="767" y="2392"/>
                    </a:cubicBezTo>
                    <a:lnTo>
                      <a:pt x="804" y="2392"/>
                    </a:lnTo>
                    <a:cubicBezTo>
                      <a:pt x="1023" y="2392"/>
                      <a:pt x="1242" y="2045"/>
                      <a:pt x="1461" y="1625"/>
                    </a:cubicBezTo>
                    <a:cubicBezTo>
                      <a:pt x="1607" y="1661"/>
                      <a:pt x="1753" y="1698"/>
                      <a:pt x="1881" y="1734"/>
                    </a:cubicBezTo>
                    <a:cubicBezTo>
                      <a:pt x="1972" y="1771"/>
                      <a:pt x="2081" y="1789"/>
                      <a:pt x="2191" y="1807"/>
                    </a:cubicBezTo>
                    <a:cubicBezTo>
                      <a:pt x="2392" y="1807"/>
                      <a:pt x="2465" y="1716"/>
                      <a:pt x="2501" y="1643"/>
                    </a:cubicBezTo>
                    <a:cubicBezTo>
                      <a:pt x="2538" y="1424"/>
                      <a:pt x="2246" y="1296"/>
                      <a:pt x="1972" y="1168"/>
                    </a:cubicBezTo>
                    <a:lnTo>
                      <a:pt x="1862" y="1132"/>
                    </a:lnTo>
                    <a:cubicBezTo>
                      <a:pt x="1808" y="1095"/>
                      <a:pt x="1753" y="1077"/>
                      <a:pt x="1698" y="1041"/>
                    </a:cubicBezTo>
                    <a:cubicBezTo>
                      <a:pt x="1753" y="895"/>
                      <a:pt x="1808" y="749"/>
                      <a:pt x="1844" y="621"/>
                    </a:cubicBezTo>
                    <a:cubicBezTo>
                      <a:pt x="1899" y="493"/>
                      <a:pt x="2027" y="91"/>
                      <a:pt x="17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347;p33">
                <a:extLst>
                  <a:ext uri="{FF2B5EF4-FFF2-40B4-BE49-F238E27FC236}">
                    <a16:creationId xmlns:a16="http://schemas.microsoft.com/office/drawing/2014/main" id="{BEDAE542-1D9D-A01B-1F6F-289A1A8C0726}"/>
                  </a:ext>
                </a:extLst>
              </p:cNvPr>
              <p:cNvSpPr/>
              <p:nvPr/>
            </p:nvSpPr>
            <p:spPr>
              <a:xfrm>
                <a:off x="3698364" y="1017032"/>
                <a:ext cx="429879" cy="256023"/>
              </a:xfrm>
              <a:custGeom>
                <a:avLst/>
                <a:gdLst/>
                <a:ahLst/>
                <a:cxnLst/>
                <a:rect l="l" t="t" r="r" b="b"/>
                <a:pathLst>
                  <a:path w="9841" h="5861" extrusionOk="0">
                    <a:moveTo>
                      <a:pt x="475" y="1"/>
                    </a:moveTo>
                    <a:lnTo>
                      <a:pt x="1" y="986"/>
                    </a:lnTo>
                    <a:cubicBezTo>
                      <a:pt x="201" y="1096"/>
                      <a:pt x="402" y="1187"/>
                      <a:pt x="585" y="1279"/>
                    </a:cubicBezTo>
                    <a:cubicBezTo>
                      <a:pt x="3195" y="2556"/>
                      <a:pt x="5696" y="4017"/>
                      <a:pt x="8215" y="5313"/>
                    </a:cubicBezTo>
                    <a:cubicBezTo>
                      <a:pt x="8544" y="5477"/>
                      <a:pt x="8946" y="5714"/>
                      <a:pt x="9274" y="5861"/>
                    </a:cubicBezTo>
                    <a:cubicBezTo>
                      <a:pt x="9438" y="5550"/>
                      <a:pt x="9621" y="5240"/>
                      <a:pt x="9767" y="4893"/>
                    </a:cubicBezTo>
                    <a:cubicBezTo>
                      <a:pt x="9804" y="4856"/>
                      <a:pt x="9822" y="4802"/>
                      <a:pt x="9840" y="4747"/>
                    </a:cubicBezTo>
                    <a:cubicBezTo>
                      <a:pt x="9493" y="4546"/>
                      <a:pt x="9128" y="4364"/>
                      <a:pt x="8781" y="4199"/>
                    </a:cubicBezTo>
                    <a:cubicBezTo>
                      <a:pt x="7193" y="3341"/>
                      <a:pt x="5787" y="2593"/>
                      <a:pt x="4163" y="1790"/>
                    </a:cubicBezTo>
                    <a:cubicBezTo>
                      <a:pt x="3177" y="1297"/>
                      <a:pt x="2155" y="840"/>
                      <a:pt x="1096" y="311"/>
                    </a:cubicBezTo>
                    <a:lnTo>
                      <a:pt x="4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348;p33">
                <a:extLst>
                  <a:ext uri="{FF2B5EF4-FFF2-40B4-BE49-F238E27FC236}">
                    <a16:creationId xmlns:a16="http://schemas.microsoft.com/office/drawing/2014/main" id="{4353CFE5-A521-3435-7646-F24A00346D4C}"/>
                  </a:ext>
                </a:extLst>
              </p:cNvPr>
              <p:cNvSpPr/>
              <p:nvPr/>
            </p:nvSpPr>
            <p:spPr>
              <a:xfrm>
                <a:off x="3646513" y="1121519"/>
                <a:ext cx="427477" cy="253621"/>
              </a:xfrm>
              <a:custGeom>
                <a:avLst/>
                <a:gdLst/>
                <a:ahLst/>
                <a:cxnLst/>
                <a:rect l="l" t="t" r="r" b="b"/>
                <a:pathLst>
                  <a:path w="9786" h="5806" extrusionOk="0">
                    <a:moveTo>
                      <a:pt x="494" y="0"/>
                    </a:moveTo>
                    <a:lnTo>
                      <a:pt x="1" y="986"/>
                    </a:lnTo>
                    <a:lnTo>
                      <a:pt x="220" y="1095"/>
                    </a:lnTo>
                    <a:cubicBezTo>
                      <a:pt x="2812" y="2373"/>
                      <a:pt x="5313" y="3815"/>
                      <a:pt x="7832" y="5130"/>
                    </a:cubicBezTo>
                    <a:cubicBezTo>
                      <a:pt x="8325" y="5385"/>
                      <a:pt x="8982" y="5787"/>
                      <a:pt x="9293" y="5805"/>
                    </a:cubicBezTo>
                    <a:cubicBezTo>
                      <a:pt x="9457" y="5458"/>
                      <a:pt x="9621" y="5093"/>
                      <a:pt x="9786" y="4728"/>
                    </a:cubicBezTo>
                    <a:cubicBezTo>
                      <a:pt x="9366" y="4454"/>
                      <a:pt x="8873" y="4235"/>
                      <a:pt x="8417" y="3998"/>
                    </a:cubicBezTo>
                    <a:cubicBezTo>
                      <a:pt x="6828" y="3158"/>
                      <a:pt x="5404" y="2410"/>
                      <a:pt x="3780" y="1588"/>
                    </a:cubicBezTo>
                    <a:cubicBezTo>
                      <a:pt x="2794" y="1114"/>
                      <a:pt x="1790" y="639"/>
                      <a:pt x="713" y="110"/>
                    </a:cubicBezTo>
                    <a:lnTo>
                      <a:pt x="4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349;p33">
                <a:extLst>
                  <a:ext uri="{FF2B5EF4-FFF2-40B4-BE49-F238E27FC236}">
                    <a16:creationId xmlns:a16="http://schemas.microsoft.com/office/drawing/2014/main" id="{A0FBA05E-2FA6-6EF2-AC55-938BCDDFB37F}"/>
                  </a:ext>
                </a:extLst>
              </p:cNvPr>
              <p:cNvSpPr/>
              <p:nvPr/>
            </p:nvSpPr>
            <p:spPr>
              <a:xfrm>
                <a:off x="3596279" y="1223560"/>
                <a:ext cx="428263" cy="253621"/>
              </a:xfrm>
              <a:custGeom>
                <a:avLst/>
                <a:gdLst/>
                <a:ahLst/>
                <a:cxnLst/>
                <a:rect l="l" t="t" r="r" b="b"/>
                <a:pathLst>
                  <a:path w="9804" h="5806" extrusionOk="0">
                    <a:moveTo>
                      <a:pt x="494" y="1"/>
                    </a:moveTo>
                    <a:lnTo>
                      <a:pt x="1" y="968"/>
                    </a:lnTo>
                    <a:cubicBezTo>
                      <a:pt x="293" y="1114"/>
                      <a:pt x="567" y="1260"/>
                      <a:pt x="822" y="1388"/>
                    </a:cubicBezTo>
                    <a:cubicBezTo>
                      <a:pt x="3415" y="2648"/>
                      <a:pt x="5934" y="4108"/>
                      <a:pt x="8435" y="5404"/>
                    </a:cubicBezTo>
                    <a:cubicBezTo>
                      <a:pt x="8672" y="5532"/>
                      <a:pt x="8909" y="5678"/>
                      <a:pt x="9165" y="5806"/>
                    </a:cubicBezTo>
                    <a:cubicBezTo>
                      <a:pt x="9384" y="5441"/>
                      <a:pt x="9585" y="5057"/>
                      <a:pt x="9804" y="4692"/>
                    </a:cubicBezTo>
                    <a:cubicBezTo>
                      <a:pt x="9530" y="4546"/>
                      <a:pt x="9274" y="4418"/>
                      <a:pt x="9019" y="4291"/>
                    </a:cubicBezTo>
                    <a:cubicBezTo>
                      <a:pt x="7431" y="3451"/>
                      <a:pt x="6007" y="2684"/>
                      <a:pt x="4382" y="1881"/>
                    </a:cubicBezTo>
                    <a:cubicBezTo>
                      <a:pt x="3396" y="1406"/>
                      <a:pt x="2374" y="932"/>
                      <a:pt x="1315" y="402"/>
                    </a:cubicBezTo>
                    <a:cubicBezTo>
                      <a:pt x="1060" y="275"/>
                      <a:pt x="804" y="147"/>
                      <a:pt x="4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350;p33">
                <a:extLst>
                  <a:ext uri="{FF2B5EF4-FFF2-40B4-BE49-F238E27FC236}">
                    <a16:creationId xmlns:a16="http://schemas.microsoft.com/office/drawing/2014/main" id="{1ECCE16B-BE2C-0962-C668-A95387858973}"/>
                  </a:ext>
                </a:extLst>
              </p:cNvPr>
              <p:cNvSpPr/>
              <p:nvPr/>
            </p:nvSpPr>
            <p:spPr>
              <a:xfrm>
                <a:off x="3545259" y="1327217"/>
                <a:ext cx="420269" cy="249645"/>
              </a:xfrm>
              <a:custGeom>
                <a:avLst/>
                <a:gdLst/>
                <a:ahLst/>
                <a:cxnLst/>
                <a:rect l="l" t="t" r="r" b="b"/>
                <a:pathLst>
                  <a:path w="9621" h="5715" extrusionOk="0">
                    <a:moveTo>
                      <a:pt x="493" y="1"/>
                    </a:moveTo>
                    <a:lnTo>
                      <a:pt x="1" y="1005"/>
                    </a:lnTo>
                    <a:lnTo>
                      <a:pt x="420" y="1224"/>
                    </a:lnTo>
                    <a:cubicBezTo>
                      <a:pt x="3031" y="2484"/>
                      <a:pt x="5532" y="3944"/>
                      <a:pt x="8051" y="5240"/>
                    </a:cubicBezTo>
                    <a:cubicBezTo>
                      <a:pt x="8325" y="5386"/>
                      <a:pt x="8653" y="5587"/>
                      <a:pt x="8946" y="5715"/>
                    </a:cubicBezTo>
                    <a:lnTo>
                      <a:pt x="9621" y="4638"/>
                    </a:lnTo>
                    <a:cubicBezTo>
                      <a:pt x="9292" y="4455"/>
                      <a:pt x="8946" y="4291"/>
                      <a:pt x="8617" y="4127"/>
                    </a:cubicBezTo>
                    <a:cubicBezTo>
                      <a:pt x="7047" y="3269"/>
                      <a:pt x="5623" y="2520"/>
                      <a:pt x="3998" y="1717"/>
                    </a:cubicBezTo>
                    <a:cubicBezTo>
                      <a:pt x="3013" y="1224"/>
                      <a:pt x="1990" y="768"/>
                      <a:pt x="932" y="238"/>
                    </a:cubicBezTo>
                    <a:lnTo>
                      <a:pt x="4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351;p33">
                <a:extLst>
                  <a:ext uri="{FF2B5EF4-FFF2-40B4-BE49-F238E27FC236}">
                    <a16:creationId xmlns:a16="http://schemas.microsoft.com/office/drawing/2014/main" id="{251C8516-3869-5808-C526-127F5F1FDBD2}"/>
                  </a:ext>
                </a:extLst>
              </p:cNvPr>
              <p:cNvSpPr/>
              <p:nvPr/>
            </p:nvSpPr>
            <p:spPr>
              <a:xfrm>
                <a:off x="3499830" y="1421308"/>
                <a:ext cx="425031" cy="253664"/>
              </a:xfrm>
              <a:custGeom>
                <a:avLst/>
                <a:gdLst/>
                <a:ahLst/>
                <a:cxnLst/>
                <a:rect l="l" t="t" r="r" b="b"/>
                <a:pathLst>
                  <a:path w="9730" h="5807" extrusionOk="0">
                    <a:moveTo>
                      <a:pt x="475" y="1"/>
                    </a:moveTo>
                    <a:lnTo>
                      <a:pt x="0" y="987"/>
                    </a:lnTo>
                    <a:lnTo>
                      <a:pt x="475" y="1224"/>
                    </a:lnTo>
                    <a:cubicBezTo>
                      <a:pt x="3067" y="2502"/>
                      <a:pt x="5586" y="3944"/>
                      <a:pt x="8087" y="5258"/>
                    </a:cubicBezTo>
                    <a:cubicBezTo>
                      <a:pt x="8434" y="5423"/>
                      <a:pt x="8835" y="5660"/>
                      <a:pt x="9146" y="5806"/>
                    </a:cubicBezTo>
                    <a:cubicBezTo>
                      <a:pt x="9328" y="5477"/>
                      <a:pt x="9511" y="5167"/>
                      <a:pt x="9657" y="4839"/>
                    </a:cubicBezTo>
                    <a:cubicBezTo>
                      <a:pt x="9693" y="4784"/>
                      <a:pt x="9712" y="4729"/>
                      <a:pt x="9730" y="4674"/>
                    </a:cubicBezTo>
                    <a:cubicBezTo>
                      <a:pt x="9383" y="4492"/>
                      <a:pt x="9018" y="4309"/>
                      <a:pt x="8671" y="4127"/>
                    </a:cubicBezTo>
                    <a:cubicBezTo>
                      <a:pt x="7083" y="3287"/>
                      <a:pt x="5659" y="2538"/>
                      <a:pt x="4034" y="1717"/>
                    </a:cubicBezTo>
                    <a:cubicBezTo>
                      <a:pt x="3049" y="1242"/>
                      <a:pt x="2045" y="768"/>
                      <a:pt x="986" y="238"/>
                    </a:cubicBezTo>
                    <a:lnTo>
                      <a:pt x="4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352;p33">
                <a:extLst>
                  <a:ext uri="{FF2B5EF4-FFF2-40B4-BE49-F238E27FC236}">
                    <a16:creationId xmlns:a16="http://schemas.microsoft.com/office/drawing/2014/main" id="{FDFB9282-8BE6-0256-7DC4-B97380A4797D}"/>
                  </a:ext>
                </a:extLst>
              </p:cNvPr>
              <p:cNvSpPr/>
              <p:nvPr/>
            </p:nvSpPr>
            <p:spPr>
              <a:xfrm>
                <a:off x="3447979" y="1525795"/>
                <a:ext cx="422672" cy="251218"/>
              </a:xfrm>
              <a:custGeom>
                <a:avLst/>
                <a:gdLst/>
                <a:ahLst/>
                <a:cxnLst/>
                <a:rect l="l" t="t" r="r" b="b"/>
                <a:pathLst>
                  <a:path w="9676" h="5751" extrusionOk="0">
                    <a:moveTo>
                      <a:pt x="493" y="0"/>
                    </a:moveTo>
                    <a:lnTo>
                      <a:pt x="0" y="986"/>
                    </a:lnTo>
                    <a:lnTo>
                      <a:pt x="92" y="1041"/>
                    </a:lnTo>
                    <a:cubicBezTo>
                      <a:pt x="2702" y="2301"/>
                      <a:pt x="5221" y="3761"/>
                      <a:pt x="7722" y="5057"/>
                    </a:cubicBezTo>
                    <a:cubicBezTo>
                      <a:pt x="8215" y="5313"/>
                      <a:pt x="8872" y="5714"/>
                      <a:pt x="9183" y="5751"/>
                    </a:cubicBezTo>
                    <a:cubicBezTo>
                      <a:pt x="9347" y="5386"/>
                      <a:pt x="9511" y="5039"/>
                      <a:pt x="9676" y="4674"/>
                    </a:cubicBezTo>
                    <a:cubicBezTo>
                      <a:pt x="9256" y="4400"/>
                      <a:pt x="8763" y="4181"/>
                      <a:pt x="8307" y="3943"/>
                    </a:cubicBezTo>
                    <a:cubicBezTo>
                      <a:pt x="6718" y="3085"/>
                      <a:pt x="5294" y="2337"/>
                      <a:pt x="3670" y="1534"/>
                    </a:cubicBezTo>
                    <a:cubicBezTo>
                      <a:pt x="2684" y="1041"/>
                      <a:pt x="1662" y="585"/>
                      <a:pt x="603" y="55"/>
                    </a:cubicBezTo>
                    <a:lnTo>
                      <a:pt x="4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353;p33">
                <a:extLst>
                  <a:ext uri="{FF2B5EF4-FFF2-40B4-BE49-F238E27FC236}">
                    <a16:creationId xmlns:a16="http://schemas.microsoft.com/office/drawing/2014/main" id="{D863CC11-8A64-3BE7-7E74-12C93DB270BD}"/>
                  </a:ext>
                </a:extLst>
              </p:cNvPr>
              <p:cNvSpPr/>
              <p:nvPr/>
            </p:nvSpPr>
            <p:spPr>
              <a:xfrm>
                <a:off x="3398531" y="1627050"/>
                <a:ext cx="422672" cy="251262"/>
              </a:xfrm>
              <a:custGeom>
                <a:avLst/>
                <a:gdLst/>
                <a:ahLst/>
                <a:cxnLst/>
                <a:rect l="l" t="t" r="r" b="b"/>
                <a:pathLst>
                  <a:path w="9676" h="5752" extrusionOk="0">
                    <a:moveTo>
                      <a:pt x="475" y="1"/>
                    </a:moveTo>
                    <a:lnTo>
                      <a:pt x="1" y="987"/>
                    </a:lnTo>
                    <a:cubicBezTo>
                      <a:pt x="238" y="1114"/>
                      <a:pt x="475" y="1224"/>
                      <a:pt x="694" y="1333"/>
                    </a:cubicBezTo>
                    <a:cubicBezTo>
                      <a:pt x="3287" y="2611"/>
                      <a:pt x="5787" y="4072"/>
                      <a:pt x="8307" y="5368"/>
                    </a:cubicBezTo>
                    <a:cubicBezTo>
                      <a:pt x="8544" y="5477"/>
                      <a:pt x="8800" y="5623"/>
                      <a:pt x="9037" y="5751"/>
                    </a:cubicBezTo>
                    <a:cubicBezTo>
                      <a:pt x="9256" y="5386"/>
                      <a:pt x="9475" y="5021"/>
                      <a:pt x="9676" y="4638"/>
                    </a:cubicBezTo>
                    <a:cubicBezTo>
                      <a:pt x="9420" y="4510"/>
                      <a:pt x="9146" y="4382"/>
                      <a:pt x="8891" y="4254"/>
                    </a:cubicBezTo>
                    <a:cubicBezTo>
                      <a:pt x="7303" y="3396"/>
                      <a:pt x="5879" y="2648"/>
                      <a:pt x="4254" y="1845"/>
                    </a:cubicBezTo>
                    <a:cubicBezTo>
                      <a:pt x="3268" y="1352"/>
                      <a:pt x="2264" y="895"/>
                      <a:pt x="1187" y="366"/>
                    </a:cubicBezTo>
                    <a:cubicBezTo>
                      <a:pt x="968" y="238"/>
                      <a:pt x="731" y="129"/>
                      <a:pt x="4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354;p33">
                <a:extLst>
                  <a:ext uri="{FF2B5EF4-FFF2-40B4-BE49-F238E27FC236}">
                    <a16:creationId xmlns:a16="http://schemas.microsoft.com/office/drawing/2014/main" id="{D6E4E231-1E3B-6543-C02B-143C45E63C85}"/>
                  </a:ext>
                </a:extLst>
              </p:cNvPr>
              <p:cNvSpPr/>
              <p:nvPr/>
            </p:nvSpPr>
            <p:spPr>
              <a:xfrm>
                <a:off x="3346725" y="1731537"/>
                <a:ext cx="415464" cy="247243"/>
              </a:xfrm>
              <a:custGeom>
                <a:avLst/>
                <a:gdLst/>
                <a:ahLst/>
                <a:cxnLst/>
                <a:rect l="l" t="t" r="r" b="b"/>
                <a:pathLst>
                  <a:path w="9511" h="5660" extrusionOk="0">
                    <a:moveTo>
                      <a:pt x="493" y="0"/>
                    </a:moveTo>
                    <a:lnTo>
                      <a:pt x="0" y="1004"/>
                    </a:lnTo>
                    <a:lnTo>
                      <a:pt x="310" y="1150"/>
                    </a:lnTo>
                    <a:cubicBezTo>
                      <a:pt x="2921" y="2428"/>
                      <a:pt x="5422" y="3870"/>
                      <a:pt x="7941" y="5185"/>
                    </a:cubicBezTo>
                    <a:cubicBezTo>
                      <a:pt x="8215" y="5331"/>
                      <a:pt x="8543" y="5513"/>
                      <a:pt x="8836" y="5659"/>
                    </a:cubicBezTo>
                    <a:lnTo>
                      <a:pt x="9511" y="4564"/>
                    </a:lnTo>
                    <a:cubicBezTo>
                      <a:pt x="9182" y="4400"/>
                      <a:pt x="8836" y="4235"/>
                      <a:pt x="8507" y="4053"/>
                    </a:cubicBezTo>
                    <a:cubicBezTo>
                      <a:pt x="6919" y="3213"/>
                      <a:pt x="5513" y="2465"/>
                      <a:pt x="3888" y="1661"/>
                    </a:cubicBezTo>
                    <a:cubicBezTo>
                      <a:pt x="2903" y="1169"/>
                      <a:pt x="1880" y="712"/>
                      <a:pt x="822" y="164"/>
                    </a:cubicBezTo>
                    <a:lnTo>
                      <a:pt x="4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355;p33">
                <a:extLst>
                  <a:ext uri="{FF2B5EF4-FFF2-40B4-BE49-F238E27FC236}">
                    <a16:creationId xmlns:a16="http://schemas.microsoft.com/office/drawing/2014/main" id="{31FDBE61-9653-9097-DC99-7B077359BF89}"/>
                  </a:ext>
                </a:extLst>
              </p:cNvPr>
              <p:cNvSpPr/>
              <p:nvPr/>
            </p:nvSpPr>
            <p:spPr>
              <a:xfrm>
                <a:off x="3114643" y="2036917"/>
                <a:ext cx="50279" cy="90161"/>
              </a:xfrm>
              <a:custGeom>
                <a:avLst/>
                <a:gdLst/>
                <a:ahLst/>
                <a:cxnLst/>
                <a:rect l="l" t="t" r="r" b="b"/>
                <a:pathLst>
                  <a:path w="1151" h="2064" extrusionOk="0">
                    <a:moveTo>
                      <a:pt x="1" y="1"/>
                    </a:moveTo>
                    <a:lnTo>
                      <a:pt x="256" y="1005"/>
                    </a:lnTo>
                    <a:cubicBezTo>
                      <a:pt x="329" y="1297"/>
                      <a:pt x="402" y="1589"/>
                      <a:pt x="457" y="1826"/>
                    </a:cubicBezTo>
                    <a:cubicBezTo>
                      <a:pt x="494" y="1899"/>
                      <a:pt x="512" y="2027"/>
                      <a:pt x="603" y="2064"/>
                    </a:cubicBezTo>
                    <a:lnTo>
                      <a:pt x="622" y="2064"/>
                    </a:lnTo>
                    <a:cubicBezTo>
                      <a:pt x="822" y="1461"/>
                      <a:pt x="950" y="804"/>
                      <a:pt x="11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356;p33">
                <a:extLst>
                  <a:ext uri="{FF2B5EF4-FFF2-40B4-BE49-F238E27FC236}">
                    <a16:creationId xmlns:a16="http://schemas.microsoft.com/office/drawing/2014/main" id="{AD5658FF-427F-19C8-92AF-D0E5AD7E13B1}"/>
                  </a:ext>
                </a:extLst>
              </p:cNvPr>
              <p:cNvSpPr/>
              <p:nvPr/>
            </p:nvSpPr>
            <p:spPr>
              <a:xfrm>
                <a:off x="3089919" y="1912554"/>
                <a:ext cx="98155" cy="125238"/>
              </a:xfrm>
              <a:custGeom>
                <a:avLst/>
                <a:gdLst/>
                <a:ahLst/>
                <a:cxnLst/>
                <a:rect l="l" t="t" r="r" b="b"/>
                <a:pathLst>
                  <a:path w="2247" h="2867" extrusionOk="0">
                    <a:moveTo>
                      <a:pt x="1114" y="0"/>
                    </a:moveTo>
                    <a:cubicBezTo>
                      <a:pt x="968" y="0"/>
                      <a:pt x="804" y="0"/>
                      <a:pt x="658" y="18"/>
                    </a:cubicBezTo>
                    <a:cubicBezTo>
                      <a:pt x="494" y="18"/>
                      <a:pt x="330" y="55"/>
                      <a:pt x="183" y="110"/>
                    </a:cubicBezTo>
                    <a:cubicBezTo>
                      <a:pt x="74" y="256"/>
                      <a:pt x="1" y="438"/>
                      <a:pt x="1" y="639"/>
                    </a:cubicBezTo>
                    <a:cubicBezTo>
                      <a:pt x="37" y="822"/>
                      <a:pt x="92" y="1004"/>
                      <a:pt x="147" y="1168"/>
                    </a:cubicBezTo>
                    <a:cubicBezTo>
                      <a:pt x="293" y="1734"/>
                      <a:pt x="439" y="2300"/>
                      <a:pt x="585" y="2866"/>
                    </a:cubicBezTo>
                    <a:lnTo>
                      <a:pt x="1717" y="2848"/>
                    </a:lnTo>
                    <a:cubicBezTo>
                      <a:pt x="1717" y="2830"/>
                      <a:pt x="1735" y="2793"/>
                      <a:pt x="1735" y="2757"/>
                    </a:cubicBezTo>
                    <a:cubicBezTo>
                      <a:pt x="1863" y="2264"/>
                      <a:pt x="2009" y="1753"/>
                      <a:pt x="2137" y="1241"/>
                    </a:cubicBezTo>
                    <a:cubicBezTo>
                      <a:pt x="2192" y="1059"/>
                      <a:pt x="2228" y="895"/>
                      <a:pt x="2246" y="712"/>
                    </a:cubicBezTo>
                    <a:cubicBezTo>
                      <a:pt x="2173" y="511"/>
                      <a:pt x="2045" y="310"/>
                      <a:pt x="1918" y="146"/>
                    </a:cubicBezTo>
                    <a:cubicBezTo>
                      <a:pt x="1772" y="18"/>
                      <a:pt x="1352" y="0"/>
                      <a:pt x="11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357;p33">
                <a:extLst>
                  <a:ext uri="{FF2B5EF4-FFF2-40B4-BE49-F238E27FC236}">
                    <a16:creationId xmlns:a16="http://schemas.microsoft.com/office/drawing/2014/main" id="{F629BFAC-AD29-20B2-1467-03E4E972CD70}"/>
                  </a:ext>
                </a:extLst>
              </p:cNvPr>
              <p:cNvSpPr/>
              <p:nvPr/>
            </p:nvSpPr>
            <p:spPr>
              <a:xfrm>
                <a:off x="3089133" y="1313676"/>
                <a:ext cx="113269" cy="630819"/>
              </a:xfrm>
              <a:custGeom>
                <a:avLst/>
                <a:gdLst/>
                <a:ahLst/>
                <a:cxnLst/>
                <a:rect l="l" t="t" r="r" b="b"/>
                <a:pathLst>
                  <a:path w="2593" h="14441" extrusionOk="0">
                    <a:moveTo>
                      <a:pt x="1863" y="14002"/>
                    </a:moveTo>
                    <a:cubicBezTo>
                      <a:pt x="1735" y="14130"/>
                      <a:pt x="1607" y="14239"/>
                      <a:pt x="1461" y="14331"/>
                    </a:cubicBezTo>
                    <a:cubicBezTo>
                      <a:pt x="1352" y="14203"/>
                      <a:pt x="1242" y="14057"/>
                      <a:pt x="1151" y="13911"/>
                    </a:cubicBezTo>
                    <a:cubicBezTo>
                      <a:pt x="1023" y="13966"/>
                      <a:pt x="950" y="14203"/>
                      <a:pt x="767" y="14294"/>
                    </a:cubicBezTo>
                    <a:cubicBezTo>
                      <a:pt x="658" y="14166"/>
                      <a:pt x="548" y="14057"/>
                      <a:pt x="439" y="13929"/>
                    </a:cubicBezTo>
                    <a:cubicBezTo>
                      <a:pt x="274" y="14039"/>
                      <a:pt x="238" y="14294"/>
                      <a:pt x="55" y="14349"/>
                    </a:cubicBezTo>
                    <a:cubicBezTo>
                      <a:pt x="1" y="14057"/>
                      <a:pt x="1" y="13747"/>
                      <a:pt x="37" y="13455"/>
                    </a:cubicBezTo>
                    <a:cubicBezTo>
                      <a:pt x="165" y="9000"/>
                      <a:pt x="238" y="4473"/>
                      <a:pt x="384" y="1"/>
                    </a:cubicBezTo>
                    <a:cubicBezTo>
                      <a:pt x="1132" y="1"/>
                      <a:pt x="1844" y="19"/>
                      <a:pt x="2556" y="55"/>
                    </a:cubicBezTo>
                    <a:cubicBezTo>
                      <a:pt x="2593" y="183"/>
                      <a:pt x="2593" y="329"/>
                      <a:pt x="2575" y="475"/>
                    </a:cubicBezTo>
                    <a:cubicBezTo>
                      <a:pt x="2465" y="4747"/>
                      <a:pt x="2392" y="9146"/>
                      <a:pt x="2283" y="13455"/>
                    </a:cubicBezTo>
                    <a:cubicBezTo>
                      <a:pt x="2283" y="13783"/>
                      <a:pt x="2283" y="14112"/>
                      <a:pt x="2246" y="14422"/>
                    </a:cubicBezTo>
                    <a:cubicBezTo>
                      <a:pt x="2082" y="14440"/>
                      <a:pt x="1990" y="14130"/>
                      <a:pt x="1863" y="1400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358;p33">
                <a:extLst>
                  <a:ext uri="{FF2B5EF4-FFF2-40B4-BE49-F238E27FC236}">
                    <a16:creationId xmlns:a16="http://schemas.microsoft.com/office/drawing/2014/main" id="{91026C9E-EEE8-E0BA-5FF0-37ECDFFEEAF8}"/>
                  </a:ext>
                </a:extLst>
              </p:cNvPr>
              <p:cNvSpPr/>
              <p:nvPr/>
            </p:nvSpPr>
            <p:spPr>
              <a:xfrm>
                <a:off x="3106693" y="1247498"/>
                <a:ext cx="98111" cy="75789"/>
              </a:xfrm>
              <a:custGeom>
                <a:avLst/>
                <a:gdLst/>
                <a:ahLst/>
                <a:cxnLst/>
                <a:rect l="l" t="t" r="r" b="b"/>
                <a:pathLst>
                  <a:path w="2246" h="1735" extrusionOk="0">
                    <a:moveTo>
                      <a:pt x="2173" y="1607"/>
                    </a:moveTo>
                    <a:cubicBezTo>
                      <a:pt x="1369" y="1735"/>
                      <a:pt x="730" y="1570"/>
                      <a:pt x="19" y="1534"/>
                    </a:cubicBezTo>
                    <a:cubicBezTo>
                      <a:pt x="0" y="1096"/>
                      <a:pt x="219" y="694"/>
                      <a:pt x="584" y="457"/>
                    </a:cubicBezTo>
                    <a:cubicBezTo>
                      <a:pt x="1388" y="0"/>
                      <a:pt x="2246" y="658"/>
                      <a:pt x="2173" y="1607"/>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359;p33">
                <a:extLst>
                  <a:ext uri="{FF2B5EF4-FFF2-40B4-BE49-F238E27FC236}">
                    <a16:creationId xmlns:a16="http://schemas.microsoft.com/office/drawing/2014/main" id="{DECCB7B2-4E01-48C3-1BD2-A046B8C657E7}"/>
                  </a:ext>
                </a:extLst>
              </p:cNvPr>
              <p:cNvSpPr/>
              <p:nvPr/>
            </p:nvSpPr>
            <p:spPr>
              <a:xfrm>
                <a:off x="3094724" y="1312890"/>
                <a:ext cx="115671" cy="97325"/>
              </a:xfrm>
              <a:custGeom>
                <a:avLst/>
                <a:gdLst/>
                <a:ahLst/>
                <a:cxnLst/>
                <a:rect l="l" t="t" r="r" b="b"/>
                <a:pathLst>
                  <a:path w="2648" h="2228" extrusionOk="0">
                    <a:moveTo>
                      <a:pt x="183" y="2191"/>
                    </a:moveTo>
                    <a:cubicBezTo>
                      <a:pt x="201" y="1990"/>
                      <a:pt x="165" y="1808"/>
                      <a:pt x="73" y="1643"/>
                    </a:cubicBezTo>
                    <a:cubicBezTo>
                      <a:pt x="73" y="1552"/>
                      <a:pt x="146" y="1479"/>
                      <a:pt x="183" y="1388"/>
                    </a:cubicBezTo>
                    <a:cubicBezTo>
                      <a:pt x="0" y="1169"/>
                      <a:pt x="201" y="1004"/>
                      <a:pt x="201" y="840"/>
                    </a:cubicBezTo>
                    <a:cubicBezTo>
                      <a:pt x="201" y="767"/>
                      <a:pt x="146" y="694"/>
                      <a:pt x="146" y="639"/>
                    </a:cubicBezTo>
                    <a:cubicBezTo>
                      <a:pt x="146" y="511"/>
                      <a:pt x="220" y="457"/>
                      <a:pt x="238" y="329"/>
                    </a:cubicBezTo>
                    <a:cubicBezTo>
                      <a:pt x="256" y="219"/>
                      <a:pt x="183" y="146"/>
                      <a:pt x="238" y="55"/>
                    </a:cubicBezTo>
                    <a:cubicBezTo>
                      <a:pt x="603" y="0"/>
                      <a:pt x="986" y="0"/>
                      <a:pt x="1370" y="55"/>
                    </a:cubicBezTo>
                    <a:cubicBezTo>
                      <a:pt x="1735" y="55"/>
                      <a:pt x="2100" y="73"/>
                      <a:pt x="2483" y="110"/>
                    </a:cubicBezTo>
                    <a:cubicBezTo>
                      <a:pt x="2647" y="329"/>
                      <a:pt x="2501" y="566"/>
                      <a:pt x="2501" y="767"/>
                    </a:cubicBezTo>
                    <a:cubicBezTo>
                      <a:pt x="2501" y="895"/>
                      <a:pt x="2556" y="1004"/>
                      <a:pt x="2556" y="1132"/>
                    </a:cubicBezTo>
                    <a:cubicBezTo>
                      <a:pt x="2556" y="1315"/>
                      <a:pt x="2392" y="1479"/>
                      <a:pt x="2556" y="1771"/>
                    </a:cubicBezTo>
                    <a:cubicBezTo>
                      <a:pt x="2520" y="1917"/>
                      <a:pt x="2374" y="2008"/>
                      <a:pt x="2410" y="2191"/>
                    </a:cubicBezTo>
                    <a:cubicBezTo>
                      <a:pt x="2392" y="2209"/>
                      <a:pt x="2374" y="2227"/>
                      <a:pt x="2374" y="2209"/>
                    </a:cubicBezTo>
                    <a:cubicBezTo>
                      <a:pt x="1643" y="2209"/>
                      <a:pt x="895" y="2227"/>
                      <a:pt x="183" y="219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360;p33">
                <a:extLst>
                  <a:ext uri="{FF2B5EF4-FFF2-40B4-BE49-F238E27FC236}">
                    <a16:creationId xmlns:a16="http://schemas.microsoft.com/office/drawing/2014/main" id="{1DFB3B57-E808-6991-4C4A-FE69C5407227}"/>
                  </a:ext>
                </a:extLst>
              </p:cNvPr>
              <p:cNvSpPr/>
              <p:nvPr/>
            </p:nvSpPr>
            <p:spPr>
              <a:xfrm>
                <a:off x="3700155" y="2273410"/>
                <a:ext cx="190456" cy="202818"/>
              </a:xfrm>
              <a:custGeom>
                <a:avLst/>
                <a:gdLst/>
                <a:ahLst/>
                <a:cxnLst/>
                <a:rect l="l" t="t" r="r" b="b"/>
                <a:pathLst>
                  <a:path w="4360" h="4643" extrusionOk="0">
                    <a:moveTo>
                      <a:pt x="3275" y="0"/>
                    </a:moveTo>
                    <a:cubicBezTo>
                      <a:pt x="3119" y="0"/>
                      <a:pt x="2971" y="73"/>
                      <a:pt x="2880" y="209"/>
                    </a:cubicBezTo>
                    <a:lnTo>
                      <a:pt x="1146" y="2765"/>
                    </a:lnTo>
                    <a:cubicBezTo>
                      <a:pt x="1128" y="2802"/>
                      <a:pt x="1110" y="2820"/>
                      <a:pt x="1091" y="2856"/>
                    </a:cubicBezTo>
                    <a:lnTo>
                      <a:pt x="562" y="2510"/>
                    </a:lnTo>
                    <a:cubicBezTo>
                      <a:pt x="506" y="2464"/>
                      <a:pt x="448" y="2445"/>
                      <a:pt x="394" y="2445"/>
                    </a:cubicBezTo>
                    <a:cubicBezTo>
                      <a:pt x="167" y="2445"/>
                      <a:pt x="1" y="2786"/>
                      <a:pt x="252" y="2948"/>
                    </a:cubicBezTo>
                    <a:lnTo>
                      <a:pt x="252" y="2929"/>
                    </a:lnTo>
                    <a:lnTo>
                      <a:pt x="2680" y="4591"/>
                    </a:lnTo>
                    <a:cubicBezTo>
                      <a:pt x="2732" y="4627"/>
                      <a:pt x="2785" y="4642"/>
                      <a:pt x="2835" y="4642"/>
                    </a:cubicBezTo>
                    <a:cubicBezTo>
                      <a:pt x="3063" y="4642"/>
                      <a:pt x="3230" y="4317"/>
                      <a:pt x="2990" y="4153"/>
                    </a:cubicBezTo>
                    <a:lnTo>
                      <a:pt x="2406" y="3751"/>
                    </a:lnTo>
                    <a:cubicBezTo>
                      <a:pt x="2442" y="3714"/>
                      <a:pt x="2460" y="3696"/>
                      <a:pt x="2479" y="3660"/>
                    </a:cubicBezTo>
                    <a:lnTo>
                      <a:pt x="4213" y="1122"/>
                    </a:lnTo>
                    <a:cubicBezTo>
                      <a:pt x="4359" y="903"/>
                      <a:pt x="4304" y="593"/>
                      <a:pt x="4085" y="429"/>
                    </a:cubicBezTo>
                    <a:lnTo>
                      <a:pt x="3556" y="82"/>
                    </a:lnTo>
                    <a:cubicBezTo>
                      <a:pt x="3466" y="27"/>
                      <a:pt x="3369" y="0"/>
                      <a:pt x="3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361;p33">
                <a:extLst>
                  <a:ext uri="{FF2B5EF4-FFF2-40B4-BE49-F238E27FC236}">
                    <a16:creationId xmlns:a16="http://schemas.microsoft.com/office/drawing/2014/main" id="{1091A53B-227D-36C4-98A2-A7B7BE0EF12F}"/>
                  </a:ext>
                </a:extLst>
              </p:cNvPr>
              <p:cNvSpPr/>
              <p:nvPr/>
            </p:nvSpPr>
            <p:spPr>
              <a:xfrm>
                <a:off x="3749908" y="2207494"/>
                <a:ext cx="231211" cy="160140"/>
              </a:xfrm>
              <a:custGeom>
                <a:avLst/>
                <a:gdLst/>
                <a:ahLst/>
                <a:cxnLst/>
                <a:rect l="l" t="t" r="r" b="b"/>
                <a:pathLst>
                  <a:path w="5293" h="3666" extrusionOk="0">
                    <a:moveTo>
                      <a:pt x="571" y="1"/>
                    </a:moveTo>
                    <a:cubicBezTo>
                      <a:pt x="161" y="1"/>
                      <a:pt x="1" y="556"/>
                      <a:pt x="390" y="751"/>
                    </a:cubicBezTo>
                    <a:lnTo>
                      <a:pt x="2453" y="2157"/>
                    </a:lnTo>
                    <a:lnTo>
                      <a:pt x="4534" y="3562"/>
                    </a:lnTo>
                    <a:cubicBezTo>
                      <a:pt x="4615" y="3634"/>
                      <a:pt x="4705" y="3665"/>
                      <a:pt x="4792" y="3665"/>
                    </a:cubicBezTo>
                    <a:cubicBezTo>
                      <a:pt x="5057" y="3665"/>
                      <a:pt x="5293" y="3376"/>
                      <a:pt x="5155" y="3088"/>
                    </a:cubicBezTo>
                    <a:cubicBezTo>
                      <a:pt x="4443" y="1390"/>
                      <a:pt x="4133" y="897"/>
                      <a:pt x="3585" y="514"/>
                    </a:cubicBezTo>
                    <a:cubicBezTo>
                      <a:pt x="3019" y="130"/>
                      <a:pt x="2453" y="21"/>
                      <a:pt x="610" y="2"/>
                    </a:cubicBezTo>
                    <a:cubicBezTo>
                      <a:pt x="596" y="1"/>
                      <a:pt x="583" y="1"/>
                      <a:pt x="5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362;p33">
                <a:extLst>
                  <a:ext uri="{FF2B5EF4-FFF2-40B4-BE49-F238E27FC236}">
                    <a16:creationId xmlns:a16="http://schemas.microsoft.com/office/drawing/2014/main" id="{EE55FA91-806E-972E-28C4-5A90EDD54A88}"/>
                  </a:ext>
                </a:extLst>
              </p:cNvPr>
              <p:cNvSpPr/>
              <p:nvPr/>
            </p:nvSpPr>
            <p:spPr>
              <a:xfrm>
                <a:off x="4239800" y="1559692"/>
                <a:ext cx="142798" cy="144676"/>
              </a:xfrm>
              <a:custGeom>
                <a:avLst/>
                <a:gdLst/>
                <a:ahLst/>
                <a:cxnLst/>
                <a:rect l="l" t="t" r="r" b="b"/>
                <a:pathLst>
                  <a:path w="3269" h="3312" extrusionOk="0">
                    <a:moveTo>
                      <a:pt x="1651" y="1"/>
                    </a:moveTo>
                    <a:cubicBezTo>
                      <a:pt x="1499" y="1"/>
                      <a:pt x="1351" y="74"/>
                      <a:pt x="1260" y="210"/>
                    </a:cubicBezTo>
                    <a:lnTo>
                      <a:pt x="165" y="1835"/>
                    </a:lnTo>
                    <a:cubicBezTo>
                      <a:pt x="1" y="2054"/>
                      <a:pt x="56" y="2346"/>
                      <a:pt x="293" y="2492"/>
                    </a:cubicBezTo>
                    <a:lnTo>
                      <a:pt x="1352" y="3222"/>
                    </a:lnTo>
                    <a:cubicBezTo>
                      <a:pt x="1433" y="3284"/>
                      <a:pt x="1525" y="3312"/>
                      <a:pt x="1617" y="3312"/>
                    </a:cubicBezTo>
                    <a:cubicBezTo>
                      <a:pt x="1771" y="3312"/>
                      <a:pt x="1924" y="3232"/>
                      <a:pt x="2027" y="3094"/>
                    </a:cubicBezTo>
                    <a:lnTo>
                      <a:pt x="3122" y="1488"/>
                    </a:lnTo>
                    <a:cubicBezTo>
                      <a:pt x="3268" y="1269"/>
                      <a:pt x="3214" y="959"/>
                      <a:pt x="2995" y="813"/>
                    </a:cubicBezTo>
                    <a:lnTo>
                      <a:pt x="1918" y="82"/>
                    </a:lnTo>
                    <a:cubicBezTo>
                      <a:pt x="1835" y="27"/>
                      <a:pt x="1742" y="1"/>
                      <a:pt x="16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363;p33">
                <a:extLst>
                  <a:ext uri="{FF2B5EF4-FFF2-40B4-BE49-F238E27FC236}">
                    <a16:creationId xmlns:a16="http://schemas.microsoft.com/office/drawing/2014/main" id="{49BFDC00-4E1D-41C4-412E-BE1AAEFA1602}"/>
                  </a:ext>
                </a:extLst>
              </p:cNvPr>
              <p:cNvSpPr/>
              <p:nvPr/>
            </p:nvSpPr>
            <p:spPr>
              <a:xfrm>
                <a:off x="4317947" y="1518981"/>
                <a:ext cx="79808" cy="84831"/>
              </a:xfrm>
              <a:custGeom>
                <a:avLst/>
                <a:gdLst/>
                <a:ahLst/>
                <a:cxnLst/>
                <a:rect l="l" t="t" r="r" b="b"/>
                <a:pathLst>
                  <a:path w="1827" h="1942" extrusionOk="0">
                    <a:moveTo>
                      <a:pt x="1247" y="0"/>
                    </a:moveTo>
                    <a:cubicBezTo>
                      <a:pt x="1176" y="0"/>
                      <a:pt x="1103" y="24"/>
                      <a:pt x="1041" y="65"/>
                    </a:cubicBezTo>
                    <a:lnTo>
                      <a:pt x="1041" y="83"/>
                    </a:lnTo>
                    <a:lnTo>
                      <a:pt x="92" y="1014"/>
                    </a:lnTo>
                    <a:cubicBezTo>
                      <a:pt x="1" y="1160"/>
                      <a:pt x="37" y="1343"/>
                      <a:pt x="183" y="1434"/>
                    </a:cubicBezTo>
                    <a:lnTo>
                      <a:pt x="840" y="1891"/>
                    </a:lnTo>
                    <a:cubicBezTo>
                      <a:pt x="896" y="1925"/>
                      <a:pt x="956" y="1941"/>
                      <a:pt x="1015" y="1941"/>
                    </a:cubicBezTo>
                    <a:cubicBezTo>
                      <a:pt x="1111" y="1941"/>
                      <a:pt x="1204" y="1897"/>
                      <a:pt x="1260" y="1818"/>
                    </a:cubicBezTo>
                    <a:cubicBezTo>
                      <a:pt x="1260" y="1818"/>
                      <a:pt x="1790" y="613"/>
                      <a:pt x="1790" y="595"/>
                    </a:cubicBezTo>
                    <a:cubicBezTo>
                      <a:pt x="1826" y="467"/>
                      <a:pt x="1790" y="321"/>
                      <a:pt x="1680" y="248"/>
                    </a:cubicBezTo>
                    <a:lnTo>
                      <a:pt x="1406" y="47"/>
                    </a:lnTo>
                    <a:cubicBezTo>
                      <a:pt x="1358" y="15"/>
                      <a:pt x="1303" y="0"/>
                      <a:pt x="12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364;p33">
                <a:extLst>
                  <a:ext uri="{FF2B5EF4-FFF2-40B4-BE49-F238E27FC236}">
                    <a16:creationId xmlns:a16="http://schemas.microsoft.com/office/drawing/2014/main" id="{0755705B-83E3-964B-CF4F-C062E386E322}"/>
                  </a:ext>
                </a:extLst>
              </p:cNvPr>
              <p:cNvSpPr/>
              <p:nvPr/>
            </p:nvSpPr>
            <p:spPr>
              <a:xfrm>
                <a:off x="4378577" y="1317433"/>
                <a:ext cx="149787" cy="214787"/>
              </a:xfrm>
              <a:custGeom>
                <a:avLst/>
                <a:gdLst/>
                <a:ahLst/>
                <a:cxnLst/>
                <a:rect l="l" t="t" r="r" b="b"/>
                <a:pathLst>
                  <a:path w="3429" h="4917" extrusionOk="0">
                    <a:moveTo>
                      <a:pt x="3355" y="1"/>
                    </a:moveTo>
                    <a:cubicBezTo>
                      <a:pt x="3349" y="1"/>
                      <a:pt x="3344" y="2"/>
                      <a:pt x="3341" y="6"/>
                    </a:cubicBezTo>
                    <a:lnTo>
                      <a:pt x="0" y="4770"/>
                    </a:lnTo>
                    <a:lnTo>
                      <a:pt x="219" y="4916"/>
                    </a:lnTo>
                    <a:lnTo>
                      <a:pt x="3414" y="61"/>
                    </a:lnTo>
                    <a:cubicBezTo>
                      <a:pt x="3429" y="31"/>
                      <a:pt x="3383" y="1"/>
                      <a:pt x="33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365;p33">
                <a:extLst>
                  <a:ext uri="{FF2B5EF4-FFF2-40B4-BE49-F238E27FC236}">
                    <a16:creationId xmlns:a16="http://schemas.microsoft.com/office/drawing/2014/main" id="{11BEE095-EBFF-97AB-FAAD-8DA8D4C58DA6}"/>
                  </a:ext>
                </a:extLst>
              </p:cNvPr>
              <p:cNvSpPr/>
              <p:nvPr/>
            </p:nvSpPr>
            <p:spPr>
              <a:xfrm>
                <a:off x="4374559" y="1516971"/>
                <a:ext cx="23152" cy="16818"/>
              </a:xfrm>
              <a:custGeom>
                <a:avLst/>
                <a:gdLst/>
                <a:ahLst/>
                <a:cxnLst/>
                <a:rect l="l" t="t" r="r" b="b"/>
                <a:pathLst>
                  <a:path w="530" h="385" extrusionOk="0">
                    <a:moveTo>
                      <a:pt x="122" y="1"/>
                    </a:moveTo>
                    <a:cubicBezTo>
                      <a:pt x="84" y="1"/>
                      <a:pt x="49" y="21"/>
                      <a:pt x="37" y="56"/>
                    </a:cubicBezTo>
                    <a:cubicBezTo>
                      <a:pt x="1" y="93"/>
                      <a:pt x="1" y="166"/>
                      <a:pt x="56" y="202"/>
                    </a:cubicBezTo>
                    <a:lnTo>
                      <a:pt x="311" y="367"/>
                    </a:lnTo>
                    <a:cubicBezTo>
                      <a:pt x="334" y="379"/>
                      <a:pt x="355" y="385"/>
                      <a:pt x="376" y="385"/>
                    </a:cubicBezTo>
                    <a:cubicBezTo>
                      <a:pt x="471" y="385"/>
                      <a:pt x="529" y="263"/>
                      <a:pt x="439" y="202"/>
                    </a:cubicBezTo>
                    <a:lnTo>
                      <a:pt x="183" y="20"/>
                    </a:lnTo>
                    <a:cubicBezTo>
                      <a:pt x="164" y="7"/>
                      <a:pt x="142" y="1"/>
                      <a:pt x="122" y="1"/>
                    </a:cubicBezTo>
                    <a:close/>
                  </a:path>
                </a:pathLst>
              </a:custGeom>
              <a:solidFill>
                <a:srgbClr val="334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366;p33">
                <a:extLst>
                  <a:ext uri="{FF2B5EF4-FFF2-40B4-BE49-F238E27FC236}">
                    <a16:creationId xmlns:a16="http://schemas.microsoft.com/office/drawing/2014/main" id="{186FB767-8D2A-F83D-70B4-4F5AA3B63838}"/>
                  </a:ext>
                </a:extLst>
              </p:cNvPr>
              <p:cNvSpPr/>
              <p:nvPr/>
            </p:nvSpPr>
            <p:spPr>
              <a:xfrm>
                <a:off x="4221454" y="1665359"/>
                <a:ext cx="86972" cy="74173"/>
              </a:xfrm>
              <a:custGeom>
                <a:avLst/>
                <a:gdLst/>
                <a:ahLst/>
                <a:cxnLst/>
                <a:rect l="l" t="t" r="r" b="b"/>
                <a:pathLst>
                  <a:path w="1991" h="1698" extrusionOk="0">
                    <a:moveTo>
                      <a:pt x="457" y="0"/>
                    </a:moveTo>
                    <a:lnTo>
                      <a:pt x="1" y="657"/>
                    </a:lnTo>
                    <a:lnTo>
                      <a:pt x="1534" y="1698"/>
                    </a:lnTo>
                    <a:lnTo>
                      <a:pt x="1991" y="1041"/>
                    </a:lnTo>
                    <a:lnTo>
                      <a:pt x="4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367;p33">
                <a:extLst>
                  <a:ext uri="{FF2B5EF4-FFF2-40B4-BE49-F238E27FC236}">
                    <a16:creationId xmlns:a16="http://schemas.microsoft.com/office/drawing/2014/main" id="{4E0652BB-B69C-E62E-77E9-9F7216993427}"/>
                  </a:ext>
                </a:extLst>
              </p:cNvPr>
              <p:cNvSpPr/>
              <p:nvPr/>
            </p:nvSpPr>
            <p:spPr>
              <a:xfrm>
                <a:off x="4211101" y="1635218"/>
                <a:ext cx="136508" cy="95403"/>
              </a:xfrm>
              <a:custGeom>
                <a:avLst/>
                <a:gdLst/>
                <a:ahLst/>
                <a:cxnLst/>
                <a:rect l="l" t="t" r="r" b="b"/>
                <a:pathLst>
                  <a:path w="3125" h="2184" extrusionOk="0">
                    <a:moveTo>
                      <a:pt x="311" y="0"/>
                    </a:moveTo>
                    <a:cubicBezTo>
                      <a:pt x="225" y="0"/>
                      <a:pt x="137" y="45"/>
                      <a:pt x="92" y="124"/>
                    </a:cubicBezTo>
                    <a:cubicBezTo>
                      <a:pt x="1" y="234"/>
                      <a:pt x="37" y="398"/>
                      <a:pt x="165" y="489"/>
                    </a:cubicBezTo>
                    <a:lnTo>
                      <a:pt x="2593" y="2132"/>
                    </a:lnTo>
                    <a:cubicBezTo>
                      <a:pt x="2645" y="2168"/>
                      <a:pt x="2697" y="2184"/>
                      <a:pt x="2746" y="2184"/>
                    </a:cubicBezTo>
                    <a:cubicBezTo>
                      <a:pt x="2971" y="2184"/>
                      <a:pt x="3125" y="1859"/>
                      <a:pt x="2885" y="1694"/>
                    </a:cubicBezTo>
                    <a:lnTo>
                      <a:pt x="457" y="51"/>
                    </a:lnTo>
                    <a:cubicBezTo>
                      <a:pt x="416" y="17"/>
                      <a:pt x="364" y="0"/>
                      <a:pt x="3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368;p33">
                <a:extLst>
                  <a:ext uri="{FF2B5EF4-FFF2-40B4-BE49-F238E27FC236}">
                    <a16:creationId xmlns:a16="http://schemas.microsoft.com/office/drawing/2014/main" id="{01C9D42D-81CB-E8AA-D98E-1837540764E4}"/>
                  </a:ext>
                </a:extLst>
              </p:cNvPr>
              <p:cNvSpPr/>
              <p:nvPr/>
            </p:nvSpPr>
            <p:spPr>
              <a:xfrm>
                <a:off x="3833908" y="1676847"/>
                <a:ext cx="481687" cy="617714"/>
              </a:xfrm>
              <a:custGeom>
                <a:avLst/>
                <a:gdLst/>
                <a:ahLst/>
                <a:cxnLst/>
                <a:rect l="l" t="t" r="r" b="b"/>
                <a:pathLst>
                  <a:path w="11027" h="14141" extrusionOk="0">
                    <a:moveTo>
                      <a:pt x="8540" y="1"/>
                    </a:moveTo>
                    <a:cubicBezTo>
                      <a:pt x="8361" y="1"/>
                      <a:pt x="8183" y="89"/>
                      <a:pt x="8070" y="248"/>
                    </a:cubicBezTo>
                    <a:lnTo>
                      <a:pt x="1" y="12205"/>
                    </a:lnTo>
                    <a:lnTo>
                      <a:pt x="2776" y="14140"/>
                    </a:lnTo>
                    <a:lnTo>
                      <a:pt x="10863" y="2147"/>
                    </a:lnTo>
                    <a:cubicBezTo>
                      <a:pt x="11027" y="1873"/>
                      <a:pt x="10972" y="1526"/>
                      <a:pt x="10717" y="1362"/>
                    </a:cubicBezTo>
                    <a:lnTo>
                      <a:pt x="8855" y="102"/>
                    </a:lnTo>
                    <a:cubicBezTo>
                      <a:pt x="8758" y="33"/>
                      <a:pt x="8649" y="1"/>
                      <a:pt x="85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369;p33">
                <a:extLst>
                  <a:ext uri="{FF2B5EF4-FFF2-40B4-BE49-F238E27FC236}">
                    <a16:creationId xmlns:a16="http://schemas.microsoft.com/office/drawing/2014/main" id="{76B72EB8-1D6D-1652-2DCC-314A689534A2}"/>
                  </a:ext>
                </a:extLst>
              </p:cNvPr>
              <p:cNvSpPr/>
              <p:nvPr/>
            </p:nvSpPr>
            <p:spPr>
              <a:xfrm>
                <a:off x="4091500" y="1676847"/>
                <a:ext cx="224091" cy="233352"/>
              </a:xfrm>
              <a:custGeom>
                <a:avLst/>
                <a:gdLst/>
                <a:ahLst/>
                <a:cxnLst/>
                <a:rect l="l" t="t" r="r" b="b"/>
                <a:pathLst>
                  <a:path w="5130" h="5342" extrusionOk="0">
                    <a:moveTo>
                      <a:pt x="2638" y="1"/>
                    </a:moveTo>
                    <a:cubicBezTo>
                      <a:pt x="2455" y="1"/>
                      <a:pt x="2275" y="89"/>
                      <a:pt x="2173" y="248"/>
                    </a:cubicBezTo>
                    <a:lnTo>
                      <a:pt x="0" y="3461"/>
                    </a:lnTo>
                    <a:lnTo>
                      <a:pt x="2812" y="5341"/>
                    </a:lnTo>
                    <a:lnTo>
                      <a:pt x="4966" y="2147"/>
                    </a:lnTo>
                    <a:cubicBezTo>
                      <a:pt x="5130" y="1891"/>
                      <a:pt x="5057" y="1544"/>
                      <a:pt x="4801" y="1362"/>
                    </a:cubicBezTo>
                    <a:lnTo>
                      <a:pt x="2958" y="102"/>
                    </a:lnTo>
                    <a:cubicBezTo>
                      <a:pt x="2861" y="33"/>
                      <a:pt x="2749" y="1"/>
                      <a:pt x="26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370;p33">
                <a:extLst>
                  <a:ext uri="{FF2B5EF4-FFF2-40B4-BE49-F238E27FC236}">
                    <a16:creationId xmlns:a16="http://schemas.microsoft.com/office/drawing/2014/main" id="{53C13DD5-2CD8-817D-F8C1-D8C281963ECB}"/>
                  </a:ext>
                </a:extLst>
              </p:cNvPr>
              <p:cNvSpPr/>
              <p:nvPr/>
            </p:nvSpPr>
            <p:spPr>
              <a:xfrm>
                <a:off x="4235039" y="1772335"/>
                <a:ext cx="52681" cy="40581"/>
              </a:xfrm>
              <a:custGeom>
                <a:avLst/>
                <a:gdLst/>
                <a:ahLst/>
                <a:cxnLst/>
                <a:rect l="l" t="t" r="r" b="b"/>
                <a:pathLst>
                  <a:path w="1206" h="929" extrusionOk="0">
                    <a:moveTo>
                      <a:pt x="171" y="1"/>
                    </a:moveTo>
                    <a:cubicBezTo>
                      <a:pt x="122" y="1"/>
                      <a:pt x="76" y="20"/>
                      <a:pt x="55" y="52"/>
                    </a:cubicBezTo>
                    <a:cubicBezTo>
                      <a:pt x="0" y="125"/>
                      <a:pt x="18" y="235"/>
                      <a:pt x="91" y="289"/>
                    </a:cubicBezTo>
                    <a:lnTo>
                      <a:pt x="1022" y="928"/>
                    </a:lnTo>
                    <a:lnTo>
                      <a:pt x="1205" y="673"/>
                    </a:lnTo>
                    <a:lnTo>
                      <a:pt x="274" y="34"/>
                    </a:lnTo>
                    <a:cubicBezTo>
                      <a:pt x="243" y="11"/>
                      <a:pt x="206" y="1"/>
                      <a:pt x="1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371;p33">
                <a:extLst>
                  <a:ext uri="{FF2B5EF4-FFF2-40B4-BE49-F238E27FC236}">
                    <a16:creationId xmlns:a16="http://schemas.microsoft.com/office/drawing/2014/main" id="{4F1E012C-80E7-4177-77D3-CBC5866F54AE}"/>
                  </a:ext>
                </a:extLst>
              </p:cNvPr>
              <p:cNvSpPr/>
              <p:nvPr/>
            </p:nvSpPr>
            <p:spPr>
              <a:xfrm>
                <a:off x="4193541" y="1833010"/>
                <a:ext cx="52681" cy="40494"/>
              </a:xfrm>
              <a:custGeom>
                <a:avLst/>
                <a:gdLst/>
                <a:ahLst/>
                <a:cxnLst/>
                <a:rect l="l" t="t" r="r" b="b"/>
                <a:pathLst>
                  <a:path w="1206" h="927" extrusionOk="0">
                    <a:moveTo>
                      <a:pt x="178" y="0"/>
                    </a:moveTo>
                    <a:cubicBezTo>
                      <a:pt x="127" y="0"/>
                      <a:pt x="78" y="24"/>
                      <a:pt x="56" y="69"/>
                    </a:cubicBezTo>
                    <a:cubicBezTo>
                      <a:pt x="1" y="142"/>
                      <a:pt x="19" y="233"/>
                      <a:pt x="92" y="288"/>
                    </a:cubicBezTo>
                    <a:lnTo>
                      <a:pt x="1041" y="927"/>
                    </a:lnTo>
                    <a:lnTo>
                      <a:pt x="1206" y="671"/>
                    </a:lnTo>
                    <a:lnTo>
                      <a:pt x="275" y="32"/>
                    </a:lnTo>
                    <a:cubicBezTo>
                      <a:pt x="246" y="10"/>
                      <a:pt x="211" y="0"/>
                      <a:pt x="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372;p33">
                <a:extLst>
                  <a:ext uri="{FF2B5EF4-FFF2-40B4-BE49-F238E27FC236}">
                    <a16:creationId xmlns:a16="http://schemas.microsoft.com/office/drawing/2014/main" id="{C28C43D0-0191-0C9C-8D2C-8DB914308D65}"/>
                  </a:ext>
                </a:extLst>
              </p:cNvPr>
              <p:cNvSpPr/>
              <p:nvPr/>
            </p:nvSpPr>
            <p:spPr>
              <a:xfrm>
                <a:off x="4152087" y="1892854"/>
                <a:ext cx="52681" cy="41236"/>
              </a:xfrm>
              <a:custGeom>
                <a:avLst/>
                <a:gdLst/>
                <a:ahLst/>
                <a:cxnLst/>
                <a:rect l="l" t="t" r="r" b="b"/>
                <a:pathLst>
                  <a:path w="1206" h="944" extrusionOk="0">
                    <a:moveTo>
                      <a:pt x="183" y="0"/>
                    </a:moveTo>
                    <a:cubicBezTo>
                      <a:pt x="130" y="0"/>
                      <a:pt x="78" y="29"/>
                      <a:pt x="55" y="86"/>
                    </a:cubicBezTo>
                    <a:cubicBezTo>
                      <a:pt x="1" y="159"/>
                      <a:pt x="19" y="250"/>
                      <a:pt x="92" y="305"/>
                    </a:cubicBezTo>
                    <a:lnTo>
                      <a:pt x="1041" y="944"/>
                    </a:lnTo>
                    <a:lnTo>
                      <a:pt x="1206" y="688"/>
                    </a:lnTo>
                    <a:lnTo>
                      <a:pt x="275" y="31"/>
                    </a:lnTo>
                    <a:cubicBezTo>
                      <a:pt x="247" y="11"/>
                      <a:pt x="2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373;p33">
                <a:extLst>
                  <a:ext uri="{FF2B5EF4-FFF2-40B4-BE49-F238E27FC236}">
                    <a16:creationId xmlns:a16="http://schemas.microsoft.com/office/drawing/2014/main" id="{4724D572-BBBC-B034-A11E-FDE995D2481D}"/>
                  </a:ext>
                </a:extLst>
              </p:cNvPr>
              <p:cNvSpPr/>
              <p:nvPr/>
            </p:nvSpPr>
            <p:spPr>
              <a:xfrm>
                <a:off x="4110633" y="1954227"/>
                <a:ext cx="53467" cy="41280"/>
              </a:xfrm>
              <a:custGeom>
                <a:avLst/>
                <a:gdLst/>
                <a:ahLst/>
                <a:cxnLst/>
                <a:rect l="l" t="t" r="r" b="b"/>
                <a:pathLst>
                  <a:path w="1224" h="945" extrusionOk="0">
                    <a:moveTo>
                      <a:pt x="183" y="0"/>
                    </a:moveTo>
                    <a:cubicBezTo>
                      <a:pt x="135" y="0"/>
                      <a:pt x="88" y="24"/>
                      <a:pt x="55" y="68"/>
                    </a:cubicBezTo>
                    <a:cubicBezTo>
                      <a:pt x="0" y="141"/>
                      <a:pt x="19" y="251"/>
                      <a:pt x="92" y="287"/>
                    </a:cubicBezTo>
                    <a:lnTo>
                      <a:pt x="1059" y="945"/>
                    </a:lnTo>
                    <a:lnTo>
                      <a:pt x="1224" y="689"/>
                    </a:lnTo>
                    <a:lnTo>
                      <a:pt x="274" y="32"/>
                    </a:lnTo>
                    <a:cubicBezTo>
                      <a:pt x="245" y="10"/>
                      <a:pt x="214"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374;p33">
                <a:extLst>
                  <a:ext uri="{FF2B5EF4-FFF2-40B4-BE49-F238E27FC236}">
                    <a16:creationId xmlns:a16="http://schemas.microsoft.com/office/drawing/2014/main" id="{95ED7AB0-C416-32E8-DBAC-ADEDB893D842}"/>
                  </a:ext>
                </a:extLst>
              </p:cNvPr>
              <p:cNvSpPr/>
              <p:nvPr/>
            </p:nvSpPr>
            <p:spPr>
              <a:xfrm>
                <a:off x="4069179" y="2015556"/>
                <a:ext cx="54254" cy="41367"/>
              </a:xfrm>
              <a:custGeom>
                <a:avLst/>
                <a:gdLst/>
                <a:ahLst/>
                <a:cxnLst/>
                <a:rect l="l" t="t" r="r" b="b"/>
                <a:pathLst>
                  <a:path w="1242" h="947" extrusionOk="0">
                    <a:moveTo>
                      <a:pt x="177" y="0"/>
                    </a:moveTo>
                    <a:cubicBezTo>
                      <a:pt x="131" y="0"/>
                      <a:pt x="87" y="20"/>
                      <a:pt x="55" y="52"/>
                    </a:cubicBezTo>
                    <a:cubicBezTo>
                      <a:pt x="0" y="125"/>
                      <a:pt x="18" y="234"/>
                      <a:pt x="110" y="289"/>
                    </a:cubicBezTo>
                    <a:lnTo>
                      <a:pt x="1059" y="946"/>
                    </a:lnTo>
                    <a:lnTo>
                      <a:pt x="1241" y="672"/>
                    </a:lnTo>
                    <a:lnTo>
                      <a:pt x="274" y="34"/>
                    </a:lnTo>
                    <a:cubicBezTo>
                      <a:pt x="243" y="11"/>
                      <a:pt x="210"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375;p33">
                <a:extLst>
                  <a:ext uri="{FF2B5EF4-FFF2-40B4-BE49-F238E27FC236}">
                    <a16:creationId xmlns:a16="http://schemas.microsoft.com/office/drawing/2014/main" id="{8DCCCF98-3305-751F-E5FA-C2F1E0C0AC8D}"/>
                  </a:ext>
                </a:extLst>
              </p:cNvPr>
              <p:cNvSpPr/>
              <p:nvPr/>
            </p:nvSpPr>
            <p:spPr>
              <a:xfrm>
                <a:off x="4027681" y="2076143"/>
                <a:ext cx="54297" cy="41367"/>
              </a:xfrm>
              <a:custGeom>
                <a:avLst/>
                <a:gdLst/>
                <a:ahLst/>
                <a:cxnLst/>
                <a:rect l="l" t="t" r="r" b="b"/>
                <a:pathLst>
                  <a:path w="1243" h="947" extrusionOk="0">
                    <a:moveTo>
                      <a:pt x="185" y="1"/>
                    </a:moveTo>
                    <a:cubicBezTo>
                      <a:pt x="138" y="1"/>
                      <a:pt x="87" y="20"/>
                      <a:pt x="56" y="52"/>
                    </a:cubicBezTo>
                    <a:cubicBezTo>
                      <a:pt x="1" y="125"/>
                      <a:pt x="19" y="235"/>
                      <a:pt x="110" y="289"/>
                    </a:cubicBezTo>
                    <a:lnTo>
                      <a:pt x="1060" y="947"/>
                    </a:lnTo>
                    <a:lnTo>
                      <a:pt x="1242" y="691"/>
                    </a:lnTo>
                    <a:lnTo>
                      <a:pt x="275" y="34"/>
                    </a:lnTo>
                    <a:cubicBezTo>
                      <a:pt x="252" y="11"/>
                      <a:pt x="219"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376;p33">
                <a:extLst>
                  <a:ext uri="{FF2B5EF4-FFF2-40B4-BE49-F238E27FC236}">
                    <a16:creationId xmlns:a16="http://schemas.microsoft.com/office/drawing/2014/main" id="{FB639E61-A971-3E60-8C7A-AE56D013C6D5}"/>
                  </a:ext>
                </a:extLst>
              </p:cNvPr>
              <p:cNvSpPr/>
              <p:nvPr/>
            </p:nvSpPr>
            <p:spPr>
              <a:xfrm>
                <a:off x="3987013" y="2136817"/>
                <a:ext cx="53467" cy="41324"/>
              </a:xfrm>
              <a:custGeom>
                <a:avLst/>
                <a:gdLst/>
                <a:ahLst/>
                <a:cxnLst/>
                <a:rect l="l" t="t" r="r" b="b"/>
                <a:pathLst>
                  <a:path w="1224" h="946" extrusionOk="0">
                    <a:moveTo>
                      <a:pt x="174" y="0"/>
                    </a:moveTo>
                    <a:cubicBezTo>
                      <a:pt x="127" y="0"/>
                      <a:pt x="78" y="25"/>
                      <a:pt x="56" y="69"/>
                    </a:cubicBezTo>
                    <a:cubicBezTo>
                      <a:pt x="1" y="142"/>
                      <a:pt x="19" y="233"/>
                      <a:pt x="92" y="288"/>
                    </a:cubicBezTo>
                    <a:lnTo>
                      <a:pt x="1060" y="945"/>
                    </a:lnTo>
                    <a:lnTo>
                      <a:pt x="1224" y="689"/>
                    </a:lnTo>
                    <a:lnTo>
                      <a:pt x="256" y="32"/>
                    </a:lnTo>
                    <a:cubicBezTo>
                      <a:pt x="235" y="11"/>
                      <a:pt x="205"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377;p33">
                <a:extLst>
                  <a:ext uri="{FF2B5EF4-FFF2-40B4-BE49-F238E27FC236}">
                    <a16:creationId xmlns:a16="http://schemas.microsoft.com/office/drawing/2014/main" id="{3D3546D6-8334-113E-EF01-F5BAF5C14945}"/>
                  </a:ext>
                </a:extLst>
              </p:cNvPr>
              <p:cNvSpPr/>
              <p:nvPr/>
            </p:nvSpPr>
            <p:spPr>
              <a:xfrm>
                <a:off x="2357113" y="709250"/>
                <a:ext cx="328580" cy="720106"/>
              </a:xfrm>
              <a:custGeom>
                <a:avLst/>
                <a:gdLst/>
                <a:ahLst/>
                <a:cxnLst/>
                <a:rect l="l" t="t" r="r" b="b"/>
                <a:pathLst>
                  <a:path w="7522" h="16485" extrusionOk="0">
                    <a:moveTo>
                      <a:pt x="6645" y="2081"/>
                    </a:moveTo>
                    <a:cubicBezTo>
                      <a:pt x="5313" y="2355"/>
                      <a:pt x="4017" y="2757"/>
                      <a:pt x="2775" y="3286"/>
                    </a:cubicBezTo>
                    <a:cubicBezTo>
                      <a:pt x="2027" y="3615"/>
                      <a:pt x="1570" y="3980"/>
                      <a:pt x="1534" y="4947"/>
                    </a:cubicBezTo>
                    <a:cubicBezTo>
                      <a:pt x="1534" y="5458"/>
                      <a:pt x="1589" y="5988"/>
                      <a:pt x="1698" y="6499"/>
                    </a:cubicBezTo>
                    <a:cubicBezTo>
                      <a:pt x="1972" y="7923"/>
                      <a:pt x="2355" y="9347"/>
                      <a:pt x="2666" y="10679"/>
                    </a:cubicBezTo>
                    <a:cubicBezTo>
                      <a:pt x="3140" y="12706"/>
                      <a:pt x="3688" y="14422"/>
                      <a:pt x="3998" y="16247"/>
                    </a:cubicBezTo>
                    <a:cubicBezTo>
                      <a:pt x="3670" y="16338"/>
                      <a:pt x="3378" y="16430"/>
                      <a:pt x="3049" y="16485"/>
                    </a:cubicBezTo>
                    <a:cubicBezTo>
                      <a:pt x="2063" y="13819"/>
                      <a:pt x="1242" y="11081"/>
                      <a:pt x="585" y="8306"/>
                    </a:cubicBezTo>
                    <a:cubicBezTo>
                      <a:pt x="366" y="7339"/>
                      <a:pt x="92" y="6335"/>
                      <a:pt x="19" y="5349"/>
                    </a:cubicBezTo>
                    <a:cubicBezTo>
                      <a:pt x="1" y="5075"/>
                      <a:pt x="1" y="4783"/>
                      <a:pt x="19" y="4509"/>
                    </a:cubicBezTo>
                    <a:cubicBezTo>
                      <a:pt x="128" y="3067"/>
                      <a:pt x="1260" y="2337"/>
                      <a:pt x="2428" y="1899"/>
                    </a:cubicBezTo>
                    <a:cubicBezTo>
                      <a:pt x="3688" y="1406"/>
                      <a:pt x="5112" y="1242"/>
                      <a:pt x="6609" y="1059"/>
                    </a:cubicBezTo>
                    <a:cubicBezTo>
                      <a:pt x="6737" y="694"/>
                      <a:pt x="6682" y="0"/>
                      <a:pt x="7065" y="37"/>
                    </a:cubicBezTo>
                    <a:cubicBezTo>
                      <a:pt x="7503" y="73"/>
                      <a:pt x="7522" y="822"/>
                      <a:pt x="7522" y="1479"/>
                    </a:cubicBezTo>
                    <a:cubicBezTo>
                      <a:pt x="7522" y="2154"/>
                      <a:pt x="7485" y="2958"/>
                      <a:pt x="7029" y="2921"/>
                    </a:cubicBezTo>
                    <a:cubicBezTo>
                      <a:pt x="6682" y="2884"/>
                      <a:pt x="6737" y="2410"/>
                      <a:pt x="6645" y="208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378;p33">
                <a:extLst>
                  <a:ext uri="{FF2B5EF4-FFF2-40B4-BE49-F238E27FC236}">
                    <a16:creationId xmlns:a16="http://schemas.microsoft.com/office/drawing/2014/main" id="{9EE86399-350D-DA1C-A446-85CAEE8797AA}"/>
                  </a:ext>
                </a:extLst>
              </p:cNvPr>
              <p:cNvSpPr/>
              <p:nvPr/>
            </p:nvSpPr>
            <p:spPr>
              <a:xfrm>
                <a:off x="2800483" y="709250"/>
                <a:ext cx="328580" cy="720106"/>
              </a:xfrm>
              <a:custGeom>
                <a:avLst/>
                <a:gdLst/>
                <a:ahLst/>
                <a:cxnLst/>
                <a:rect l="l" t="t" r="r" b="b"/>
                <a:pathLst>
                  <a:path w="7522" h="16485" extrusionOk="0">
                    <a:moveTo>
                      <a:pt x="877" y="2081"/>
                    </a:moveTo>
                    <a:cubicBezTo>
                      <a:pt x="2191" y="2355"/>
                      <a:pt x="3505" y="2757"/>
                      <a:pt x="4747" y="3286"/>
                    </a:cubicBezTo>
                    <a:cubicBezTo>
                      <a:pt x="5495" y="3615"/>
                      <a:pt x="5951" y="3980"/>
                      <a:pt x="5988" y="4947"/>
                    </a:cubicBezTo>
                    <a:cubicBezTo>
                      <a:pt x="5988" y="5458"/>
                      <a:pt x="5933" y="5988"/>
                      <a:pt x="5824" y="6499"/>
                    </a:cubicBezTo>
                    <a:cubicBezTo>
                      <a:pt x="5550" y="7923"/>
                      <a:pt x="5167" y="9347"/>
                      <a:pt x="4856" y="10679"/>
                    </a:cubicBezTo>
                    <a:cubicBezTo>
                      <a:pt x="4382" y="12706"/>
                      <a:pt x="3816" y="14422"/>
                      <a:pt x="3524" y="16247"/>
                    </a:cubicBezTo>
                    <a:cubicBezTo>
                      <a:pt x="3852" y="16338"/>
                      <a:pt x="4144" y="16430"/>
                      <a:pt x="4473" y="16485"/>
                    </a:cubicBezTo>
                    <a:cubicBezTo>
                      <a:pt x="5459" y="13819"/>
                      <a:pt x="6280" y="11081"/>
                      <a:pt x="6937" y="8306"/>
                    </a:cubicBezTo>
                    <a:cubicBezTo>
                      <a:pt x="7156" y="7339"/>
                      <a:pt x="7430" y="6335"/>
                      <a:pt x="7503" y="5349"/>
                    </a:cubicBezTo>
                    <a:cubicBezTo>
                      <a:pt x="7521" y="5075"/>
                      <a:pt x="7521" y="4783"/>
                      <a:pt x="7503" y="4509"/>
                    </a:cubicBezTo>
                    <a:cubicBezTo>
                      <a:pt x="7394" y="3067"/>
                      <a:pt x="6262" y="2337"/>
                      <a:pt x="5093" y="1899"/>
                    </a:cubicBezTo>
                    <a:cubicBezTo>
                      <a:pt x="3834" y="1406"/>
                      <a:pt x="2410" y="1242"/>
                      <a:pt x="913" y="1059"/>
                    </a:cubicBezTo>
                    <a:cubicBezTo>
                      <a:pt x="785" y="694"/>
                      <a:pt x="840" y="0"/>
                      <a:pt x="457" y="37"/>
                    </a:cubicBezTo>
                    <a:cubicBezTo>
                      <a:pt x="19" y="73"/>
                      <a:pt x="0" y="822"/>
                      <a:pt x="0" y="1479"/>
                    </a:cubicBezTo>
                    <a:cubicBezTo>
                      <a:pt x="0" y="2154"/>
                      <a:pt x="37" y="2958"/>
                      <a:pt x="493" y="2921"/>
                    </a:cubicBezTo>
                    <a:cubicBezTo>
                      <a:pt x="822" y="2884"/>
                      <a:pt x="767" y="2410"/>
                      <a:pt x="877" y="208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379;p33">
                <a:extLst>
                  <a:ext uri="{FF2B5EF4-FFF2-40B4-BE49-F238E27FC236}">
                    <a16:creationId xmlns:a16="http://schemas.microsoft.com/office/drawing/2014/main" id="{763B6586-321E-3CBB-6280-FB3A1AD09127}"/>
                  </a:ext>
                </a:extLst>
              </p:cNvPr>
              <p:cNvSpPr/>
              <p:nvPr/>
            </p:nvSpPr>
            <p:spPr>
              <a:xfrm>
                <a:off x="2464745" y="1387061"/>
                <a:ext cx="1220926" cy="885968"/>
              </a:xfrm>
              <a:custGeom>
                <a:avLst/>
                <a:gdLst/>
                <a:ahLst/>
                <a:cxnLst/>
                <a:rect l="l" t="t" r="r" b="b"/>
                <a:pathLst>
                  <a:path w="27950" h="20282" extrusionOk="0">
                    <a:moveTo>
                      <a:pt x="10753" y="0"/>
                    </a:moveTo>
                    <a:cubicBezTo>
                      <a:pt x="11593" y="73"/>
                      <a:pt x="12414" y="146"/>
                      <a:pt x="13236" y="219"/>
                    </a:cubicBezTo>
                    <a:cubicBezTo>
                      <a:pt x="12761" y="3815"/>
                      <a:pt x="11155" y="6261"/>
                      <a:pt x="8015" y="7193"/>
                    </a:cubicBezTo>
                    <a:cubicBezTo>
                      <a:pt x="8344" y="8799"/>
                      <a:pt x="8617" y="10296"/>
                      <a:pt x="9165" y="11665"/>
                    </a:cubicBezTo>
                    <a:cubicBezTo>
                      <a:pt x="9676" y="12943"/>
                      <a:pt x="10352" y="14148"/>
                      <a:pt x="11191" y="15225"/>
                    </a:cubicBezTo>
                    <a:cubicBezTo>
                      <a:pt x="12013" y="16302"/>
                      <a:pt x="12889" y="17178"/>
                      <a:pt x="14203" y="17799"/>
                    </a:cubicBezTo>
                    <a:cubicBezTo>
                      <a:pt x="15481" y="18401"/>
                      <a:pt x="17307" y="18511"/>
                      <a:pt x="18913" y="17981"/>
                    </a:cubicBezTo>
                    <a:cubicBezTo>
                      <a:pt x="20282" y="17525"/>
                      <a:pt x="21286" y="16612"/>
                      <a:pt x="22071" y="15553"/>
                    </a:cubicBezTo>
                    <a:cubicBezTo>
                      <a:pt x="22875" y="14440"/>
                      <a:pt x="23276" y="13052"/>
                      <a:pt x="23495" y="11391"/>
                    </a:cubicBezTo>
                    <a:cubicBezTo>
                      <a:pt x="23605" y="10533"/>
                      <a:pt x="23660" y="9712"/>
                      <a:pt x="23842" y="8945"/>
                    </a:cubicBezTo>
                    <a:cubicBezTo>
                      <a:pt x="24371" y="6736"/>
                      <a:pt x="25266" y="4838"/>
                      <a:pt x="27767" y="4491"/>
                    </a:cubicBezTo>
                    <a:cubicBezTo>
                      <a:pt x="27803" y="4655"/>
                      <a:pt x="27840" y="4801"/>
                      <a:pt x="27876" y="4965"/>
                    </a:cubicBezTo>
                    <a:cubicBezTo>
                      <a:pt x="27913" y="5130"/>
                      <a:pt x="27949" y="5294"/>
                      <a:pt x="27949" y="5458"/>
                    </a:cubicBezTo>
                    <a:cubicBezTo>
                      <a:pt x="27913" y="5623"/>
                      <a:pt x="27639" y="5714"/>
                      <a:pt x="27511" y="5805"/>
                    </a:cubicBezTo>
                    <a:cubicBezTo>
                      <a:pt x="27384" y="5933"/>
                      <a:pt x="27238" y="6061"/>
                      <a:pt x="27091" y="6170"/>
                    </a:cubicBezTo>
                    <a:cubicBezTo>
                      <a:pt x="26124" y="7211"/>
                      <a:pt x="25576" y="8708"/>
                      <a:pt x="25302" y="10405"/>
                    </a:cubicBezTo>
                    <a:cubicBezTo>
                      <a:pt x="25156" y="11318"/>
                      <a:pt x="25120" y="12194"/>
                      <a:pt x="24956" y="13052"/>
                    </a:cubicBezTo>
                    <a:cubicBezTo>
                      <a:pt x="24773" y="13819"/>
                      <a:pt x="24518" y="14549"/>
                      <a:pt x="24171" y="15261"/>
                    </a:cubicBezTo>
                    <a:cubicBezTo>
                      <a:pt x="23550" y="16557"/>
                      <a:pt x="22619" y="17689"/>
                      <a:pt x="21451" y="18547"/>
                    </a:cubicBezTo>
                    <a:cubicBezTo>
                      <a:pt x="20191" y="19533"/>
                      <a:pt x="18658" y="20099"/>
                      <a:pt x="17069" y="20172"/>
                    </a:cubicBezTo>
                    <a:cubicBezTo>
                      <a:pt x="14642" y="20281"/>
                      <a:pt x="12250" y="19405"/>
                      <a:pt x="10479" y="17744"/>
                    </a:cubicBezTo>
                    <a:cubicBezTo>
                      <a:pt x="8873" y="16229"/>
                      <a:pt x="7668" y="14312"/>
                      <a:pt x="7029" y="12176"/>
                    </a:cubicBezTo>
                    <a:cubicBezTo>
                      <a:pt x="6518" y="10588"/>
                      <a:pt x="6153" y="8945"/>
                      <a:pt x="5952" y="7266"/>
                    </a:cubicBezTo>
                    <a:cubicBezTo>
                      <a:pt x="4419" y="6992"/>
                      <a:pt x="3031" y="6207"/>
                      <a:pt x="2027" y="5020"/>
                    </a:cubicBezTo>
                    <a:cubicBezTo>
                      <a:pt x="987" y="3870"/>
                      <a:pt x="275" y="2446"/>
                      <a:pt x="1" y="913"/>
                    </a:cubicBezTo>
                    <a:cubicBezTo>
                      <a:pt x="804" y="694"/>
                      <a:pt x="1626" y="493"/>
                      <a:pt x="2484" y="329"/>
                    </a:cubicBezTo>
                    <a:cubicBezTo>
                      <a:pt x="2885" y="1789"/>
                      <a:pt x="3469" y="3085"/>
                      <a:pt x="4437" y="4053"/>
                    </a:cubicBezTo>
                    <a:cubicBezTo>
                      <a:pt x="4912" y="4564"/>
                      <a:pt x="5532" y="4929"/>
                      <a:pt x="6208" y="5111"/>
                    </a:cubicBezTo>
                    <a:cubicBezTo>
                      <a:pt x="6974" y="5276"/>
                      <a:pt x="7796" y="5130"/>
                      <a:pt x="8453" y="4692"/>
                    </a:cubicBezTo>
                    <a:cubicBezTo>
                      <a:pt x="9786" y="3815"/>
                      <a:pt x="10479" y="2136"/>
                      <a:pt x="10698" y="91"/>
                    </a:cubicBezTo>
                    <a:cubicBezTo>
                      <a:pt x="10698" y="55"/>
                      <a:pt x="10717" y="18"/>
                      <a:pt x="10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380;p33">
                <a:extLst>
                  <a:ext uri="{FF2B5EF4-FFF2-40B4-BE49-F238E27FC236}">
                    <a16:creationId xmlns:a16="http://schemas.microsoft.com/office/drawing/2014/main" id="{5CFBCDE5-08EB-A91B-E32E-B519CE4C706F}"/>
                  </a:ext>
                </a:extLst>
              </p:cNvPr>
              <p:cNvSpPr/>
              <p:nvPr/>
            </p:nvSpPr>
            <p:spPr>
              <a:xfrm>
                <a:off x="3587543" y="1464378"/>
                <a:ext cx="306258" cy="319013"/>
              </a:xfrm>
              <a:custGeom>
                <a:avLst/>
                <a:gdLst/>
                <a:ahLst/>
                <a:cxnLst/>
                <a:rect l="l" t="t" r="r" b="b"/>
                <a:pathLst>
                  <a:path w="7011" h="7303" extrusionOk="0">
                    <a:moveTo>
                      <a:pt x="3469" y="56"/>
                    </a:moveTo>
                    <a:cubicBezTo>
                      <a:pt x="4473" y="1"/>
                      <a:pt x="5440" y="402"/>
                      <a:pt x="6097" y="1169"/>
                    </a:cubicBezTo>
                    <a:cubicBezTo>
                      <a:pt x="6681" y="1808"/>
                      <a:pt x="6992" y="2629"/>
                      <a:pt x="7010" y="3487"/>
                    </a:cubicBezTo>
                    <a:cubicBezTo>
                      <a:pt x="7010" y="4418"/>
                      <a:pt x="6627" y="5295"/>
                      <a:pt x="5933" y="5915"/>
                    </a:cubicBezTo>
                    <a:cubicBezTo>
                      <a:pt x="5312" y="6518"/>
                      <a:pt x="4546" y="6919"/>
                      <a:pt x="3706" y="7084"/>
                    </a:cubicBezTo>
                    <a:cubicBezTo>
                      <a:pt x="2264" y="7303"/>
                      <a:pt x="1077" y="6372"/>
                      <a:pt x="548" y="5349"/>
                    </a:cubicBezTo>
                    <a:cubicBezTo>
                      <a:pt x="347" y="5003"/>
                      <a:pt x="219" y="4619"/>
                      <a:pt x="164" y="4218"/>
                    </a:cubicBezTo>
                    <a:cubicBezTo>
                      <a:pt x="0" y="2319"/>
                      <a:pt x="949" y="914"/>
                      <a:pt x="2136" y="348"/>
                    </a:cubicBezTo>
                    <a:cubicBezTo>
                      <a:pt x="2556" y="183"/>
                      <a:pt x="3012" y="74"/>
                      <a:pt x="3469" y="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381;p33">
                <a:extLst>
                  <a:ext uri="{FF2B5EF4-FFF2-40B4-BE49-F238E27FC236}">
                    <a16:creationId xmlns:a16="http://schemas.microsoft.com/office/drawing/2014/main" id="{8A59E781-B7AA-CE0F-463C-7DDCF642C60B}"/>
                  </a:ext>
                </a:extLst>
              </p:cNvPr>
              <p:cNvSpPr/>
              <p:nvPr/>
            </p:nvSpPr>
            <p:spPr>
              <a:xfrm>
                <a:off x="3651318" y="1519417"/>
                <a:ext cx="200983" cy="185039"/>
              </a:xfrm>
              <a:custGeom>
                <a:avLst/>
                <a:gdLst/>
                <a:ahLst/>
                <a:cxnLst/>
                <a:rect l="l" t="t" r="r" b="b"/>
                <a:pathLst>
                  <a:path w="4601" h="4236" extrusionOk="0">
                    <a:moveTo>
                      <a:pt x="1917" y="110"/>
                    </a:moveTo>
                    <a:cubicBezTo>
                      <a:pt x="2666" y="0"/>
                      <a:pt x="3414" y="347"/>
                      <a:pt x="3834" y="986"/>
                    </a:cubicBezTo>
                    <a:cubicBezTo>
                      <a:pt x="3925" y="1114"/>
                      <a:pt x="3998" y="1260"/>
                      <a:pt x="4071" y="1406"/>
                    </a:cubicBezTo>
                    <a:cubicBezTo>
                      <a:pt x="4601" y="2739"/>
                      <a:pt x="3725" y="4217"/>
                      <a:pt x="2282" y="4236"/>
                    </a:cubicBezTo>
                    <a:cubicBezTo>
                      <a:pt x="1169" y="4236"/>
                      <a:pt x="165" y="3505"/>
                      <a:pt x="55" y="2428"/>
                    </a:cubicBezTo>
                    <a:cubicBezTo>
                      <a:pt x="0" y="1753"/>
                      <a:pt x="256" y="1077"/>
                      <a:pt x="785" y="639"/>
                    </a:cubicBezTo>
                    <a:cubicBezTo>
                      <a:pt x="1096" y="365"/>
                      <a:pt x="1497" y="165"/>
                      <a:pt x="1917" y="11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 name="Google Shape;382;p33">
              <a:extLst>
                <a:ext uri="{FF2B5EF4-FFF2-40B4-BE49-F238E27FC236}">
                  <a16:creationId xmlns:a16="http://schemas.microsoft.com/office/drawing/2014/main" id="{4D78042C-2242-4557-D24F-EBE4D20AFFFA}"/>
                </a:ext>
              </a:extLst>
            </p:cNvPr>
            <p:cNvGrpSpPr/>
            <p:nvPr/>
          </p:nvGrpSpPr>
          <p:grpSpPr>
            <a:xfrm>
              <a:off x="5134407" y="2468361"/>
              <a:ext cx="753147" cy="515697"/>
              <a:chOff x="4549425" y="3498550"/>
              <a:chExt cx="295375" cy="202250"/>
            </a:xfrm>
          </p:grpSpPr>
          <p:sp>
            <p:nvSpPr>
              <p:cNvPr id="88" name="Google Shape;383;p33">
                <a:extLst>
                  <a:ext uri="{FF2B5EF4-FFF2-40B4-BE49-F238E27FC236}">
                    <a16:creationId xmlns:a16="http://schemas.microsoft.com/office/drawing/2014/main" id="{B69B4194-CFBE-CCA1-0985-557EEC6CF63E}"/>
                  </a:ext>
                </a:extLst>
              </p:cNvPr>
              <p:cNvSpPr/>
              <p:nvPr/>
            </p:nvSpPr>
            <p:spPr>
              <a:xfrm>
                <a:off x="4549425" y="3498550"/>
                <a:ext cx="295375" cy="202250"/>
              </a:xfrm>
              <a:custGeom>
                <a:avLst/>
                <a:gdLst/>
                <a:ahLst/>
                <a:cxnLst/>
                <a:rect l="l" t="t" r="r" b="b"/>
                <a:pathLst>
                  <a:path w="11815" h="8090" extrusionOk="0">
                    <a:moveTo>
                      <a:pt x="1" y="1"/>
                    </a:moveTo>
                    <a:lnTo>
                      <a:pt x="1" y="8090"/>
                    </a:lnTo>
                    <a:lnTo>
                      <a:pt x="11815" y="8090"/>
                    </a:lnTo>
                    <a:lnTo>
                      <a:pt x="118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384;p33">
                <a:extLst>
                  <a:ext uri="{FF2B5EF4-FFF2-40B4-BE49-F238E27FC236}">
                    <a16:creationId xmlns:a16="http://schemas.microsoft.com/office/drawing/2014/main" id="{0048C777-C94A-6576-CD66-D51C79B7EF25}"/>
                  </a:ext>
                </a:extLst>
              </p:cNvPr>
              <p:cNvSpPr/>
              <p:nvPr/>
            </p:nvSpPr>
            <p:spPr>
              <a:xfrm>
                <a:off x="4574450" y="3683025"/>
                <a:ext cx="18125" cy="17775"/>
              </a:xfrm>
              <a:custGeom>
                <a:avLst/>
                <a:gdLst/>
                <a:ahLst/>
                <a:cxnLst/>
                <a:rect l="l" t="t" r="r" b="b"/>
                <a:pathLst>
                  <a:path w="725" h="711" extrusionOk="0">
                    <a:moveTo>
                      <a:pt x="0" y="0"/>
                    </a:moveTo>
                    <a:lnTo>
                      <a:pt x="0" y="711"/>
                    </a:lnTo>
                    <a:lnTo>
                      <a:pt x="725" y="711"/>
                    </a:lnTo>
                    <a:lnTo>
                      <a:pt x="72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385;p33">
                <a:extLst>
                  <a:ext uri="{FF2B5EF4-FFF2-40B4-BE49-F238E27FC236}">
                    <a16:creationId xmlns:a16="http://schemas.microsoft.com/office/drawing/2014/main" id="{3D52C2EB-11EE-8E84-E4AE-437023332950}"/>
                  </a:ext>
                </a:extLst>
              </p:cNvPr>
              <p:cNvSpPr/>
              <p:nvPr/>
            </p:nvSpPr>
            <p:spPr>
              <a:xfrm>
                <a:off x="4612500" y="3631925"/>
                <a:ext cx="17775" cy="68875"/>
              </a:xfrm>
              <a:custGeom>
                <a:avLst/>
                <a:gdLst/>
                <a:ahLst/>
                <a:cxnLst/>
                <a:rect l="l" t="t" r="r" b="b"/>
                <a:pathLst>
                  <a:path w="711" h="2755" extrusionOk="0">
                    <a:moveTo>
                      <a:pt x="0" y="0"/>
                    </a:moveTo>
                    <a:lnTo>
                      <a:pt x="0" y="2755"/>
                    </a:lnTo>
                    <a:lnTo>
                      <a:pt x="710" y="2755"/>
                    </a:lnTo>
                    <a:lnTo>
                      <a:pt x="7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386;p33">
                <a:extLst>
                  <a:ext uri="{FF2B5EF4-FFF2-40B4-BE49-F238E27FC236}">
                    <a16:creationId xmlns:a16="http://schemas.microsoft.com/office/drawing/2014/main" id="{8D4AED6E-28F8-39F3-CBF0-09E30D753D66}"/>
                  </a:ext>
                </a:extLst>
              </p:cNvPr>
              <p:cNvSpPr/>
              <p:nvPr/>
            </p:nvSpPr>
            <p:spPr>
              <a:xfrm>
                <a:off x="4650175" y="3599675"/>
                <a:ext cx="17775" cy="101125"/>
              </a:xfrm>
              <a:custGeom>
                <a:avLst/>
                <a:gdLst/>
                <a:ahLst/>
                <a:cxnLst/>
                <a:rect l="l" t="t" r="r" b="b"/>
                <a:pathLst>
                  <a:path w="711" h="4045" extrusionOk="0">
                    <a:moveTo>
                      <a:pt x="1" y="0"/>
                    </a:moveTo>
                    <a:lnTo>
                      <a:pt x="1" y="4045"/>
                    </a:lnTo>
                    <a:lnTo>
                      <a:pt x="711" y="4045"/>
                    </a:lnTo>
                    <a:lnTo>
                      <a:pt x="7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387;p33">
                <a:extLst>
                  <a:ext uri="{FF2B5EF4-FFF2-40B4-BE49-F238E27FC236}">
                    <a16:creationId xmlns:a16="http://schemas.microsoft.com/office/drawing/2014/main" id="{2B7296AB-BF3F-0097-D010-16468F17241E}"/>
                  </a:ext>
                </a:extLst>
              </p:cNvPr>
              <p:cNvSpPr/>
              <p:nvPr/>
            </p:nvSpPr>
            <p:spPr>
              <a:xfrm>
                <a:off x="4688225" y="3553275"/>
                <a:ext cx="17775" cy="147525"/>
              </a:xfrm>
              <a:custGeom>
                <a:avLst/>
                <a:gdLst/>
                <a:ahLst/>
                <a:cxnLst/>
                <a:rect l="l" t="t" r="r" b="b"/>
                <a:pathLst>
                  <a:path w="711" h="5901" extrusionOk="0">
                    <a:moveTo>
                      <a:pt x="1" y="1"/>
                    </a:moveTo>
                    <a:lnTo>
                      <a:pt x="1" y="5901"/>
                    </a:lnTo>
                    <a:lnTo>
                      <a:pt x="711" y="5901"/>
                    </a:lnTo>
                    <a:lnTo>
                      <a:pt x="71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388;p33">
                <a:extLst>
                  <a:ext uri="{FF2B5EF4-FFF2-40B4-BE49-F238E27FC236}">
                    <a16:creationId xmlns:a16="http://schemas.microsoft.com/office/drawing/2014/main" id="{0FE38CD1-32DF-0D89-3619-8F97F627DB27}"/>
                  </a:ext>
                </a:extLst>
              </p:cNvPr>
              <p:cNvSpPr/>
              <p:nvPr/>
            </p:nvSpPr>
            <p:spPr>
              <a:xfrm>
                <a:off x="4725925" y="3517050"/>
                <a:ext cx="17775" cy="183750"/>
              </a:xfrm>
              <a:custGeom>
                <a:avLst/>
                <a:gdLst/>
                <a:ahLst/>
                <a:cxnLst/>
                <a:rect l="l" t="t" r="r" b="b"/>
                <a:pathLst>
                  <a:path w="711" h="7350" extrusionOk="0">
                    <a:moveTo>
                      <a:pt x="0" y="0"/>
                    </a:moveTo>
                    <a:lnTo>
                      <a:pt x="0" y="7350"/>
                    </a:lnTo>
                    <a:lnTo>
                      <a:pt x="711" y="7350"/>
                    </a:lnTo>
                    <a:lnTo>
                      <a:pt x="7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389;p33">
                <a:extLst>
                  <a:ext uri="{FF2B5EF4-FFF2-40B4-BE49-F238E27FC236}">
                    <a16:creationId xmlns:a16="http://schemas.microsoft.com/office/drawing/2014/main" id="{6EA15D45-1750-2606-FFAD-7C222DFBA8F3}"/>
                  </a:ext>
                </a:extLst>
              </p:cNvPr>
              <p:cNvSpPr/>
              <p:nvPr/>
            </p:nvSpPr>
            <p:spPr>
              <a:xfrm>
                <a:off x="4763600" y="3654025"/>
                <a:ext cx="18150" cy="46775"/>
              </a:xfrm>
              <a:custGeom>
                <a:avLst/>
                <a:gdLst/>
                <a:ahLst/>
                <a:cxnLst/>
                <a:rect l="l" t="t" r="r" b="b"/>
                <a:pathLst>
                  <a:path w="726" h="1871" extrusionOk="0">
                    <a:moveTo>
                      <a:pt x="1" y="1"/>
                    </a:moveTo>
                    <a:lnTo>
                      <a:pt x="1" y="1871"/>
                    </a:lnTo>
                    <a:lnTo>
                      <a:pt x="726" y="1871"/>
                    </a:lnTo>
                    <a:lnTo>
                      <a:pt x="72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390;p33">
                <a:extLst>
                  <a:ext uri="{FF2B5EF4-FFF2-40B4-BE49-F238E27FC236}">
                    <a16:creationId xmlns:a16="http://schemas.microsoft.com/office/drawing/2014/main" id="{C14A30DD-63DB-0DEE-25C3-0B334D186513}"/>
                  </a:ext>
                </a:extLst>
              </p:cNvPr>
              <p:cNvSpPr/>
              <p:nvPr/>
            </p:nvSpPr>
            <p:spPr>
              <a:xfrm>
                <a:off x="4801650" y="3594225"/>
                <a:ext cx="17800" cy="106575"/>
              </a:xfrm>
              <a:custGeom>
                <a:avLst/>
                <a:gdLst/>
                <a:ahLst/>
                <a:cxnLst/>
                <a:rect l="l" t="t" r="r" b="b"/>
                <a:pathLst>
                  <a:path w="712" h="4263" extrusionOk="0">
                    <a:moveTo>
                      <a:pt x="1" y="1"/>
                    </a:moveTo>
                    <a:lnTo>
                      <a:pt x="1" y="4263"/>
                    </a:lnTo>
                    <a:lnTo>
                      <a:pt x="711" y="4263"/>
                    </a:lnTo>
                    <a:lnTo>
                      <a:pt x="7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391;p33">
              <a:extLst>
                <a:ext uri="{FF2B5EF4-FFF2-40B4-BE49-F238E27FC236}">
                  <a16:creationId xmlns:a16="http://schemas.microsoft.com/office/drawing/2014/main" id="{BDA1B09E-B5F0-0609-B4EF-3AF6247E1272}"/>
                </a:ext>
              </a:extLst>
            </p:cNvPr>
            <p:cNvSpPr/>
            <p:nvPr/>
          </p:nvSpPr>
          <p:spPr>
            <a:xfrm flipH="1">
              <a:off x="5219363" y="937100"/>
              <a:ext cx="552233" cy="515696"/>
            </a:xfrm>
            <a:custGeom>
              <a:avLst/>
              <a:gdLst/>
              <a:ahLst/>
              <a:cxnLst/>
              <a:rect l="l" t="t" r="r" b="b"/>
              <a:pathLst>
                <a:path w="10565" h="9866" extrusionOk="0">
                  <a:moveTo>
                    <a:pt x="4552" y="1"/>
                  </a:moveTo>
                  <a:cubicBezTo>
                    <a:pt x="2229" y="1"/>
                    <a:pt x="0" y="1811"/>
                    <a:pt x="0" y="4539"/>
                  </a:cubicBezTo>
                  <a:cubicBezTo>
                    <a:pt x="0" y="6145"/>
                    <a:pt x="876" y="7642"/>
                    <a:pt x="2282" y="8463"/>
                  </a:cubicBezTo>
                  <a:cubicBezTo>
                    <a:pt x="2191" y="8902"/>
                    <a:pt x="2081" y="9358"/>
                    <a:pt x="1917" y="9778"/>
                  </a:cubicBezTo>
                  <a:cubicBezTo>
                    <a:pt x="1903" y="9831"/>
                    <a:pt x="1949" y="9865"/>
                    <a:pt x="1988" y="9865"/>
                  </a:cubicBezTo>
                  <a:cubicBezTo>
                    <a:pt x="2003" y="9865"/>
                    <a:pt x="2017" y="9861"/>
                    <a:pt x="2026" y="9851"/>
                  </a:cubicBezTo>
                  <a:lnTo>
                    <a:pt x="2884" y="8755"/>
                  </a:lnTo>
                  <a:cubicBezTo>
                    <a:pt x="3395" y="8956"/>
                    <a:pt x="3961" y="9048"/>
                    <a:pt x="4527" y="9048"/>
                  </a:cubicBezTo>
                  <a:cubicBezTo>
                    <a:pt x="4535" y="9048"/>
                    <a:pt x="4542" y="9048"/>
                    <a:pt x="4550" y="9048"/>
                  </a:cubicBezTo>
                  <a:cubicBezTo>
                    <a:pt x="8551" y="9048"/>
                    <a:pt x="10564" y="4186"/>
                    <a:pt x="7722" y="1344"/>
                  </a:cubicBezTo>
                  <a:cubicBezTo>
                    <a:pt x="6800" y="416"/>
                    <a:pt x="5665" y="1"/>
                    <a:pt x="45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392;p33">
              <a:extLst>
                <a:ext uri="{FF2B5EF4-FFF2-40B4-BE49-F238E27FC236}">
                  <a16:creationId xmlns:a16="http://schemas.microsoft.com/office/drawing/2014/main" id="{99BDF0DD-0B55-0EAC-2897-BA53D3144D74}"/>
                </a:ext>
              </a:extLst>
            </p:cNvPr>
            <p:cNvSpPr/>
            <p:nvPr/>
          </p:nvSpPr>
          <p:spPr>
            <a:xfrm flipH="1">
              <a:off x="5360335" y="1047286"/>
              <a:ext cx="349268" cy="295953"/>
            </a:xfrm>
            <a:custGeom>
              <a:avLst/>
              <a:gdLst/>
              <a:ahLst/>
              <a:cxnLst/>
              <a:rect l="l" t="t" r="r" b="b"/>
              <a:pathLst>
                <a:path w="6682" h="5662" extrusionOk="0">
                  <a:moveTo>
                    <a:pt x="1721" y="1"/>
                  </a:moveTo>
                  <a:cubicBezTo>
                    <a:pt x="861" y="1"/>
                    <a:pt x="1" y="606"/>
                    <a:pt x="1" y="1700"/>
                  </a:cubicBezTo>
                  <a:cubicBezTo>
                    <a:pt x="1" y="3599"/>
                    <a:pt x="3341" y="5662"/>
                    <a:pt x="3341" y="5662"/>
                  </a:cubicBezTo>
                  <a:cubicBezTo>
                    <a:pt x="3341" y="5662"/>
                    <a:pt x="6682" y="3380"/>
                    <a:pt x="6682" y="1700"/>
                  </a:cubicBezTo>
                  <a:cubicBezTo>
                    <a:pt x="6682" y="769"/>
                    <a:pt x="5915" y="3"/>
                    <a:pt x="4984" y="3"/>
                  </a:cubicBezTo>
                  <a:cubicBezTo>
                    <a:pt x="4218" y="3"/>
                    <a:pt x="3560" y="496"/>
                    <a:pt x="3341" y="1226"/>
                  </a:cubicBezTo>
                  <a:cubicBezTo>
                    <a:pt x="3098" y="389"/>
                    <a:pt x="2410" y="1"/>
                    <a:pt x="172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393;p33">
              <a:extLst>
                <a:ext uri="{FF2B5EF4-FFF2-40B4-BE49-F238E27FC236}">
                  <a16:creationId xmlns:a16="http://schemas.microsoft.com/office/drawing/2014/main" id="{E521A5AE-3DC7-3770-9FF3-BFEB1E23C3CC}"/>
                </a:ext>
              </a:extLst>
            </p:cNvPr>
            <p:cNvSpPr/>
            <p:nvPr/>
          </p:nvSpPr>
          <p:spPr>
            <a:xfrm flipH="1">
              <a:off x="5394676" y="1144718"/>
              <a:ext cx="293914" cy="108826"/>
            </a:xfrm>
            <a:custGeom>
              <a:avLst/>
              <a:gdLst/>
              <a:ahLst/>
              <a:cxnLst/>
              <a:rect l="l" t="t" r="r" b="b"/>
              <a:pathLst>
                <a:path w="5623" h="2082" extrusionOk="0">
                  <a:moveTo>
                    <a:pt x="2428" y="1"/>
                  </a:moveTo>
                  <a:cubicBezTo>
                    <a:pt x="2410" y="1"/>
                    <a:pt x="2392" y="19"/>
                    <a:pt x="2373" y="37"/>
                  </a:cubicBezTo>
                  <a:lnTo>
                    <a:pt x="2081" y="1078"/>
                  </a:lnTo>
                  <a:lnTo>
                    <a:pt x="0" y="1078"/>
                  </a:lnTo>
                  <a:cubicBezTo>
                    <a:pt x="18" y="1114"/>
                    <a:pt x="55" y="1151"/>
                    <a:pt x="73" y="1187"/>
                  </a:cubicBezTo>
                  <a:lnTo>
                    <a:pt x="2136" y="1187"/>
                  </a:lnTo>
                  <a:cubicBezTo>
                    <a:pt x="2154" y="1187"/>
                    <a:pt x="2191" y="1169"/>
                    <a:pt x="2191" y="1151"/>
                  </a:cubicBezTo>
                  <a:lnTo>
                    <a:pt x="2428" y="293"/>
                  </a:lnTo>
                  <a:lnTo>
                    <a:pt x="2885" y="2027"/>
                  </a:lnTo>
                  <a:cubicBezTo>
                    <a:pt x="2903" y="2045"/>
                    <a:pt x="2921" y="2063"/>
                    <a:pt x="2939" y="2082"/>
                  </a:cubicBezTo>
                  <a:cubicBezTo>
                    <a:pt x="2976" y="2082"/>
                    <a:pt x="2994" y="2063"/>
                    <a:pt x="2994" y="2027"/>
                  </a:cubicBezTo>
                  <a:lnTo>
                    <a:pt x="3487" y="804"/>
                  </a:lnTo>
                  <a:lnTo>
                    <a:pt x="3651" y="1406"/>
                  </a:lnTo>
                  <a:cubicBezTo>
                    <a:pt x="3651" y="1425"/>
                    <a:pt x="3688" y="1443"/>
                    <a:pt x="3706" y="1443"/>
                  </a:cubicBezTo>
                  <a:lnTo>
                    <a:pt x="5532" y="1443"/>
                  </a:lnTo>
                  <a:cubicBezTo>
                    <a:pt x="5568" y="1406"/>
                    <a:pt x="5605" y="1370"/>
                    <a:pt x="5623" y="1315"/>
                  </a:cubicBezTo>
                  <a:lnTo>
                    <a:pt x="5623" y="1315"/>
                  </a:lnTo>
                  <a:lnTo>
                    <a:pt x="3761" y="1333"/>
                  </a:lnTo>
                  <a:lnTo>
                    <a:pt x="3578" y="585"/>
                  </a:lnTo>
                  <a:cubicBezTo>
                    <a:pt x="3578" y="567"/>
                    <a:pt x="3560" y="548"/>
                    <a:pt x="3523" y="548"/>
                  </a:cubicBezTo>
                  <a:cubicBezTo>
                    <a:pt x="3505" y="548"/>
                    <a:pt x="3469" y="567"/>
                    <a:pt x="3469" y="585"/>
                  </a:cubicBezTo>
                  <a:lnTo>
                    <a:pt x="2976" y="1826"/>
                  </a:lnTo>
                  <a:lnTo>
                    <a:pt x="2501" y="37"/>
                  </a:lnTo>
                  <a:cubicBezTo>
                    <a:pt x="2483" y="19"/>
                    <a:pt x="2465" y="1"/>
                    <a:pt x="24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394;p33">
              <a:extLst>
                <a:ext uri="{FF2B5EF4-FFF2-40B4-BE49-F238E27FC236}">
                  <a16:creationId xmlns:a16="http://schemas.microsoft.com/office/drawing/2014/main" id="{29EDF608-365B-D97E-E052-923498C73C27}"/>
                </a:ext>
              </a:extLst>
            </p:cNvPr>
            <p:cNvSpPr/>
            <p:nvPr/>
          </p:nvSpPr>
          <p:spPr>
            <a:xfrm>
              <a:off x="7084550" y="622868"/>
              <a:ext cx="430242" cy="425873"/>
            </a:xfrm>
            <a:custGeom>
              <a:avLst/>
              <a:gdLst/>
              <a:ahLst/>
              <a:cxnLst/>
              <a:rect l="l" t="t" r="r" b="b"/>
              <a:pathLst>
                <a:path w="5712" h="5654" extrusionOk="0">
                  <a:moveTo>
                    <a:pt x="2872" y="1323"/>
                  </a:moveTo>
                  <a:cubicBezTo>
                    <a:pt x="2914" y="1323"/>
                    <a:pt x="2958" y="1327"/>
                    <a:pt x="3001" y="1334"/>
                  </a:cubicBezTo>
                  <a:lnTo>
                    <a:pt x="3073" y="1334"/>
                  </a:lnTo>
                  <a:cubicBezTo>
                    <a:pt x="3110" y="1341"/>
                    <a:pt x="3121" y="1341"/>
                    <a:pt x="3131" y="1341"/>
                  </a:cubicBezTo>
                  <a:cubicBezTo>
                    <a:pt x="3142" y="1341"/>
                    <a:pt x="3153" y="1341"/>
                    <a:pt x="3189" y="1349"/>
                  </a:cubicBezTo>
                  <a:cubicBezTo>
                    <a:pt x="3247" y="1363"/>
                    <a:pt x="3291" y="1378"/>
                    <a:pt x="3349" y="1392"/>
                  </a:cubicBezTo>
                  <a:lnTo>
                    <a:pt x="3392" y="1407"/>
                  </a:lnTo>
                  <a:cubicBezTo>
                    <a:pt x="3465" y="1436"/>
                    <a:pt x="3537" y="1465"/>
                    <a:pt x="3595" y="1508"/>
                  </a:cubicBezTo>
                  <a:lnTo>
                    <a:pt x="3668" y="1537"/>
                  </a:lnTo>
                  <a:cubicBezTo>
                    <a:pt x="3682" y="1552"/>
                    <a:pt x="3697" y="1566"/>
                    <a:pt x="3726" y="1581"/>
                  </a:cubicBezTo>
                  <a:lnTo>
                    <a:pt x="3784" y="1624"/>
                  </a:lnTo>
                  <a:lnTo>
                    <a:pt x="3842" y="1668"/>
                  </a:lnTo>
                  <a:lnTo>
                    <a:pt x="3900" y="1711"/>
                  </a:lnTo>
                  <a:cubicBezTo>
                    <a:pt x="3929" y="1740"/>
                    <a:pt x="3972" y="1783"/>
                    <a:pt x="4001" y="1812"/>
                  </a:cubicBezTo>
                  <a:cubicBezTo>
                    <a:pt x="4016" y="1827"/>
                    <a:pt x="4030" y="1841"/>
                    <a:pt x="4045" y="1856"/>
                  </a:cubicBezTo>
                  <a:cubicBezTo>
                    <a:pt x="4059" y="1885"/>
                    <a:pt x="4088" y="1914"/>
                    <a:pt x="4103" y="1943"/>
                  </a:cubicBezTo>
                  <a:lnTo>
                    <a:pt x="4132" y="1986"/>
                  </a:lnTo>
                  <a:cubicBezTo>
                    <a:pt x="4161" y="2030"/>
                    <a:pt x="4190" y="2073"/>
                    <a:pt x="4219" y="2131"/>
                  </a:cubicBezTo>
                  <a:cubicBezTo>
                    <a:pt x="4233" y="2146"/>
                    <a:pt x="4248" y="2175"/>
                    <a:pt x="4248" y="2189"/>
                  </a:cubicBezTo>
                  <a:lnTo>
                    <a:pt x="4248" y="2204"/>
                  </a:lnTo>
                  <a:cubicBezTo>
                    <a:pt x="4262" y="2218"/>
                    <a:pt x="4277" y="2247"/>
                    <a:pt x="4277" y="2262"/>
                  </a:cubicBezTo>
                  <a:cubicBezTo>
                    <a:pt x="4277" y="2291"/>
                    <a:pt x="4291" y="2305"/>
                    <a:pt x="4291" y="2320"/>
                  </a:cubicBezTo>
                  <a:lnTo>
                    <a:pt x="4306" y="2349"/>
                  </a:lnTo>
                  <a:cubicBezTo>
                    <a:pt x="4320" y="2407"/>
                    <a:pt x="4335" y="2450"/>
                    <a:pt x="4349" y="2508"/>
                  </a:cubicBezTo>
                  <a:lnTo>
                    <a:pt x="4349" y="2552"/>
                  </a:lnTo>
                  <a:cubicBezTo>
                    <a:pt x="4349" y="2566"/>
                    <a:pt x="4364" y="2624"/>
                    <a:pt x="4364" y="2668"/>
                  </a:cubicBezTo>
                  <a:cubicBezTo>
                    <a:pt x="4364" y="2711"/>
                    <a:pt x="4364" y="2769"/>
                    <a:pt x="4364" y="2827"/>
                  </a:cubicBezTo>
                  <a:cubicBezTo>
                    <a:pt x="4378" y="2871"/>
                    <a:pt x="4378" y="2929"/>
                    <a:pt x="4378" y="2987"/>
                  </a:cubicBezTo>
                  <a:lnTo>
                    <a:pt x="4378" y="3001"/>
                  </a:lnTo>
                  <a:cubicBezTo>
                    <a:pt x="4378" y="3016"/>
                    <a:pt x="4378" y="3059"/>
                    <a:pt x="4364" y="3074"/>
                  </a:cubicBezTo>
                  <a:cubicBezTo>
                    <a:pt x="4364" y="3103"/>
                    <a:pt x="4364" y="3132"/>
                    <a:pt x="4349" y="3161"/>
                  </a:cubicBezTo>
                  <a:cubicBezTo>
                    <a:pt x="4349" y="3204"/>
                    <a:pt x="4335" y="3248"/>
                    <a:pt x="4320" y="3306"/>
                  </a:cubicBezTo>
                  <a:lnTo>
                    <a:pt x="4277" y="3393"/>
                  </a:lnTo>
                  <a:cubicBezTo>
                    <a:pt x="4277" y="3421"/>
                    <a:pt x="4262" y="3436"/>
                    <a:pt x="4248" y="3465"/>
                  </a:cubicBezTo>
                  <a:lnTo>
                    <a:pt x="4219" y="3523"/>
                  </a:lnTo>
                  <a:cubicBezTo>
                    <a:pt x="4190" y="3566"/>
                    <a:pt x="4175" y="3624"/>
                    <a:pt x="4132" y="3668"/>
                  </a:cubicBezTo>
                  <a:cubicBezTo>
                    <a:pt x="4132" y="3668"/>
                    <a:pt x="4117" y="3682"/>
                    <a:pt x="4117" y="3697"/>
                  </a:cubicBezTo>
                  <a:cubicBezTo>
                    <a:pt x="4103" y="3711"/>
                    <a:pt x="4103" y="3711"/>
                    <a:pt x="4103" y="3711"/>
                  </a:cubicBezTo>
                  <a:lnTo>
                    <a:pt x="4074" y="3755"/>
                  </a:lnTo>
                  <a:lnTo>
                    <a:pt x="4030" y="3813"/>
                  </a:lnTo>
                  <a:cubicBezTo>
                    <a:pt x="4001" y="3842"/>
                    <a:pt x="3972" y="3871"/>
                    <a:pt x="3943" y="3900"/>
                  </a:cubicBezTo>
                  <a:lnTo>
                    <a:pt x="3900" y="3943"/>
                  </a:lnTo>
                  <a:lnTo>
                    <a:pt x="3856" y="3972"/>
                  </a:lnTo>
                  <a:lnTo>
                    <a:pt x="3798" y="4030"/>
                  </a:lnTo>
                  <a:cubicBezTo>
                    <a:pt x="3755" y="4059"/>
                    <a:pt x="3697" y="4103"/>
                    <a:pt x="3639" y="4132"/>
                  </a:cubicBezTo>
                  <a:lnTo>
                    <a:pt x="3595" y="4161"/>
                  </a:lnTo>
                  <a:lnTo>
                    <a:pt x="3523" y="4190"/>
                  </a:lnTo>
                  <a:lnTo>
                    <a:pt x="3465" y="4219"/>
                  </a:lnTo>
                  <a:lnTo>
                    <a:pt x="3378" y="4262"/>
                  </a:lnTo>
                  <a:cubicBezTo>
                    <a:pt x="3349" y="4262"/>
                    <a:pt x="3334" y="4277"/>
                    <a:pt x="3320" y="4277"/>
                  </a:cubicBezTo>
                  <a:cubicBezTo>
                    <a:pt x="3276" y="4291"/>
                    <a:pt x="3233" y="4306"/>
                    <a:pt x="3189" y="4306"/>
                  </a:cubicBezTo>
                  <a:lnTo>
                    <a:pt x="3131" y="4320"/>
                  </a:lnTo>
                  <a:lnTo>
                    <a:pt x="3059" y="4335"/>
                  </a:lnTo>
                  <a:cubicBezTo>
                    <a:pt x="3001" y="4342"/>
                    <a:pt x="2947" y="4346"/>
                    <a:pt x="2894" y="4346"/>
                  </a:cubicBezTo>
                  <a:cubicBezTo>
                    <a:pt x="2842" y="4346"/>
                    <a:pt x="2791" y="4342"/>
                    <a:pt x="2740" y="4335"/>
                  </a:cubicBezTo>
                  <a:lnTo>
                    <a:pt x="2610" y="4335"/>
                  </a:lnTo>
                  <a:lnTo>
                    <a:pt x="2552" y="4320"/>
                  </a:lnTo>
                  <a:cubicBezTo>
                    <a:pt x="2479" y="4306"/>
                    <a:pt x="2407" y="4277"/>
                    <a:pt x="2334" y="4262"/>
                  </a:cubicBezTo>
                  <a:lnTo>
                    <a:pt x="2276" y="4233"/>
                  </a:lnTo>
                  <a:lnTo>
                    <a:pt x="2218" y="4204"/>
                  </a:lnTo>
                  <a:lnTo>
                    <a:pt x="2146" y="4161"/>
                  </a:lnTo>
                  <a:cubicBezTo>
                    <a:pt x="2102" y="4132"/>
                    <a:pt x="2059" y="4103"/>
                    <a:pt x="2030" y="4088"/>
                  </a:cubicBezTo>
                  <a:lnTo>
                    <a:pt x="1972" y="4045"/>
                  </a:lnTo>
                  <a:cubicBezTo>
                    <a:pt x="1957" y="4030"/>
                    <a:pt x="1928" y="4016"/>
                    <a:pt x="1914" y="4001"/>
                  </a:cubicBezTo>
                  <a:cubicBezTo>
                    <a:pt x="1899" y="3987"/>
                    <a:pt x="1870" y="3958"/>
                    <a:pt x="1856" y="3943"/>
                  </a:cubicBezTo>
                  <a:cubicBezTo>
                    <a:pt x="1827" y="3914"/>
                    <a:pt x="1812" y="3900"/>
                    <a:pt x="1783" y="3885"/>
                  </a:cubicBezTo>
                  <a:lnTo>
                    <a:pt x="1740" y="3827"/>
                  </a:lnTo>
                  <a:cubicBezTo>
                    <a:pt x="1682" y="3755"/>
                    <a:pt x="1624" y="3682"/>
                    <a:pt x="1580" y="3610"/>
                  </a:cubicBezTo>
                  <a:cubicBezTo>
                    <a:pt x="1566" y="3595"/>
                    <a:pt x="1551" y="3566"/>
                    <a:pt x="1537" y="3552"/>
                  </a:cubicBezTo>
                  <a:cubicBezTo>
                    <a:pt x="1537" y="3523"/>
                    <a:pt x="1522" y="3494"/>
                    <a:pt x="1508" y="3479"/>
                  </a:cubicBezTo>
                  <a:cubicBezTo>
                    <a:pt x="1493" y="3465"/>
                    <a:pt x="1493" y="3450"/>
                    <a:pt x="1493" y="3436"/>
                  </a:cubicBezTo>
                  <a:cubicBezTo>
                    <a:pt x="1479" y="3421"/>
                    <a:pt x="1479" y="3421"/>
                    <a:pt x="1479" y="3407"/>
                  </a:cubicBezTo>
                  <a:lnTo>
                    <a:pt x="1464" y="3364"/>
                  </a:lnTo>
                  <a:lnTo>
                    <a:pt x="1450" y="3320"/>
                  </a:lnTo>
                  <a:cubicBezTo>
                    <a:pt x="1435" y="3306"/>
                    <a:pt x="1435" y="3306"/>
                    <a:pt x="1450" y="3306"/>
                  </a:cubicBezTo>
                  <a:cubicBezTo>
                    <a:pt x="1450" y="3277"/>
                    <a:pt x="1435" y="3262"/>
                    <a:pt x="1421" y="3233"/>
                  </a:cubicBezTo>
                  <a:cubicBezTo>
                    <a:pt x="1421" y="3219"/>
                    <a:pt x="1406" y="3175"/>
                    <a:pt x="1406" y="3146"/>
                  </a:cubicBezTo>
                  <a:cubicBezTo>
                    <a:pt x="1392" y="3117"/>
                    <a:pt x="1406" y="3103"/>
                    <a:pt x="1392" y="3088"/>
                  </a:cubicBezTo>
                  <a:cubicBezTo>
                    <a:pt x="1377" y="3074"/>
                    <a:pt x="1377" y="3016"/>
                    <a:pt x="1377" y="2987"/>
                  </a:cubicBezTo>
                  <a:cubicBezTo>
                    <a:pt x="1363" y="2943"/>
                    <a:pt x="1377" y="2885"/>
                    <a:pt x="1377" y="2827"/>
                  </a:cubicBezTo>
                  <a:lnTo>
                    <a:pt x="1377" y="2668"/>
                  </a:lnTo>
                  <a:cubicBezTo>
                    <a:pt x="1377" y="2668"/>
                    <a:pt x="1377" y="2668"/>
                    <a:pt x="1377" y="2653"/>
                  </a:cubicBezTo>
                  <a:lnTo>
                    <a:pt x="1392" y="2581"/>
                  </a:lnTo>
                  <a:cubicBezTo>
                    <a:pt x="1392" y="2552"/>
                    <a:pt x="1392" y="2537"/>
                    <a:pt x="1406" y="2508"/>
                  </a:cubicBezTo>
                  <a:cubicBezTo>
                    <a:pt x="1406" y="2450"/>
                    <a:pt x="1421" y="2407"/>
                    <a:pt x="1435" y="2349"/>
                  </a:cubicBezTo>
                  <a:lnTo>
                    <a:pt x="1464" y="2291"/>
                  </a:lnTo>
                  <a:lnTo>
                    <a:pt x="1479" y="2247"/>
                  </a:lnTo>
                  <a:cubicBezTo>
                    <a:pt x="1479" y="2233"/>
                    <a:pt x="1493" y="2233"/>
                    <a:pt x="1493" y="2218"/>
                  </a:cubicBezTo>
                  <a:cubicBezTo>
                    <a:pt x="1493" y="2204"/>
                    <a:pt x="1508" y="2189"/>
                    <a:pt x="1508" y="2175"/>
                  </a:cubicBezTo>
                  <a:cubicBezTo>
                    <a:pt x="1522" y="2131"/>
                    <a:pt x="1551" y="2102"/>
                    <a:pt x="1580" y="2059"/>
                  </a:cubicBezTo>
                  <a:lnTo>
                    <a:pt x="1609" y="2015"/>
                  </a:lnTo>
                  <a:lnTo>
                    <a:pt x="1638" y="1957"/>
                  </a:lnTo>
                  <a:lnTo>
                    <a:pt x="1682" y="1899"/>
                  </a:lnTo>
                  <a:lnTo>
                    <a:pt x="1740" y="1841"/>
                  </a:lnTo>
                  <a:lnTo>
                    <a:pt x="1798" y="1783"/>
                  </a:lnTo>
                  <a:cubicBezTo>
                    <a:pt x="1885" y="1682"/>
                    <a:pt x="1986" y="1595"/>
                    <a:pt x="2102" y="1537"/>
                  </a:cubicBezTo>
                  <a:lnTo>
                    <a:pt x="2160" y="1494"/>
                  </a:lnTo>
                  <a:lnTo>
                    <a:pt x="2218" y="1465"/>
                  </a:lnTo>
                  <a:lnTo>
                    <a:pt x="2276" y="1450"/>
                  </a:lnTo>
                  <a:cubicBezTo>
                    <a:pt x="2305" y="1436"/>
                    <a:pt x="2349" y="1421"/>
                    <a:pt x="2378" y="1407"/>
                  </a:cubicBezTo>
                  <a:lnTo>
                    <a:pt x="2436" y="1392"/>
                  </a:lnTo>
                  <a:lnTo>
                    <a:pt x="2494" y="1363"/>
                  </a:lnTo>
                  <a:lnTo>
                    <a:pt x="2566" y="1349"/>
                  </a:lnTo>
                  <a:lnTo>
                    <a:pt x="2624" y="1349"/>
                  </a:lnTo>
                  <a:cubicBezTo>
                    <a:pt x="2639" y="1334"/>
                    <a:pt x="2668" y="1334"/>
                    <a:pt x="2682" y="1334"/>
                  </a:cubicBezTo>
                  <a:lnTo>
                    <a:pt x="2755" y="1334"/>
                  </a:lnTo>
                  <a:cubicBezTo>
                    <a:pt x="2791" y="1327"/>
                    <a:pt x="2831" y="1323"/>
                    <a:pt x="2872" y="1323"/>
                  </a:cubicBezTo>
                  <a:close/>
                  <a:moveTo>
                    <a:pt x="2871" y="1"/>
                  </a:moveTo>
                  <a:cubicBezTo>
                    <a:pt x="2769" y="1"/>
                    <a:pt x="2668" y="1"/>
                    <a:pt x="2566" y="15"/>
                  </a:cubicBezTo>
                  <a:cubicBezTo>
                    <a:pt x="2407" y="30"/>
                    <a:pt x="2276" y="189"/>
                    <a:pt x="2291" y="348"/>
                  </a:cubicBezTo>
                  <a:lnTo>
                    <a:pt x="2291" y="377"/>
                  </a:lnTo>
                  <a:cubicBezTo>
                    <a:pt x="2291" y="392"/>
                    <a:pt x="2291" y="406"/>
                    <a:pt x="2291" y="421"/>
                  </a:cubicBezTo>
                  <a:cubicBezTo>
                    <a:pt x="2291" y="537"/>
                    <a:pt x="2218" y="653"/>
                    <a:pt x="2117" y="696"/>
                  </a:cubicBezTo>
                  <a:lnTo>
                    <a:pt x="2088" y="711"/>
                  </a:lnTo>
                  <a:lnTo>
                    <a:pt x="1986" y="740"/>
                  </a:lnTo>
                  <a:lnTo>
                    <a:pt x="1914" y="783"/>
                  </a:lnTo>
                  <a:lnTo>
                    <a:pt x="1899" y="783"/>
                  </a:lnTo>
                  <a:cubicBezTo>
                    <a:pt x="1860" y="801"/>
                    <a:pt x="1819" y="809"/>
                    <a:pt x="1777" y="809"/>
                  </a:cubicBezTo>
                  <a:cubicBezTo>
                    <a:pt x="1680" y="809"/>
                    <a:pt x="1583" y="763"/>
                    <a:pt x="1522" y="682"/>
                  </a:cubicBezTo>
                  <a:cubicBezTo>
                    <a:pt x="1460" y="601"/>
                    <a:pt x="1370" y="560"/>
                    <a:pt x="1276" y="560"/>
                  </a:cubicBezTo>
                  <a:cubicBezTo>
                    <a:pt x="1218" y="560"/>
                    <a:pt x="1158" y="576"/>
                    <a:pt x="1102" y="609"/>
                  </a:cubicBezTo>
                  <a:lnTo>
                    <a:pt x="1073" y="624"/>
                  </a:lnTo>
                  <a:cubicBezTo>
                    <a:pt x="1001" y="682"/>
                    <a:pt x="914" y="754"/>
                    <a:pt x="841" y="827"/>
                  </a:cubicBezTo>
                  <a:cubicBezTo>
                    <a:pt x="769" y="899"/>
                    <a:pt x="711" y="972"/>
                    <a:pt x="638" y="1059"/>
                  </a:cubicBezTo>
                  <a:cubicBezTo>
                    <a:pt x="580" y="1131"/>
                    <a:pt x="551" y="1247"/>
                    <a:pt x="580" y="1349"/>
                  </a:cubicBezTo>
                  <a:cubicBezTo>
                    <a:pt x="595" y="1363"/>
                    <a:pt x="609" y="1392"/>
                    <a:pt x="624" y="1421"/>
                  </a:cubicBezTo>
                  <a:cubicBezTo>
                    <a:pt x="638" y="1450"/>
                    <a:pt x="653" y="1465"/>
                    <a:pt x="667" y="1479"/>
                  </a:cubicBezTo>
                  <a:lnTo>
                    <a:pt x="696" y="1508"/>
                  </a:lnTo>
                  <a:cubicBezTo>
                    <a:pt x="812" y="1595"/>
                    <a:pt x="856" y="1740"/>
                    <a:pt x="798" y="1885"/>
                  </a:cubicBezTo>
                  <a:cubicBezTo>
                    <a:pt x="769" y="1943"/>
                    <a:pt x="740" y="2001"/>
                    <a:pt x="725" y="2059"/>
                  </a:cubicBezTo>
                  <a:cubicBezTo>
                    <a:pt x="711" y="2102"/>
                    <a:pt x="682" y="2131"/>
                    <a:pt x="653" y="2160"/>
                  </a:cubicBezTo>
                  <a:cubicBezTo>
                    <a:pt x="638" y="2175"/>
                    <a:pt x="624" y="2189"/>
                    <a:pt x="609" y="2204"/>
                  </a:cubicBezTo>
                  <a:cubicBezTo>
                    <a:pt x="595" y="2218"/>
                    <a:pt x="566" y="2233"/>
                    <a:pt x="551" y="2233"/>
                  </a:cubicBezTo>
                  <a:lnTo>
                    <a:pt x="493" y="2262"/>
                  </a:lnTo>
                  <a:lnTo>
                    <a:pt x="334" y="2262"/>
                  </a:lnTo>
                  <a:cubicBezTo>
                    <a:pt x="327" y="2255"/>
                    <a:pt x="319" y="2251"/>
                    <a:pt x="310" y="2251"/>
                  </a:cubicBezTo>
                  <a:cubicBezTo>
                    <a:pt x="301" y="2251"/>
                    <a:pt x="290" y="2255"/>
                    <a:pt x="276" y="2262"/>
                  </a:cubicBezTo>
                  <a:cubicBezTo>
                    <a:pt x="145" y="2276"/>
                    <a:pt x="44" y="2392"/>
                    <a:pt x="29" y="2523"/>
                  </a:cubicBezTo>
                  <a:cubicBezTo>
                    <a:pt x="0" y="2726"/>
                    <a:pt x="0" y="2929"/>
                    <a:pt x="29" y="3132"/>
                  </a:cubicBezTo>
                  <a:cubicBezTo>
                    <a:pt x="44" y="3277"/>
                    <a:pt x="145" y="3393"/>
                    <a:pt x="276" y="3407"/>
                  </a:cubicBezTo>
                  <a:cubicBezTo>
                    <a:pt x="298" y="3414"/>
                    <a:pt x="316" y="3418"/>
                    <a:pt x="332" y="3418"/>
                  </a:cubicBezTo>
                  <a:cubicBezTo>
                    <a:pt x="348" y="3418"/>
                    <a:pt x="363" y="3414"/>
                    <a:pt x="377" y="3407"/>
                  </a:cubicBezTo>
                  <a:lnTo>
                    <a:pt x="435" y="3407"/>
                  </a:lnTo>
                  <a:cubicBezTo>
                    <a:pt x="493" y="3407"/>
                    <a:pt x="551" y="3436"/>
                    <a:pt x="609" y="3465"/>
                  </a:cubicBezTo>
                  <a:cubicBezTo>
                    <a:pt x="624" y="3479"/>
                    <a:pt x="638" y="3479"/>
                    <a:pt x="653" y="3494"/>
                  </a:cubicBezTo>
                  <a:cubicBezTo>
                    <a:pt x="682" y="3523"/>
                    <a:pt x="711" y="3566"/>
                    <a:pt x="725" y="3610"/>
                  </a:cubicBezTo>
                  <a:cubicBezTo>
                    <a:pt x="754" y="3668"/>
                    <a:pt x="769" y="3740"/>
                    <a:pt x="798" y="3798"/>
                  </a:cubicBezTo>
                  <a:cubicBezTo>
                    <a:pt x="870" y="3914"/>
                    <a:pt x="841" y="4059"/>
                    <a:pt x="725" y="4161"/>
                  </a:cubicBezTo>
                  <a:lnTo>
                    <a:pt x="696" y="4175"/>
                  </a:lnTo>
                  <a:lnTo>
                    <a:pt x="667" y="4204"/>
                  </a:lnTo>
                  <a:cubicBezTo>
                    <a:pt x="653" y="4219"/>
                    <a:pt x="638" y="4233"/>
                    <a:pt x="624" y="4262"/>
                  </a:cubicBezTo>
                  <a:cubicBezTo>
                    <a:pt x="609" y="4277"/>
                    <a:pt x="595" y="4306"/>
                    <a:pt x="595" y="4335"/>
                  </a:cubicBezTo>
                  <a:lnTo>
                    <a:pt x="595" y="4364"/>
                  </a:lnTo>
                  <a:cubicBezTo>
                    <a:pt x="595" y="4378"/>
                    <a:pt x="595" y="4393"/>
                    <a:pt x="595" y="4393"/>
                  </a:cubicBezTo>
                  <a:cubicBezTo>
                    <a:pt x="595" y="4407"/>
                    <a:pt x="595" y="4422"/>
                    <a:pt x="595" y="4422"/>
                  </a:cubicBezTo>
                  <a:cubicBezTo>
                    <a:pt x="595" y="4436"/>
                    <a:pt x="595" y="4451"/>
                    <a:pt x="595" y="4465"/>
                  </a:cubicBezTo>
                  <a:lnTo>
                    <a:pt x="595" y="4509"/>
                  </a:lnTo>
                  <a:lnTo>
                    <a:pt x="595" y="4523"/>
                  </a:lnTo>
                  <a:cubicBezTo>
                    <a:pt x="595" y="4538"/>
                    <a:pt x="595" y="4552"/>
                    <a:pt x="609" y="4552"/>
                  </a:cubicBezTo>
                  <a:lnTo>
                    <a:pt x="638" y="4596"/>
                  </a:lnTo>
                  <a:cubicBezTo>
                    <a:pt x="696" y="4668"/>
                    <a:pt x="769" y="4755"/>
                    <a:pt x="841" y="4828"/>
                  </a:cubicBezTo>
                  <a:cubicBezTo>
                    <a:pt x="914" y="4900"/>
                    <a:pt x="986" y="4958"/>
                    <a:pt x="1073" y="5031"/>
                  </a:cubicBezTo>
                  <a:cubicBezTo>
                    <a:pt x="1121" y="5066"/>
                    <a:pt x="1188" y="5092"/>
                    <a:pt x="1251" y="5092"/>
                  </a:cubicBezTo>
                  <a:cubicBezTo>
                    <a:pt x="1264" y="5092"/>
                    <a:pt x="1278" y="5091"/>
                    <a:pt x="1291" y="5089"/>
                  </a:cubicBezTo>
                  <a:cubicBezTo>
                    <a:pt x="1319" y="5089"/>
                    <a:pt x="1348" y="5089"/>
                    <a:pt x="1363" y="5074"/>
                  </a:cubicBezTo>
                  <a:cubicBezTo>
                    <a:pt x="1421" y="5060"/>
                    <a:pt x="1479" y="5016"/>
                    <a:pt x="1508" y="4973"/>
                  </a:cubicBezTo>
                  <a:lnTo>
                    <a:pt x="1537" y="4944"/>
                  </a:lnTo>
                  <a:cubicBezTo>
                    <a:pt x="1580" y="4900"/>
                    <a:pt x="1609" y="4871"/>
                    <a:pt x="1667" y="4857"/>
                  </a:cubicBezTo>
                  <a:lnTo>
                    <a:pt x="1769" y="4842"/>
                  </a:lnTo>
                  <a:cubicBezTo>
                    <a:pt x="1812" y="4842"/>
                    <a:pt x="1856" y="4857"/>
                    <a:pt x="1899" y="4871"/>
                  </a:cubicBezTo>
                  <a:cubicBezTo>
                    <a:pt x="1957" y="4900"/>
                    <a:pt x="2015" y="4929"/>
                    <a:pt x="2073" y="4944"/>
                  </a:cubicBezTo>
                  <a:cubicBezTo>
                    <a:pt x="2131" y="4973"/>
                    <a:pt x="2189" y="5016"/>
                    <a:pt x="2218" y="5060"/>
                  </a:cubicBezTo>
                  <a:cubicBezTo>
                    <a:pt x="2233" y="5074"/>
                    <a:pt x="2247" y="5103"/>
                    <a:pt x="2262" y="5117"/>
                  </a:cubicBezTo>
                  <a:cubicBezTo>
                    <a:pt x="2276" y="5175"/>
                    <a:pt x="2276" y="5233"/>
                    <a:pt x="2276" y="5277"/>
                  </a:cubicBezTo>
                  <a:cubicBezTo>
                    <a:pt x="2247" y="5451"/>
                    <a:pt x="2349" y="5596"/>
                    <a:pt x="2508" y="5639"/>
                  </a:cubicBezTo>
                  <a:lnTo>
                    <a:pt x="2552" y="5639"/>
                  </a:lnTo>
                  <a:cubicBezTo>
                    <a:pt x="2653" y="5654"/>
                    <a:pt x="2755" y="5654"/>
                    <a:pt x="2856" y="5654"/>
                  </a:cubicBezTo>
                  <a:cubicBezTo>
                    <a:pt x="2958" y="5654"/>
                    <a:pt x="3059" y="5654"/>
                    <a:pt x="3160" y="5639"/>
                  </a:cubicBezTo>
                  <a:cubicBezTo>
                    <a:pt x="3233" y="5625"/>
                    <a:pt x="3291" y="5596"/>
                    <a:pt x="3334" y="5538"/>
                  </a:cubicBezTo>
                  <a:cubicBezTo>
                    <a:pt x="3363" y="5509"/>
                    <a:pt x="3392" y="5480"/>
                    <a:pt x="3407" y="5436"/>
                  </a:cubicBezTo>
                  <a:cubicBezTo>
                    <a:pt x="3421" y="5378"/>
                    <a:pt x="3436" y="5335"/>
                    <a:pt x="3421" y="5277"/>
                  </a:cubicBezTo>
                  <a:cubicBezTo>
                    <a:pt x="3421" y="5262"/>
                    <a:pt x="3421" y="5248"/>
                    <a:pt x="3421" y="5233"/>
                  </a:cubicBezTo>
                  <a:cubicBezTo>
                    <a:pt x="3421" y="5103"/>
                    <a:pt x="3508" y="4987"/>
                    <a:pt x="3624" y="4944"/>
                  </a:cubicBezTo>
                  <a:cubicBezTo>
                    <a:pt x="3682" y="4915"/>
                    <a:pt x="3755" y="4886"/>
                    <a:pt x="3813" y="4857"/>
                  </a:cubicBezTo>
                  <a:cubicBezTo>
                    <a:pt x="3856" y="4842"/>
                    <a:pt x="3903" y="4835"/>
                    <a:pt x="3949" y="4835"/>
                  </a:cubicBezTo>
                  <a:cubicBezTo>
                    <a:pt x="3994" y="4835"/>
                    <a:pt x="4037" y="4842"/>
                    <a:pt x="4074" y="4857"/>
                  </a:cubicBezTo>
                  <a:cubicBezTo>
                    <a:pt x="4103" y="4871"/>
                    <a:pt x="4117" y="4886"/>
                    <a:pt x="4132" y="4900"/>
                  </a:cubicBezTo>
                  <a:cubicBezTo>
                    <a:pt x="4146" y="4915"/>
                    <a:pt x="4161" y="4915"/>
                    <a:pt x="4161" y="4929"/>
                  </a:cubicBezTo>
                  <a:cubicBezTo>
                    <a:pt x="4175" y="4944"/>
                    <a:pt x="4190" y="4944"/>
                    <a:pt x="4190" y="4958"/>
                  </a:cubicBezTo>
                  <a:cubicBezTo>
                    <a:pt x="4252" y="5038"/>
                    <a:pt x="4342" y="5080"/>
                    <a:pt x="4436" y="5080"/>
                  </a:cubicBezTo>
                  <a:cubicBezTo>
                    <a:pt x="4494" y="5080"/>
                    <a:pt x="4554" y="5064"/>
                    <a:pt x="4610" y="5031"/>
                  </a:cubicBezTo>
                  <a:cubicBezTo>
                    <a:pt x="4625" y="5031"/>
                    <a:pt x="4625" y="5031"/>
                    <a:pt x="4639" y="5016"/>
                  </a:cubicBezTo>
                  <a:cubicBezTo>
                    <a:pt x="4711" y="4958"/>
                    <a:pt x="4798" y="4886"/>
                    <a:pt x="4871" y="4813"/>
                  </a:cubicBezTo>
                  <a:cubicBezTo>
                    <a:pt x="4943" y="4741"/>
                    <a:pt x="5001" y="4654"/>
                    <a:pt x="5074" y="4581"/>
                  </a:cubicBezTo>
                  <a:cubicBezTo>
                    <a:pt x="5132" y="4509"/>
                    <a:pt x="5161" y="4393"/>
                    <a:pt x="5117" y="4291"/>
                  </a:cubicBezTo>
                  <a:cubicBezTo>
                    <a:pt x="5117" y="4277"/>
                    <a:pt x="5117" y="4277"/>
                    <a:pt x="5103" y="4262"/>
                  </a:cubicBezTo>
                  <a:cubicBezTo>
                    <a:pt x="5103" y="4248"/>
                    <a:pt x="5088" y="4233"/>
                    <a:pt x="5088" y="4219"/>
                  </a:cubicBezTo>
                  <a:cubicBezTo>
                    <a:pt x="5074" y="4190"/>
                    <a:pt x="5059" y="4175"/>
                    <a:pt x="5045" y="4161"/>
                  </a:cubicBezTo>
                  <a:lnTo>
                    <a:pt x="5016" y="4132"/>
                  </a:lnTo>
                  <a:lnTo>
                    <a:pt x="4987" y="4117"/>
                  </a:lnTo>
                  <a:cubicBezTo>
                    <a:pt x="4885" y="4016"/>
                    <a:pt x="4856" y="3871"/>
                    <a:pt x="4914" y="3755"/>
                  </a:cubicBezTo>
                  <a:cubicBezTo>
                    <a:pt x="4943" y="3682"/>
                    <a:pt x="4972" y="3624"/>
                    <a:pt x="4987" y="3566"/>
                  </a:cubicBezTo>
                  <a:cubicBezTo>
                    <a:pt x="5037" y="3453"/>
                    <a:pt x="5154" y="3372"/>
                    <a:pt x="5278" y="3372"/>
                  </a:cubicBezTo>
                  <a:cubicBezTo>
                    <a:pt x="5297" y="3372"/>
                    <a:pt x="5316" y="3374"/>
                    <a:pt x="5335" y="3378"/>
                  </a:cubicBezTo>
                  <a:cubicBezTo>
                    <a:pt x="5407" y="3378"/>
                    <a:pt x="5480" y="3364"/>
                    <a:pt x="5538" y="3335"/>
                  </a:cubicBezTo>
                  <a:cubicBezTo>
                    <a:pt x="5552" y="3320"/>
                    <a:pt x="5567" y="3306"/>
                    <a:pt x="5581" y="3291"/>
                  </a:cubicBezTo>
                  <a:lnTo>
                    <a:pt x="5610" y="3277"/>
                  </a:lnTo>
                  <a:lnTo>
                    <a:pt x="5625" y="3262"/>
                  </a:lnTo>
                  <a:cubicBezTo>
                    <a:pt x="5654" y="3219"/>
                    <a:pt x="5683" y="3161"/>
                    <a:pt x="5683" y="3103"/>
                  </a:cubicBezTo>
                  <a:cubicBezTo>
                    <a:pt x="5712" y="2900"/>
                    <a:pt x="5712" y="2697"/>
                    <a:pt x="5683" y="2479"/>
                  </a:cubicBezTo>
                  <a:lnTo>
                    <a:pt x="5683" y="2479"/>
                  </a:lnTo>
                  <a:lnTo>
                    <a:pt x="5712" y="2523"/>
                  </a:lnTo>
                  <a:cubicBezTo>
                    <a:pt x="5712" y="2494"/>
                    <a:pt x="5697" y="2465"/>
                    <a:pt x="5683" y="2436"/>
                  </a:cubicBezTo>
                  <a:cubicBezTo>
                    <a:pt x="5683" y="2421"/>
                    <a:pt x="5668" y="2407"/>
                    <a:pt x="5668" y="2392"/>
                  </a:cubicBezTo>
                  <a:cubicBezTo>
                    <a:pt x="5654" y="2378"/>
                    <a:pt x="5639" y="2363"/>
                    <a:pt x="5625" y="2349"/>
                  </a:cubicBezTo>
                  <a:lnTo>
                    <a:pt x="5610" y="2334"/>
                  </a:lnTo>
                  <a:lnTo>
                    <a:pt x="5581" y="2305"/>
                  </a:lnTo>
                  <a:lnTo>
                    <a:pt x="5552" y="2291"/>
                  </a:lnTo>
                  <a:cubicBezTo>
                    <a:pt x="5538" y="2276"/>
                    <a:pt x="5509" y="2262"/>
                    <a:pt x="5480" y="2262"/>
                  </a:cubicBezTo>
                  <a:lnTo>
                    <a:pt x="5451" y="2262"/>
                  </a:lnTo>
                  <a:cubicBezTo>
                    <a:pt x="5436" y="2255"/>
                    <a:pt x="5422" y="2251"/>
                    <a:pt x="5405" y="2251"/>
                  </a:cubicBezTo>
                  <a:cubicBezTo>
                    <a:pt x="5389" y="2251"/>
                    <a:pt x="5371" y="2255"/>
                    <a:pt x="5349" y="2262"/>
                  </a:cubicBezTo>
                  <a:lnTo>
                    <a:pt x="5277" y="2262"/>
                  </a:lnTo>
                  <a:cubicBezTo>
                    <a:pt x="5219" y="2262"/>
                    <a:pt x="5161" y="2233"/>
                    <a:pt x="5117" y="2204"/>
                  </a:cubicBezTo>
                  <a:lnTo>
                    <a:pt x="5103" y="2189"/>
                  </a:lnTo>
                  <a:lnTo>
                    <a:pt x="5074" y="2160"/>
                  </a:lnTo>
                  <a:lnTo>
                    <a:pt x="5045" y="2117"/>
                  </a:lnTo>
                  <a:lnTo>
                    <a:pt x="5016" y="2088"/>
                  </a:lnTo>
                  <a:cubicBezTo>
                    <a:pt x="5016" y="2073"/>
                    <a:pt x="5016" y="2073"/>
                    <a:pt x="5016" y="2059"/>
                  </a:cubicBezTo>
                  <a:lnTo>
                    <a:pt x="5016" y="2044"/>
                  </a:lnTo>
                  <a:cubicBezTo>
                    <a:pt x="4987" y="1986"/>
                    <a:pt x="4972" y="1928"/>
                    <a:pt x="4943" y="1870"/>
                  </a:cubicBezTo>
                  <a:lnTo>
                    <a:pt x="4929" y="1841"/>
                  </a:lnTo>
                  <a:cubicBezTo>
                    <a:pt x="4914" y="1798"/>
                    <a:pt x="4914" y="1754"/>
                    <a:pt x="4914" y="1711"/>
                  </a:cubicBezTo>
                  <a:cubicBezTo>
                    <a:pt x="4929" y="1682"/>
                    <a:pt x="4929" y="1639"/>
                    <a:pt x="4943" y="1610"/>
                  </a:cubicBezTo>
                  <a:cubicBezTo>
                    <a:pt x="4958" y="1581"/>
                    <a:pt x="4987" y="1552"/>
                    <a:pt x="5016" y="1523"/>
                  </a:cubicBezTo>
                  <a:lnTo>
                    <a:pt x="5045" y="1494"/>
                  </a:lnTo>
                  <a:lnTo>
                    <a:pt x="5059" y="1479"/>
                  </a:lnTo>
                  <a:cubicBezTo>
                    <a:pt x="5088" y="1450"/>
                    <a:pt x="5103" y="1436"/>
                    <a:pt x="5117" y="1392"/>
                  </a:cubicBezTo>
                  <a:cubicBezTo>
                    <a:pt x="5132" y="1392"/>
                    <a:pt x="5132" y="1378"/>
                    <a:pt x="5146" y="1363"/>
                  </a:cubicBezTo>
                  <a:cubicBezTo>
                    <a:pt x="5146" y="1349"/>
                    <a:pt x="5161" y="1334"/>
                    <a:pt x="5161" y="1320"/>
                  </a:cubicBezTo>
                  <a:cubicBezTo>
                    <a:pt x="5175" y="1218"/>
                    <a:pt x="5161" y="1131"/>
                    <a:pt x="5103" y="1059"/>
                  </a:cubicBezTo>
                  <a:cubicBezTo>
                    <a:pt x="5030" y="972"/>
                    <a:pt x="4958" y="899"/>
                    <a:pt x="4900" y="827"/>
                  </a:cubicBezTo>
                  <a:cubicBezTo>
                    <a:pt x="4813" y="754"/>
                    <a:pt x="4740" y="682"/>
                    <a:pt x="4653" y="624"/>
                  </a:cubicBezTo>
                  <a:cubicBezTo>
                    <a:pt x="4600" y="581"/>
                    <a:pt x="4540" y="554"/>
                    <a:pt x="4471" y="554"/>
                  </a:cubicBezTo>
                  <a:cubicBezTo>
                    <a:pt x="4446" y="554"/>
                    <a:pt x="4420" y="558"/>
                    <a:pt x="4393" y="566"/>
                  </a:cubicBezTo>
                  <a:lnTo>
                    <a:pt x="4364" y="566"/>
                  </a:lnTo>
                  <a:cubicBezTo>
                    <a:pt x="4320" y="595"/>
                    <a:pt x="4277" y="609"/>
                    <a:pt x="4248" y="653"/>
                  </a:cubicBezTo>
                  <a:lnTo>
                    <a:pt x="4219" y="682"/>
                  </a:lnTo>
                  <a:cubicBezTo>
                    <a:pt x="4190" y="725"/>
                    <a:pt x="4132" y="769"/>
                    <a:pt x="4074" y="783"/>
                  </a:cubicBezTo>
                  <a:cubicBezTo>
                    <a:pt x="4059" y="798"/>
                    <a:pt x="4030" y="798"/>
                    <a:pt x="4016" y="798"/>
                  </a:cubicBezTo>
                  <a:lnTo>
                    <a:pt x="3929" y="798"/>
                  </a:lnTo>
                  <a:lnTo>
                    <a:pt x="3871" y="783"/>
                  </a:lnTo>
                  <a:lnTo>
                    <a:pt x="3842" y="783"/>
                  </a:lnTo>
                  <a:lnTo>
                    <a:pt x="3813" y="754"/>
                  </a:lnTo>
                  <a:lnTo>
                    <a:pt x="3755" y="740"/>
                  </a:lnTo>
                  <a:lnTo>
                    <a:pt x="3653" y="696"/>
                  </a:lnTo>
                  <a:cubicBezTo>
                    <a:pt x="3523" y="653"/>
                    <a:pt x="3450" y="522"/>
                    <a:pt x="3450" y="392"/>
                  </a:cubicBezTo>
                  <a:lnTo>
                    <a:pt x="3450" y="363"/>
                  </a:lnTo>
                  <a:cubicBezTo>
                    <a:pt x="3479" y="203"/>
                    <a:pt x="3378" y="58"/>
                    <a:pt x="3218" y="15"/>
                  </a:cubicBezTo>
                  <a:lnTo>
                    <a:pt x="3189" y="15"/>
                  </a:lnTo>
                  <a:cubicBezTo>
                    <a:pt x="3088" y="1"/>
                    <a:pt x="2986" y="1"/>
                    <a:pt x="2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 name="Titolo 430">
            <a:extLst>
              <a:ext uri="{FF2B5EF4-FFF2-40B4-BE49-F238E27FC236}">
                <a16:creationId xmlns:a16="http://schemas.microsoft.com/office/drawing/2014/main" id="{D648C70C-5244-C262-87E0-3E26D413A825}"/>
              </a:ext>
            </a:extLst>
          </p:cNvPr>
          <p:cNvSpPr txBox="1">
            <a:spLocks/>
          </p:cNvSpPr>
          <p:nvPr/>
        </p:nvSpPr>
        <p:spPr>
          <a:xfrm rot="10800000" flipV="1">
            <a:off x="406049" y="3852081"/>
            <a:ext cx="4158114" cy="88711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it-IT" b="1" dirty="0">
                <a:solidFill>
                  <a:schemeClr val="accent3"/>
                </a:solidFill>
                <a:latin typeface="Alata"/>
                <a:cs typeface="Alata"/>
                <a:sym typeface="Alata"/>
              </a:rPr>
              <a:t>Un'analisi</a:t>
            </a:r>
            <a:r>
              <a:rPr lang="it-IT" b="1" dirty="0">
                <a:solidFill>
                  <a:schemeClr val="tx1">
                    <a:lumMod val="60000"/>
                    <a:lumOff val="40000"/>
                  </a:schemeClr>
                </a:solidFill>
              </a:rPr>
              <a:t> </a:t>
            </a:r>
            <a:r>
              <a:rPr lang="it-IT" b="1" dirty="0">
                <a:solidFill>
                  <a:schemeClr val="accent3"/>
                </a:solidFill>
                <a:latin typeface="Alata"/>
                <a:cs typeface="Alata"/>
              </a:rPr>
              <a:t>esplorativa basata su dataset globali</a:t>
            </a:r>
            <a:br>
              <a:rPr lang="it-IT" sz="1600" b="1" dirty="0">
                <a:solidFill>
                  <a:schemeClr val="tx1">
                    <a:lumMod val="60000"/>
                    <a:lumOff val="40000"/>
                  </a:schemeClr>
                </a:solidFill>
              </a:rPr>
            </a:br>
            <a:br>
              <a:rPr lang="it-IT" sz="1600" b="1" dirty="0">
                <a:solidFill>
                  <a:schemeClr val="tx1">
                    <a:lumMod val="60000"/>
                    <a:lumOff val="40000"/>
                  </a:schemeClr>
                </a:solidFill>
              </a:rPr>
            </a:br>
            <a:endParaRPr lang="it-IT" sz="1600" b="1" dirty="0">
              <a:solidFill>
                <a:schemeClr val="tx1">
                  <a:lumMod val="60000"/>
                  <a:lumOff val="40000"/>
                </a:schemeClr>
              </a:solidFill>
            </a:endParaRPr>
          </a:p>
        </p:txBody>
      </p:sp>
    </p:spTree>
    <p:extLst>
      <p:ext uri="{BB962C8B-B14F-4D97-AF65-F5344CB8AC3E}">
        <p14:creationId xmlns:p14="http://schemas.microsoft.com/office/powerpoint/2010/main" val="3734636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C93149F3-E7CA-CEA4-EEFF-A64D1319BC5E}"/>
            </a:ext>
          </a:extLst>
        </p:cNvPr>
        <p:cNvGrpSpPr/>
        <p:nvPr/>
      </p:nvGrpSpPr>
      <p:grpSpPr>
        <a:xfrm>
          <a:off x="0" y="0"/>
          <a:ext cx="0" cy="0"/>
          <a:chOff x="0" y="0"/>
          <a:chExt cx="0" cy="0"/>
        </a:xfrm>
      </p:grpSpPr>
      <p:sp>
        <p:nvSpPr>
          <p:cNvPr id="6" name="Google Shape;407;p34">
            <a:extLst>
              <a:ext uri="{FF2B5EF4-FFF2-40B4-BE49-F238E27FC236}">
                <a16:creationId xmlns:a16="http://schemas.microsoft.com/office/drawing/2014/main" id="{E62C3380-2808-ED96-2EB9-D76180D88E8B}"/>
              </a:ext>
            </a:extLst>
          </p:cNvPr>
          <p:cNvSpPr txBox="1">
            <a:spLocks noGrp="1"/>
          </p:cNvSpPr>
          <p:nvPr>
            <p:ph type="title"/>
          </p:nvPr>
        </p:nvSpPr>
        <p:spPr>
          <a:xfrm>
            <a:off x="714300" y="704584"/>
            <a:ext cx="7715400" cy="6948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dirty="0" err="1"/>
              <a:t>Perchè</a:t>
            </a:r>
            <a:r>
              <a:rPr lang="de-CH" b="1" dirty="0"/>
              <a:t> </a:t>
            </a:r>
            <a:r>
              <a:rPr lang="de-CH" b="1" dirty="0" err="1"/>
              <a:t>parlare</a:t>
            </a:r>
            <a:r>
              <a:rPr lang="de-CH" b="1" dirty="0"/>
              <a:t> di AI in </a:t>
            </a:r>
            <a:r>
              <a:rPr lang="de-CH" b="1" dirty="0" err="1"/>
              <a:t>Sanità</a:t>
            </a:r>
            <a:r>
              <a:rPr lang="de-CH" b="1" dirty="0"/>
              <a:t>?</a:t>
            </a:r>
            <a:endParaRPr b="1" dirty="0"/>
          </a:p>
        </p:txBody>
      </p:sp>
      <p:sp>
        <p:nvSpPr>
          <p:cNvPr id="8" name="Rectangle 1">
            <a:extLst>
              <a:ext uri="{FF2B5EF4-FFF2-40B4-BE49-F238E27FC236}">
                <a16:creationId xmlns:a16="http://schemas.microsoft.com/office/drawing/2014/main" id="{6E1E5B71-A635-F597-FA8D-5B72A1F25903}"/>
              </a:ext>
            </a:extLst>
          </p:cNvPr>
          <p:cNvSpPr>
            <a:spLocks noGrp="1" noChangeArrowheads="1"/>
          </p:cNvSpPr>
          <p:nvPr>
            <p:ph type="subTitle" idx="1"/>
          </p:nvPr>
        </p:nvSpPr>
        <p:spPr bwMode="auto">
          <a:xfrm>
            <a:off x="714300" y="1527324"/>
            <a:ext cx="462212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lvl="0" indent="0" algn="l">
              <a:buClrTx/>
              <a:buSzTx/>
            </a:pPr>
            <a:r>
              <a:rPr lang="it-IT" sz="1400" dirty="0">
                <a:solidFill>
                  <a:srgbClr val="50525A"/>
                </a:solidFill>
              </a:rPr>
              <a:t>L’intelligenza artificiale in medicina consiste nell’uso di modelli di machine learning per elaborare dati sanitari e fornire ai medici insight utili, migliorando i risultati clinici e l’esperienza dei pazienti. </a:t>
            </a:r>
          </a:p>
          <a:p>
            <a:pPr marL="0" lvl="0" indent="0" algn="l">
              <a:buClrTx/>
              <a:buSzTx/>
            </a:pPr>
            <a:endParaRPr lang="it-IT" sz="1400" dirty="0">
              <a:solidFill>
                <a:srgbClr val="50525A"/>
              </a:solidFill>
            </a:endParaRPr>
          </a:p>
          <a:p>
            <a:pPr marL="0" lvl="0" indent="0" algn="l">
              <a:buClrTx/>
              <a:buSzTx/>
            </a:pPr>
            <a:endParaRPr lang="it-IT" sz="1400" dirty="0">
              <a:solidFill>
                <a:srgbClr val="50525A"/>
              </a:solidFill>
            </a:endParaRPr>
          </a:p>
          <a:p>
            <a:pPr marL="0" lvl="0" indent="0" algn="l">
              <a:buClrTx/>
              <a:buSzTx/>
            </a:pPr>
            <a:r>
              <a:rPr lang="it-IT" sz="1400" dirty="0">
                <a:solidFill>
                  <a:srgbClr val="50525A"/>
                </a:solidFill>
              </a:rPr>
              <a:t>Questo è diventato possibile perché la disponibilità di dati in ambito medico è cresciuta enormemente: accanto ai dati strutturati (cartelle cliniche, database genetici e biomolecolari), oggi aumentano i dati non strutturati come testi, immagini, audio e segnali da sensori e dispositivi indossabili. </a:t>
            </a:r>
            <a:endParaRPr kumimoji="0" lang="it-IT" altLang="it-IT" sz="1400" b="0" i="0" u="none" strike="noStrike" cap="none" normalizeH="0" baseline="0" dirty="0">
              <a:ln>
                <a:noFill/>
              </a:ln>
              <a:solidFill>
                <a:srgbClr val="50525A"/>
              </a:solidFill>
              <a:effectLst/>
              <a:latin typeface="Arial" panose="020B0604020202020204" pitchFamily="34" charset="0"/>
            </a:endParaRPr>
          </a:p>
        </p:txBody>
      </p:sp>
      <p:grpSp>
        <p:nvGrpSpPr>
          <p:cNvPr id="70" name="Google Shape;437;p36">
            <a:extLst>
              <a:ext uri="{FF2B5EF4-FFF2-40B4-BE49-F238E27FC236}">
                <a16:creationId xmlns:a16="http://schemas.microsoft.com/office/drawing/2014/main" id="{0A8BDF14-4C55-8CE3-9E7D-72C288BFD783}"/>
              </a:ext>
            </a:extLst>
          </p:cNvPr>
          <p:cNvGrpSpPr/>
          <p:nvPr/>
        </p:nvGrpSpPr>
        <p:grpSpPr>
          <a:xfrm>
            <a:off x="5410459" y="1310779"/>
            <a:ext cx="3246799" cy="3041690"/>
            <a:chOff x="521725" y="1038225"/>
            <a:chExt cx="3436494" cy="3219401"/>
          </a:xfrm>
        </p:grpSpPr>
        <p:sp>
          <p:nvSpPr>
            <p:cNvPr id="71" name="Google Shape;438;p36">
              <a:extLst>
                <a:ext uri="{FF2B5EF4-FFF2-40B4-BE49-F238E27FC236}">
                  <a16:creationId xmlns:a16="http://schemas.microsoft.com/office/drawing/2014/main" id="{7EE8EDBD-E264-59D3-3966-5AB0C899FD1C}"/>
                </a:ext>
              </a:extLst>
            </p:cNvPr>
            <p:cNvSpPr/>
            <p:nvPr/>
          </p:nvSpPr>
          <p:spPr>
            <a:xfrm>
              <a:off x="563515" y="1095454"/>
              <a:ext cx="3278187" cy="3162172"/>
            </a:xfrm>
            <a:custGeom>
              <a:avLst/>
              <a:gdLst/>
              <a:ahLst/>
              <a:cxnLst/>
              <a:rect l="l" t="t" r="r" b="b"/>
              <a:pathLst>
                <a:path w="67307" h="64925" extrusionOk="0">
                  <a:moveTo>
                    <a:pt x="34846" y="1"/>
                  </a:moveTo>
                  <a:cubicBezTo>
                    <a:pt x="25205" y="1"/>
                    <a:pt x="15833" y="4313"/>
                    <a:pt x="9547" y="12127"/>
                  </a:cubicBezTo>
                  <a:cubicBezTo>
                    <a:pt x="913" y="22861"/>
                    <a:pt x="0" y="37867"/>
                    <a:pt x="7266" y="49568"/>
                  </a:cubicBezTo>
                  <a:cubicBezTo>
                    <a:pt x="13264" y="59254"/>
                    <a:pt x="23790" y="64924"/>
                    <a:pt x="34858" y="64924"/>
                  </a:cubicBezTo>
                  <a:cubicBezTo>
                    <a:pt x="37162" y="64924"/>
                    <a:pt x="39489" y="64679"/>
                    <a:pt x="41804" y="64172"/>
                  </a:cubicBezTo>
                  <a:lnTo>
                    <a:pt x="42060" y="64099"/>
                  </a:lnTo>
                  <a:cubicBezTo>
                    <a:pt x="56828" y="60740"/>
                    <a:pt x="67306" y="47615"/>
                    <a:pt x="67306" y="32463"/>
                  </a:cubicBezTo>
                  <a:cubicBezTo>
                    <a:pt x="67306" y="18699"/>
                    <a:pt x="58617" y="6413"/>
                    <a:pt x="45619" y="1849"/>
                  </a:cubicBezTo>
                  <a:cubicBezTo>
                    <a:pt x="42089" y="603"/>
                    <a:pt x="38449" y="1"/>
                    <a:pt x="34846" y="1"/>
                  </a:cubicBezTo>
                  <a:close/>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439;p36">
              <a:extLst>
                <a:ext uri="{FF2B5EF4-FFF2-40B4-BE49-F238E27FC236}">
                  <a16:creationId xmlns:a16="http://schemas.microsoft.com/office/drawing/2014/main" id="{BA25CC5F-8C9E-4F6A-E96A-E4E85126CF62}"/>
                </a:ext>
              </a:extLst>
            </p:cNvPr>
            <p:cNvSpPr/>
            <p:nvPr/>
          </p:nvSpPr>
          <p:spPr>
            <a:xfrm>
              <a:off x="521725" y="1038225"/>
              <a:ext cx="872258" cy="1788642"/>
            </a:xfrm>
            <a:custGeom>
              <a:avLst/>
              <a:gdLst/>
              <a:ahLst/>
              <a:cxnLst/>
              <a:rect l="l" t="t" r="r" b="b"/>
              <a:pathLst>
                <a:path w="17909" h="36724" extrusionOk="0">
                  <a:moveTo>
                    <a:pt x="11026" y="1"/>
                  </a:moveTo>
                  <a:cubicBezTo>
                    <a:pt x="8744" y="1"/>
                    <a:pt x="6214" y="1084"/>
                    <a:pt x="4272" y="3116"/>
                  </a:cubicBezTo>
                  <a:cubicBezTo>
                    <a:pt x="2592" y="4850"/>
                    <a:pt x="0" y="8793"/>
                    <a:pt x="1351" y="15602"/>
                  </a:cubicBezTo>
                  <a:cubicBezTo>
                    <a:pt x="1880" y="18340"/>
                    <a:pt x="2994" y="21188"/>
                    <a:pt x="4655" y="24182"/>
                  </a:cubicBezTo>
                  <a:cubicBezTo>
                    <a:pt x="6608" y="27669"/>
                    <a:pt x="9310" y="31320"/>
                    <a:pt x="12779" y="35117"/>
                  </a:cubicBezTo>
                  <a:cubicBezTo>
                    <a:pt x="13144" y="35518"/>
                    <a:pt x="13527" y="35938"/>
                    <a:pt x="13929" y="36358"/>
                  </a:cubicBezTo>
                  <a:lnTo>
                    <a:pt x="14275" y="36723"/>
                  </a:lnTo>
                  <a:lnTo>
                    <a:pt x="14622" y="36395"/>
                  </a:lnTo>
                  <a:lnTo>
                    <a:pt x="14969" y="36048"/>
                  </a:lnTo>
                  <a:cubicBezTo>
                    <a:pt x="14841" y="35920"/>
                    <a:pt x="14714" y="35792"/>
                    <a:pt x="14604" y="35665"/>
                  </a:cubicBezTo>
                  <a:cubicBezTo>
                    <a:pt x="14202" y="35263"/>
                    <a:pt x="13819" y="34861"/>
                    <a:pt x="13454" y="34441"/>
                  </a:cubicBezTo>
                  <a:cubicBezTo>
                    <a:pt x="9639" y="30261"/>
                    <a:pt x="6919" y="26391"/>
                    <a:pt x="5075" y="22904"/>
                  </a:cubicBezTo>
                  <a:cubicBezTo>
                    <a:pt x="365" y="13977"/>
                    <a:pt x="1442" y="7424"/>
                    <a:pt x="4965" y="3773"/>
                  </a:cubicBezTo>
                  <a:cubicBezTo>
                    <a:pt x="6704" y="1955"/>
                    <a:pt x="9022" y="960"/>
                    <a:pt x="11064" y="960"/>
                  </a:cubicBezTo>
                  <a:cubicBezTo>
                    <a:pt x="12281" y="960"/>
                    <a:pt x="13400" y="1314"/>
                    <a:pt x="14239" y="2057"/>
                  </a:cubicBezTo>
                  <a:cubicBezTo>
                    <a:pt x="15736" y="3353"/>
                    <a:pt x="16740" y="5124"/>
                    <a:pt x="17050" y="7077"/>
                  </a:cubicBezTo>
                  <a:cubicBezTo>
                    <a:pt x="17342" y="6895"/>
                    <a:pt x="17616" y="6694"/>
                    <a:pt x="17908" y="6511"/>
                  </a:cubicBezTo>
                  <a:cubicBezTo>
                    <a:pt x="17488" y="4503"/>
                    <a:pt x="16411" y="2678"/>
                    <a:pt x="14860" y="1345"/>
                  </a:cubicBezTo>
                  <a:cubicBezTo>
                    <a:pt x="13825" y="437"/>
                    <a:pt x="12475" y="1"/>
                    <a:pt x="110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440;p36">
              <a:extLst>
                <a:ext uri="{FF2B5EF4-FFF2-40B4-BE49-F238E27FC236}">
                  <a16:creationId xmlns:a16="http://schemas.microsoft.com/office/drawing/2014/main" id="{7BF84811-6412-E116-3385-A2847DC42E53}"/>
                </a:ext>
              </a:extLst>
            </p:cNvPr>
            <p:cNvSpPr/>
            <p:nvPr/>
          </p:nvSpPr>
          <p:spPr>
            <a:xfrm>
              <a:off x="1124511" y="2702356"/>
              <a:ext cx="142316" cy="141439"/>
            </a:xfrm>
            <a:custGeom>
              <a:avLst/>
              <a:gdLst/>
              <a:ahLst/>
              <a:cxnLst/>
              <a:rect l="l" t="t" r="r" b="b"/>
              <a:pathLst>
                <a:path w="2922" h="2904" extrusionOk="0">
                  <a:moveTo>
                    <a:pt x="1388" y="1"/>
                  </a:moveTo>
                  <a:lnTo>
                    <a:pt x="1078" y="293"/>
                  </a:lnTo>
                  <a:lnTo>
                    <a:pt x="384" y="950"/>
                  </a:lnTo>
                  <a:lnTo>
                    <a:pt x="1" y="1315"/>
                  </a:lnTo>
                  <a:cubicBezTo>
                    <a:pt x="421" y="1753"/>
                    <a:pt x="841" y="2191"/>
                    <a:pt x="1279" y="2629"/>
                  </a:cubicBezTo>
                  <a:lnTo>
                    <a:pt x="1571" y="2903"/>
                  </a:lnTo>
                  <a:lnTo>
                    <a:pt x="2246" y="2228"/>
                  </a:lnTo>
                  <a:lnTo>
                    <a:pt x="2575" y="1881"/>
                  </a:lnTo>
                  <a:lnTo>
                    <a:pt x="2922" y="1552"/>
                  </a:lnTo>
                  <a:cubicBezTo>
                    <a:pt x="2812" y="1443"/>
                    <a:pt x="2721" y="1351"/>
                    <a:pt x="2611" y="1242"/>
                  </a:cubicBezTo>
                  <a:cubicBezTo>
                    <a:pt x="2192" y="822"/>
                    <a:pt x="1790" y="402"/>
                    <a:pt x="13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41;p36">
              <a:extLst>
                <a:ext uri="{FF2B5EF4-FFF2-40B4-BE49-F238E27FC236}">
                  <a16:creationId xmlns:a16="http://schemas.microsoft.com/office/drawing/2014/main" id="{ABC13C12-3C64-E4C7-6A11-B516A374712A}"/>
                </a:ext>
              </a:extLst>
            </p:cNvPr>
            <p:cNvSpPr/>
            <p:nvPr/>
          </p:nvSpPr>
          <p:spPr>
            <a:xfrm>
              <a:off x="1127628" y="2741223"/>
              <a:ext cx="392611" cy="327833"/>
            </a:xfrm>
            <a:custGeom>
              <a:avLst/>
              <a:gdLst/>
              <a:ahLst/>
              <a:cxnLst/>
              <a:rect l="l" t="t" r="r" b="b"/>
              <a:pathLst>
                <a:path w="8061" h="6731" extrusionOk="0">
                  <a:moveTo>
                    <a:pt x="4231" y="1"/>
                  </a:moveTo>
                  <a:cubicBezTo>
                    <a:pt x="3739" y="1"/>
                    <a:pt x="3239" y="108"/>
                    <a:pt x="2767" y="334"/>
                  </a:cubicBezTo>
                  <a:cubicBezTo>
                    <a:pt x="2693" y="371"/>
                    <a:pt x="2620" y="426"/>
                    <a:pt x="2547" y="462"/>
                  </a:cubicBezTo>
                  <a:cubicBezTo>
                    <a:pt x="2401" y="535"/>
                    <a:pt x="2274" y="626"/>
                    <a:pt x="2146" y="718"/>
                  </a:cubicBezTo>
                  <a:cubicBezTo>
                    <a:pt x="1890" y="919"/>
                    <a:pt x="1671" y="1138"/>
                    <a:pt x="1489" y="1411"/>
                  </a:cubicBezTo>
                  <a:cubicBezTo>
                    <a:pt x="1379" y="1539"/>
                    <a:pt x="1288" y="1685"/>
                    <a:pt x="1215" y="1831"/>
                  </a:cubicBezTo>
                  <a:cubicBezTo>
                    <a:pt x="1" y="4199"/>
                    <a:pt x="1852" y="6730"/>
                    <a:pt x="4179" y="6730"/>
                  </a:cubicBezTo>
                  <a:cubicBezTo>
                    <a:pt x="4651" y="6730"/>
                    <a:pt x="5143" y="6626"/>
                    <a:pt x="5633" y="6395"/>
                  </a:cubicBezTo>
                  <a:lnTo>
                    <a:pt x="5633" y="6413"/>
                  </a:lnTo>
                  <a:cubicBezTo>
                    <a:pt x="7330" y="5628"/>
                    <a:pt x="8060" y="3602"/>
                    <a:pt x="7276" y="1923"/>
                  </a:cubicBezTo>
                  <a:cubicBezTo>
                    <a:pt x="6698" y="702"/>
                    <a:pt x="5489" y="1"/>
                    <a:pt x="42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42;p36">
              <a:extLst>
                <a:ext uri="{FF2B5EF4-FFF2-40B4-BE49-F238E27FC236}">
                  <a16:creationId xmlns:a16="http://schemas.microsoft.com/office/drawing/2014/main" id="{BE7EEC83-2176-676E-92EF-288E1E4CBE05}"/>
                </a:ext>
              </a:extLst>
            </p:cNvPr>
            <p:cNvSpPr/>
            <p:nvPr/>
          </p:nvSpPr>
          <p:spPr>
            <a:xfrm>
              <a:off x="1227719" y="2819786"/>
              <a:ext cx="208944" cy="170127"/>
            </a:xfrm>
            <a:custGeom>
              <a:avLst/>
              <a:gdLst/>
              <a:ahLst/>
              <a:cxnLst/>
              <a:rect l="l" t="t" r="r" b="b"/>
              <a:pathLst>
                <a:path w="4290" h="3493" extrusionOk="0">
                  <a:moveTo>
                    <a:pt x="2130" y="1"/>
                  </a:moveTo>
                  <a:cubicBezTo>
                    <a:pt x="921" y="1"/>
                    <a:pt x="0" y="1291"/>
                    <a:pt x="565" y="2500"/>
                  </a:cubicBezTo>
                  <a:cubicBezTo>
                    <a:pt x="856" y="3120"/>
                    <a:pt x="1480" y="3493"/>
                    <a:pt x="2135" y="3493"/>
                  </a:cubicBezTo>
                  <a:cubicBezTo>
                    <a:pt x="2386" y="3493"/>
                    <a:pt x="2641" y="3438"/>
                    <a:pt x="2884" y="3322"/>
                  </a:cubicBezTo>
                  <a:cubicBezTo>
                    <a:pt x="4290" y="2664"/>
                    <a:pt x="4198" y="638"/>
                    <a:pt x="2738" y="109"/>
                  </a:cubicBezTo>
                  <a:cubicBezTo>
                    <a:pt x="2531" y="35"/>
                    <a:pt x="2327" y="1"/>
                    <a:pt x="2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43;p36">
              <a:extLst>
                <a:ext uri="{FF2B5EF4-FFF2-40B4-BE49-F238E27FC236}">
                  <a16:creationId xmlns:a16="http://schemas.microsoft.com/office/drawing/2014/main" id="{55E23406-57BD-6488-2017-2F464492CFAA}"/>
                </a:ext>
              </a:extLst>
            </p:cNvPr>
            <p:cNvSpPr/>
            <p:nvPr/>
          </p:nvSpPr>
          <p:spPr>
            <a:xfrm>
              <a:off x="1292547" y="2872827"/>
              <a:ext cx="79194" cy="64047"/>
            </a:xfrm>
            <a:custGeom>
              <a:avLst/>
              <a:gdLst/>
              <a:ahLst/>
              <a:cxnLst/>
              <a:rect l="l" t="t" r="r" b="b"/>
              <a:pathLst>
                <a:path w="1626" h="1315" extrusionOk="0">
                  <a:moveTo>
                    <a:pt x="795" y="1"/>
                  </a:moveTo>
                  <a:cubicBezTo>
                    <a:pt x="347" y="1"/>
                    <a:pt x="1" y="482"/>
                    <a:pt x="220" y="937"/>
                  </a:cubicBezTo>
                  <a:cubicBezTo>
                    <a:pt x="338" y="1173"/>
                    <a:pt x="570" y="1315"/>
                    <a:pt x="813" y="1315"/>
                  </a:cubicBezTo>
                  <a:cubicBezTo>
                    <a:pt x="908" y="1315"/>
                    <a:pt x="1004" y="1293"/>
                    <a:pt x="1096" y="1247"/>
                  </a:cubicBezTo>
                  <a:cubicBezTo>
                    <a:pt x="1626" y="991"/>
                    <a:pt x="1589" y="243"/>
                    <a:pt x="1023" y="42"/>
                  </a:cubicBezTo>
                  <a:cubicBezTo>
                    <a:pt x="946" y="14"/>
                    <a:pt x="869" y="1"/>
                    <a:pt x="795" y="1"/>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444;p36">
              <a:extLst>
                <a:ext uri="{FF2B5EF4-FFF2-40B4-BE49-F238E27FC236}">
                  <a16:creationId xmlns:a16="http://schemas.microsoft.com/office/drawing/2014/main" id="{0EA32A45-9CD0-0991-A10F-0047205F58C4}"/>
                </a:ext>
              </a:extLst>
            </p:cNvPr>
            <p:cNvSpPr/>
            <p:nvPr/>
          </p:nvSpPr>
          <p:spPr>
            <a:xfrm>
              <a:off x="3473602" y="2855292"/>
              <a:ext cx="441072" cy="837677"/>
            </a:xfrm>
            <a:custGeom>
              <a:avLst/>
              <a:gdLst/>
              <a:ahLst/>
              <a:cxnLst/>
              <a:rect l="l" t="t" r="r" b="b"/>
              <a:pathLst>
                <a:path w="9056" h="17142" extrusionOk="0">
                  <a:moveTo>
                    <a:pt x="7741" y="0"/>
                  </a:moveTo>
                  <a:lnTo>
                    <a:pt x="7339" y="92"/>
                  </a:lnTo>
                  <a:lnTo>
                    <a:pt x="6792" y="220"/>
                  </a:lnTo>
                  <a:cubicBezTo>
                    <a:pt x="6828" y="384"/>
                    <a:pt x="6865" y="548"/>
                    <a:pt x="6901" y="712"/>
                  </a:cubicBezTo>
                  <a:cubicBezTo>
                    <a:pt x="6974" y="1059"/>
                    <a:pt x="7047" y="1424"/>
                    <a:pt x="7102" y="1771"/>
                  </a:cubicBezTo>
                  <a:cubicBezTo>
                    <a:pt x="7978" y="6901"/>
                    <a:pt x="7376" y="10753"/>
                    <a:pt x="5277" y="13217"/>
                  </a:cubicBezTo>
                  <a:cubicBezTo>
                    <a:pt x="4236" y="14458"/>
                    <a:pt x="2794" y="15371"/>
                    <a:pt x="987" y="15919"/>
                  </a:cubicBezTo>
                  <a:cubicBezTo>
                    <a:pt x="658" y="16339"/>
                    <a:pt x="329" y="16740"/>
                    <a:pt x="1" y="17142"/>
                  </a:cubicBezTo>
                  <a:cubicBezTo>
                    <a:pt x="2593" y="16613"/>
                    <a:pt x="4601" y="15499"/>
                    <a:pt x="6007" y="13838"/>
                  </a:cubicBezTo>
                  <a:cubicBezTo>
                    <a:pt x="8453" y="10954"/>
                    <a:pt x="9055" y="6463"/>
                    <a:pt x="7832" y="457"/>
                  </a:cubicBezTo>
                  <a:cubicBezTo>
                    <a:pt x="7796" y="311"/>
                    <a:pt x="7759" y="165"/>
                    <a:pt x="7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445;p36">
              <a:extLst>
                <a:ext uri="{FF2B5EF4-FFF2-40B4-BE49-F238E27FC236}">
                  <a16:creationId xmlns:a16="http://schemas.microsoft.com/office/drawing/2014/main" id="{3FBE224D-531D-E70E-EADE-6F4587C040C7}"/>
                </a:ext>
              </a:extLst>
            </p:cNvPr>
            <p:cNvSpPr/>
            <p:nvPr/>
          </p:nvSpPr>
          <p:spPr>
            <a:xfrm>
              <a:off x="3442820" y="2276473"/>
              <a:ext cx="504730" cy="380630"/>
            </a:xfrm>
            <a:custGeom>
              <a:avLst/>
              <a:gdLst/>
              <a:ahLst/>
              <a:cxnLst/>
              <a:rect l="l" t="t" r="r" b="b"/>
              <a:pathLst>
                <a:path w="10363" h="7815" extrusionOk="0">
                  <a:moveTo>
                    <a:pt x="10052" y="0"/>
                  </a:moveTo>
                  <a:cubicBezTo>
                    <a:pt x="9888" y="0"/>
                    <a:pt x="9760" y="128"/>
                    <a:pt x="9760" y="292"/>
                  </a:cubicBezTo>
                  <a:lnTo>
                    <a:pt x="9779" y="4035"/>
                  </a:lnTo>
                  <a:lnTo>
                    <a:pt x="9779" y="4163"/>
                  </a:lnTo>
                  <a:cubicBezTo>
                    <a:pt x="9724" y="5167"/>
                    <a:pt x="9085" y="6043"/>
                    <a:pt x="8136" y="6390"/>
                  </a:cubicBezTo>
                  <a:cubicBezTo>
                    <a:pt x="8081" y="6408"/>
                    <a:pt x="8008" y="6426"/>
                    <a:pt x="7953" y="6444"/>
                  </a:cubicBezTo>
                  <a:lnTo>
                    <a:pt x="5270" y="7156"/>
                  </a:lnTo>
                  <a:cubicBezTo>
                    <a:pt x="5055" y="7216"/>
                    <a:pt x="4838" y="7244"/>
                    <a:pt x="4622" y="7244"/>
                  </a:cubicBezTo>
                  <a:cubicBezTo>
                    <a:pt x="3775" y="7244"/>
                    <a:pt x="2964" y="6803"/>
                    <a:pt x="2513" y="6061"/>
                  </a:cubicBezTo>
                  <a:cubicBezTo>
                    <a:pt x="2495" y="6043"/>
                    <a:pt x="2477" y="6025"/>
                    <a:pt x="2477" y="6006"/>
                  </a:cubicBezTo>
                  <a:lnTo>
                    <a:pt x="596" y="2775"/>
                  </a:lnTo>
                  <a:cubicBezTo>
                    <a:pt x="535" y="2670"/>
                    <a:pt x="441" y="2626"/>
                    <a:pt x="350" y="2626"/>
                  </a:cubicBezTo>
                  <a:cubicBezTo>
                    <a:pt x="172" y="2626"/>
                    <a:pt x="1" y="2795"/>
                    <a:pt x="85" y="3012"/>
                  </a:cubicBezTo>
                  <a:cubicBezTo>
                    <a:pt x="85" y="3031"/>
                    <a:pt x="85" y="3049"/>
                    <a:pt x="103" y="3049"/>
                  </a:cubicBezTo>
                  <a:lnTo>
                    <a:pt x="1965" y="6280"/>
                  </a:lnTo>
                  <a:cubicBezTo>
                    <a:pt x="1984" y="6317"/>
                    <a:pt x="2002" y="6353"/>
                    <a:pt x="2039" y="6371"/>
                  </a:cubicBezTo>
                  <a:cubicBezTo>
                    <a:pt x="2294" y="6791"/>
                    <a:pt x="2641" y="7138"/>
                    <a:pt x="3061" y="7375"/>
                  </a:cubicBezTo>
                  <a:cubicBezTo>
                    <a:pt x="3152" y="7448"/>
                    <a:pt x="3262" y="7485"/>
                    <a:pt x="3371" y="7540"/>
                  </a:cubicBezTo>
                  <a:cubicBezTo>
                    <a:pt x="3462" y="7576"/>
                    <a:pt x="3554" y="7613"/>
                    <a:pt x="3645" y="7649"/>
                  </a:cubicBezTo>
                  <a:cubicBezTo>
                    <a:pt x="3966" y="7760"/>
                    <a:pt x="4293" y="7815"/>
                    <a:pt x="4619" y="7815"/>
                  </a:cubicBezTo>
                  <a:cubicBezTo>
                    <a:pt x="4886" y="7815"/>
                    <a:pt x="5153" y="7778"/>
                    <a:pt x="5416" y="7704"/>
                  </a:cubicBezTo>
                  <a:lnTo>
                    <a:pt x="8099" y="6974"/>
                  </a:lnTo>
                  <a:lnTo>
                    <a:pt x="8172" y="6956"/>
                  </a:lnTo>
                  <a:cubicBezTo>
                    <a:pt x="8720" y="6791"/>
                    <a:pt x="9213" y="6481"/>
                    <a:pt x="9596" y="6043"/>
                  </a:cubicBezTo>
                  <a:cubicBezTo>
                    <a:pt x="9669" y="5970"/>
                    <a:pt x="9724" y="5897"/>
                    <a:pt x="9797" y="5824"/>
                  </a:cubicBezTo>
                  <a:cubicBezTo>
                    <a:pt x="9852" y="5733"/>
                    <a:pt x="9925" y="5623"/>
                    <a:pt x="9979" y="5532"/>
                  </a:cubicBezTo>
                  <a:cubicBezTo>
                    <a:pt x="10199" y="5112"/>
                    <a:pt x="10326" y="4655"/>
                    <a:pt x="10363" y="4181"/>
                  </a:cubicBezTo>
                  <a:lnTo>
                    <a:pt x="10363" y="4035"/>
                  </a:lnTo>
                  <a:lnTo>
                    <a:pt x="10326" y="292"/>
                  </a:lnTo>
                  <a:cubicBezTo>
                    <a:pt x="10326" y="274"/>
                    <a:pt x="10326" y="274"/>
                    <a:pt x="10326" y="256"/>
                  </a:cubicBezTo>
                  <a:cubicBezTo>
                    <a:pt x="10308" y="110"/>
                    <a:pt x="10199" y="0"/>
                    <a:pt x="100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446;p36">
              <a:extLst>
                <a:ext uri="{FF2B5EF4-FFF2-40B4-BE49-F238E27FC236}">
                  <a16:creationId xmlns:a16="http://schemas.microsoft.com/office/drawing/2014/main" id="{E9A76C6C-AD78-4A81-1E33-A50291D89DD0}"/>
                </a:ext>
              </a:extLst>
            </p:cNvPr>
            <p:cNvSpPr/>
            <p:nvPr/>
          </p:nvSpPr>
          <p:spPr>
            <a:xfrm>
              <a:off x="3663897" y="1880738"/>
              <a:ext cx="284583" cy="837677"/>
            </a:xfrm>
            <a:custGeom>
              <a:avLst/>
              <a:gdLst/>
              <a:ahLst/>
              <a:cxnLst/>
              <a:rect l="l" t="t" r="r" b="b"/>
              <a:pathLst>
                <a:path w="5843" h="17199" extrusionOk="0">
                  <a:moveTo>
                    <a:pt x="2245" y="1"/>
                  </a:moveTo>
                  <a:cubicBezTo>
                    <a:pt x="1934" y="1"/>
                    <a:pt x="1616" y="42"/>
                    <a:pt x="1297" y="130"/>
                  </a:cubicBezTo>
                  <a:lnTo>
                    <a:pt x="256" y="404"/>
                  </a:lnTo>
                  <a:cubicBezTo>
                    <a:pt x="92" y="440"/>
                    <a:pt x="0" y="604"/>
                    <a:pt x="55" y="769"/>
                  </a:cubicBezTo>
                  <a:cubicBezTo>
                    <a:pt x="86" y="893"/>
                    <a:pt x="210" y="977"/>
                    <a:pt x="336" y="977"/>
                  </a:cubicBezTo>
                  <a:cubicBezTo>
                    <a:pt x="358" y="977"/>
                    <a:pt x="380" y="975"/>
                    <a:pt x="402" y="969"/>
                  </a:cubicBezTo>
                  <a:lnTo>
                    <a:pt x="1443" y="677"/>
                  </a:lnTo>
                  <a:cubicBezTo>
                    <a:pt x="1707" y="606"/>
                    <a:pt x="1970" y="573"/>
                    <a:pt x="2228" y="573"/>
                  </a:cubicBezTo>
                  <a:cubicBezTo>
                    <a:pt x="3823" y="573"/>
                    <a:pt x="5203" y="1862"/>
                    <a:pt x="5203" y="3543"/>
                  </a:cubicBezTo>
                  <a:lnTo>
                    <a:pt x="5276" y="16888"/>
                  </a:lnTo>
                  <a:cubicBezTo>
                    <a:pt x="5276" y="17052"/>
                    <a:pt x="5404" y="17180"/>
                    <a:pt x="5568" y="17180"/>
                  </a:cubicBezTo>
                  <a:lnTo>
                    <a:pt x="5568" y="17198"/>
                  </a:lnTo>
                  <a:cubicBezTo>
                    <a:pt x="5714" y="17180"/>
                    <a:pt x="5842" y="17052"/>
                    <a:pt x="5842" y="16906"/>
                  </a:cubicBezTo>
                  <a:lnTo>
                    <a:pt x="5787" y="3543"/>
                  </a:lnTo>
                  <a:cubicBezTo>
                    <a:pt x="5772" y="1536"/>
                    <a:pt x="4140" y="1"/>
                    <a:pt x="22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447;p36">
              <a:extLst>
                <a:ext uri="{FF2B5EF4-FFF2-40B4-BE49-F238E27FC236}">
                  <a16:creationId xmlns:a16="http://schemas.microsoft.com/office/drawing/2014/main" id="{A8E6AB02-FE36-8971-2645-BB4B9E3D41CA}"/>
                </a:ext>
              </a:extLst>
            </p:cNvPr>
            <p:cNvSpPr/>
            <p:nvPr/>
          </p:nvSpPr>
          <p:spPr>
            <a:xfrm>
              <a:off x="3271764" y="1951946"/>
              <a:ext cx="410827" cy="838457"/>
            </a:xfrm>
            <a:custGeom>
              <a:avLst/>
              <a:gdLst/>
              <a:ahLst/>
              <a:cxnLst/>
              <a:rect l="l" t="t" r="r" b="b"/>
              <a:pathLst>
                <a:path w="8435" h="17215" extrusionOk="0">
                  <a:moveTo>
                    <a:pt x="4470" y="0"/>
                  </a:moveTo>
                  <a:cubicBezTo>
                    <a:pt x="4437" y="0"/>
                    <a:pt x="4401" y="6"/>
                    <a:pt x="4364" y="19"/>
                  </a:cubicBezTo>
                  <a:lnTo>
                    <a:pt x="3323" y="292"/>
                  </a:lnTo>
                  <a:cubicBezTo>
                    <a:pt x="1060" y="913"/>
                    <a:pt x="1" y="3487"/>
                    <a:pt x="1169" y="5513"/>
                  </a:cubicBezTo>
                  <a:lnTo>
                    <a:pt x="3597" y="9694"/>
                  </a:lnTo>
                  <a:lnTo>
                    <a:pt x="5551" y="13053"/>
                  </a:lnTo>
                  <a:lnTo>
                    <a:pt x="6226" y="14258"/>
                  </a:lnTo>
                  <a:lnTo>
                    <a:pt x="7869" y="17069"/>
                  </a:lnTo>
                  <a:cubicBezTo>
                    <a:pt x="7905" y="17160"/>
                    <a:pt x="8015" y="17215"/>
                    <a:pt x="8106" y="17215"/>
                  </a:cubicBezTo>
                  <a:cubicBezTo>
                    <a:pt x="8161" y="17215"/>
                    <a:pt x="8216" y="17197"/>
                    <a:pt x="8252" y="17178"/>
                  </a:cubicBezTo>
                  <a:cubicBezTo>
                    <a:pt x="8398" y="17087"/>
                    <a:pt x="8435" y="16923"/>
                    <a:pt x="8362" y="16777"/>
                  </a:cubicBezTo>
                  <a:lnTo>
                    <a:pt x="6883" y="14239"/>
                  </a:lnTo>
                  <a:lnTo>
                    <a:pt x="6737" y="13984"/>
                  </a:lnTo>
                  <a:lnTo>
                    <a:pt x="6025" y="12761"/>
                  </a:lnTo>
                  <a:lnTo>
                    <a:pt x="1680" y="5221"/>
                  </a:lnTo>
                  <a:cubicBezTo>
                    <a:pt x="695" y="3524"/>
                    <a:pt x="1571" y="1369"/>
                    <a:pt x="3469" y="858"/>
                  </a:cubicBezTo>
                  <a:lnTo>
                    <a:pt x="4510" y="566"/>
                  </a:lnTo>
                  <a:cubicBezTo>
                    <a:pt x="4872" y="484"/>
                    <a:pt x="4774" y="0"/>
                    <a:pt x="44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448;p36">
              <a:extLst>
                <a:ext uri="{FF2B5EF4-FFF2-40B4-BE49-F238E27FC236}">
                  <a16:creationId xmlns:a16="http://schemas.microsoft.com/office/drawing/2014/main" id="{0CE5EFA7-A1FF-392E-9E74-370C204F68C4}"/>
                </a:ext>
              </a:extLst>
            </p:cNvPr>
            <p:cNvSpPr/>
            <p:nvPr/>
          </p:nvSpPr>
          <p:spPr>
            <a:xfrm>
              <a:off x="3566972" y="2545864"/>
              <a:ext cx="391247" cy="351309"/>
            </a:xfrm>
            <a:custGeom>
              <a:avLst/>
              <a:gdLst/>
              <a:ahLst/>
              <a:cxnLst/>
              <a:rect l="l" t="t" r="r" b="b"/>
              <a:pathLst>
                <a:path w="8033" h="7213" extrusionOk="0">
                  <a:moveTo>
                    <a:pt x="7047" y="1"/>
                  </a:moveTo>
                  <a:lnTo>
                    <a:pt x="7047" y="530"/>
                  </a:lnTo>
                  <a:lnTo>
                    <a:pt x="7065" y="4601"/>
                  </a:lnTo>
                  <a:cubicBezTo>
                    <a:pt x="7065" y="5130"/>
                    <a:pt x="6719" y="5587"/>
                    <a:pt x="6207" y="5733"/>
                  </a:cubicBezTo>
                  <a:lnTo>
                    <a:pt x="5477" y="5934"/>
                  </a:lnTo>
                  <a:lnTo>
                    <a:pt x="4455" y="6207"/>
                  </a:lnTo>
                  <a:cubicBezTo>
                    <a:pt x="4349" y="6238"/>
                    <a:pt x="4242" y="6252"/>
                    <a:pt x="4137" y="6252"/>
                  </a:cubicBezTo>
                  <a:cubicBezTo>
                    <a:pt x="3736" y="6252"/>
                    <a:pt x="3361" y="6040"/>
                    <a:pt x="3159" y="5678"/>
                  </a:cubicBezTo>
                  <a:lnTo>
                    <a:pt x="1096" y="2137"/>
                  </a:lnTo>
                  <a:lnTo>
                    <a:pt x="840" y="1680"/>
                  </a:lnTo>
                  <a:lnTo>
                    <a:pt x="676" y="1771"/>
                  </a:lnTo>
                  <a:lnTo>
                    <a:pt x="512" y="1863"/>
                  </a:lnTo>
                  <a:lnTo>
                    <a:pt x="165" y="2064"/>
                  </a:lnTo>
                  <a:lnTo>
                    <a:pt x="1" y="2155"/>
                  </a:lnTo>
                  <a:lnTo>
                    <a:pt x="2319" y="6153"/>
                  </a:lnTo>
                  <a:cubicBezTo>
                    <a:pt x="2700" y="6812"/>
                    <a:pt x="3411" y="7213"/>
                    <a:pt x="4149" y="7213"/>
                  </a:cubicBezTo>
                  <a:cubicBezTo>
                    <a:pt x="4330" y="7213"/>
                    <a:pt x="4512" y="7189"/>
                    <a:pt x="4692" y="7138"/>
                  </a:cubicBezTo>
                  <a:lnTo>
                    <a:pt x="4984" y="7065"/>
                  </a:lnTo>
                  <a:lnTo>
                    <a:pt x="5349" y="6956"/>
                  </a:lnTo>
                  <a:lnTo>
                    <a:pt x="5897" y="6810"/>
                  </a:lnTo>
                  <a:lnTo>
                    <a:pt x="6463" y="6664"/>
                  </a:lnTo>
                  <a:cubicBezTo>
                    <a:pt x="7394" y="6408"/>
                    <a:pt x="8033" y="5568"/>
                    <a:pt x="8033" y="4601"/>
                  </a:cubicBezTo>
                  <a:lnTo>
                    <a:pt x="80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449;p36">
              <a:extLst>
                <a:ext uri="{FF2B5EF4-FFF2-40B4-BE49-F238E27FC236}">
                  <a16:creationId xmlns:a16="http://schemas.microsoft.com/office/drawing/2014/main" id="{346744F5-5F70-33CA-C3CA-888DA53D86F6}"/>
                </a:ext>
              </a:extLst>
            </p:cNvPr>
            <p:cNvSpPr/>
            <p:nvPr/>
          </p:nvSpPr>
          <p:spPr>
            <a:xfrm>
              <a:off x="2063465" y="1316189"/>
              <a:ext cx="620648" cy="413505"/>
            </a:xfrm>
            <a:custGeom>
              <a:avLst/>
              <a:gdLst/>
              <a:ahLst/>
              <a:cxnLst/>
              <a:rect l="l" t="t" r="r" b="b"/>
              <a:pathLst>
                <a:path w="12743" h="8490" extrusionOk="0">
                  <a:moveTo>
                    <a:pt x="7467" y="1"/>
                  </a:moveTo>
                  <a:cubicBezTo>
                    <a:pt x="3724" y="1"/>
                    <a:pt x="2830" y="2940"/>
                    <a:pt x="0" y="3214"/>
                  </a:cubicBezTo>
                  <a:lnTo>
                    <a:pt x="1935" y="8490"/>
                  </a:lnTo>
                  <a:lnTo>
                    <a:pt x="11373" y="8490"/>
                  </a:lnTo>
                  <a:lnTo>
                    <a:pt x="12742" y="3177"/>
                  </a:lnTo>
                  <a:cubicBezTo>
                    <a:pt x="10406" y="2392"/>
                    <a:pt x="10132" y="1"/>
                    <a:pt x="74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450;p36">
              <a:extLst>
                <a:ext uri="{FF2B5EF4-FFF2-40B4-BE49-F238E27FC236}">
                  <a16:creationId xmlns:a16="http://schemas.microsoft.com/office/drawing/2014/main" id="{BB080BB2-364E-5545-9B83-FF5A2C44C2BE}"/>
                </a:ext>
              </a:extLst>
            </p:cNvPr>
            <p:cNvSpPr/>
            <p:nvPr/>
          </p:nvSpPr>
          <p:spPr>
            <a:xfrm>
              <a:off x="2427105" y="1446915"/>
              <a:ext cx="48949" cy="132526"/>
            </a:xfrm>
            <a:custGeom>
              <a:avLst/>
              <a:gdLst/>
              <a:ahLst/>
              <a:cxnLst/>
              <a:rect l="l" t="t" r="r" b="b"/>
              <a:pathLst>
                <a:path w="1005" h="2721" extrusionOk="0">
                  <a:moveTo>
                    <a:pt x="329" y="0"/>
                  </a:moveTo>
                  <a:lnTo>
                    <a:pt x="1" y="2611"/>
                  </a:lnTo>
                  <a:lnTo>
                    <a:pt x="859" y="2720"/>
                  </a:lnTo>
                  <a:lnTo>
                    <a:pt x="1005" y="73"/>
                  </a:lnTo>
                  <a:lnTo>
                    <a:pt x="329" y="0"/>
                  </a:lnTo>
                  <a:close/>
                </a:path>
              </a:pathLst>
            </a:custGeom>
            <a:solidFill>
              <a:srgbClr val="FF66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451;p36">
              <a:extLst>
                <a:ext uri="{FF2B5EF4-FFF2-40B4-BE49-F238E27FC236}">
                  <a16:creationId xmlns:a16="http://schemas.microsoft.com/office/drawing/2014/main" id="{238C290F-1615-40D8-FB7D-8CC59EC04533}"/>
                </a:ext>
              </a:extLst>
            </p:cNvPr>
            <p:cNvSpPr/>
            <p:nvPr/>
          </p:nvSpPr>
          <p:spPr>
            <a:xfrm>
              <a:off x="2389747" y="1484272"/>
              <a:ext cx="132526" cy="48949"/>
            </a:xfrm>
            <a:custGeom>
              <a:avLst/>
              <a:gdLst/>
              <a:ahLst/>
              <a:cxnLst/>
              <a:rect l="l" t="t" r="r" b="b"/>
              <a:pathLst>
                <a:path w="2721" h="1005" extrusionOk="0">
                  <a:moveTo>
                    <a:pt x="92" y="0"/>
                  </a:moveTo>
                  <a:lnTo>
                    <a:pt x="1" y="858"/>
                  </a:lnTo>
                  <a:lnTo>
                    <a:pt x="2630" y="1004"/>
                  </a:lnTo>
                  <a:lnTo>
                    <a:pt x="2721" y="329"/>
                  </a:lnTo>
                  <a:lnTo>
                    <a:pt x="92" y="0"/>
                  </a:lnTo>
                  <a:close/>
                </a:path>
              </a:pathLst>
            </a:custGeom>
            <a:solidFill>
              <a:srgbClr val="FF66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452;p36">
              <a:extLst>
                <a:ext uri="{FF2B5EF4-FFF2-40B4-BE49-F238E27FC236}">
                  <a16:creationId xmlns:a16="http://schemas.microsoft.com/office/drawing/2014/main" id="{FBB238A1-C82C-4DEC-86D4-4BBBEA461CE3}"/>
                </a:ext>
              </a:extLst>
            </p:cNvPr>
            <p:cNvSpPr/>
            <p:nvPr/>
          </p:nvSpPr>
          <p:spPr>
            <a:xfrm>
              <a:off x="2888594" y="3424323"/>
              <a:ext cx="330756" cy="286337"/>
            </a:xfrm>
            <a:custGeom>
              <a:avLst/>
              <a:gdLst/>
              <a:ahLst/>
              <a:cxnLst/>
              <a:rect l="l" t="t" r="r" b="b"/>
              <a:pathLst>
                <a:path w="6791" h="5879" extrusionOk="0">
                  <a:moveTo>
                    <a:pt x="6681" y="1"/>
                  </a:moveTo>
                  <a:lnTo>
                    <a:pt x="6681" y="1"/>
                  </a:lnTo>
                  <a:cubicBezTo>
                    <a:pt x="3633" y="202"/>
                    <a:pt x="0" y="2830"/>
                    <a:pt x="0" y="2830"/>
                  </a:cubicBezTo>
                  <a:lnTo>
                    <a:pt x="1077" y="5879"/>
                  </a:lnTo>
                  <a:cubicBezTo>
                    <a:pt x="6791" y="2465"/>
                    <a:pt x="6681" y="1"/>
                    <a:pt x="6681" y="1"/>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453;p36">
              <a:extLst>
                <a:ext uri="{FF2B5EF4-FFF2-40B4-BE49-F238E27FC236}">
                  <a16:creationId xmlns:a16="http://schemas.microsoft.com/office/drawing/2014/main" id="{46467483-9E8A-49D6-5844-E45A17B35633}"/>
                </a:ext>
              </a:extLst>
            </p:cNvPr>
            <p:cNvSpPr/>
            <p:nvPr/>
          </p:nvSpPr>
          <p:spPr>
            <a:xfrm>
              <a:off x="1342373" y="3439470"/>
              <a:ext cx="409950" cy="329002"/>
            </a:xfrm>
            <a:custGeom>
              <a:avLst/>
              <a:gdLst/>
              <a:ahLst/>
              <a:cxnLst/>
              <a:rect l="l" t="t" r="r" b="b"/>
              <a:pathLst>
                <a:path w="8417" h="6755" extrusionOk="0">
                  <a:moveTo>
                    <a:pt x="512" y="0"/>
                  </a:moveTo>
                  <a:cubicBezTo>
                    <a:pt x="512" y="0"/>
                    <a:pt x="0" y="3688"/>
                    <a:pt x="8270" y="6754"/>
                  </a:cubicBezTo>
                  <a:lnTo>
                    <a:pt x="8416" y="3268"/>
                  </a:lnTo>
                  <a:cubicBezTo>
                    <a:pt x="8416" y="3268"/>
                    <a:pt x="5094" y="73"/>
                    <a:pt x="512" y="0"/>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454;p36">
              <a:extLst>
                <a:ext uri="{FF2B5EF4-FFF2-40B4-BE49-F238E27FC236}">
                  <a16:creationId xmlns:a16="http://schemas.microsoft.com/office/drawing/2014/main" id="{CE15385E-1014-A4F0-1BA5-FC76BDFC9ECF}"/>
                </a:ext>
              </a:extLst>
            </p:cNvPr>
            <p:cNvSpPr/>
            <p:nvPr/>
          </p:nvSpPr>
          <p:spPr>
            <a:xfrm>
              <a:off x="1368138" y="2631246"/>
              <a:ext cx="1845871" cy="1626065"/>
            </a:xfrm>
            <a:custGeom>
              <a:avLst/>
              <a:gdLst/>
              <a:ahLst/>
              <a:cxnLst/>
              <a:rect l="l" t="t" r="r" b="b"/>
              <a:pathLst>
                <a:path w="37899" h="33386" extrusionOk="0">
                  <a:moveTo>
                    <a:pt x="16303" y="0"/>
                  </a:moveTo>
                  <a:cubicBezTo>
                    <a:pt x="16303" y="0"/>
                    <a:pt x="15591" y="146"/>
                    <a:pt x="14514" y="402"/>
                  </a:cubicBezTo>
                  <a:cubicBezTo>
                    <a:pt x="14002" y="530"/>
                    <a:pt x="13418" y="694"/>
                    <a:pt x="12779" y="858"/>
                  </a:cubicBezTo>
                  <a:cubicBezTo>
                    <a:pt x="10753" y="1424"/>
                    <a:pt x="8307" y="2209"/>
                    <a:pt x="6755" y="3140"/>
                  </a:cubicBezTo>
                  <a:cubicBezTo>
                    <a:pt x="4638" y="4418"/>
                    <a:pt x="2191" y="10460"/>
                    <a:pt x="895" y="14002"/>
                  </a:cubicBezTo>
                  <a:cubicBezTo>
                    <a:pt x="859" y="14111"/>
                    <a:pt x="841" y="14203"/>
                    <a:pt x="804" y="14294"/>
                  </a:cubicBezTo>
                  <a:cubicBezTo>
                    <a:pt x="311" y="15681"/>
                    <a:pt x="1" y="16612"/>
                    <a:pt x="1" y="16612"/>
                  </a:cubicBezTo>
                  <a:cubicBezTo>
                    <a:pt x="1" y="16612"/>
                    <a:pt x="512" y="16722"/>
                    <a:pt x="1297" y="16941"/>
                  </a:cubicBezTo>
                  <a:lnTo>
                    <a:pt x="1480" y="16996"/>
                  </a:lnTo>
                  <a:cubicBezTo>
                    <a:pt x="2593" y="17306"/>
                    <a:pt x="3707" y="17671"/>
                    <a:pt x="4784" y="18109"/>
                  </a:cubicBezTo>
                  <a:lnTo>
                    <a:pt x="4911" y="18182"/>
                  </a:lnTo>
                  <a:cubicBezTo>
                    <a:pt x="5806" y="18547"/>
                    <a:pt x="6646" y="18985"/>
                    <a:pt x="7431" y="19515"/>
                  </a:cubicBezTo>
                  <a:cubicBezTo>
                    <a:pt x="7577" y="19624"/>
                    <a:pt x="7686" y="19697"/>
                    <a:pt x="7759" y="19752"/>
                  </a:cubicBezTo>
                  <a:lnTo>
                    <a:pt x="7851" y="19825"/>
                  </a:lnTo>
                  <a:lnTo>
                    <a:pt x="7887" y="19843"/>
                  </a:lnTo>
                  <a:cubicBezTo>
                    <a:pt x="7997" y="19935"/>
                    <a:pt x="8106" y="20026"/>
                    <a:pt x="8197" y="20117"/>
                  </a:cubicBezTo>
                  <a:cubicBezTo>
                    <a:pt x="8270" y="20172"/>
                    <a:pt x="8307" y="20227"/>
                    <a:pt x="8380" y="20282"/>
                  </a:cubicBezTo>
                  <a:lnTo>
                    <a:pt x="7285" y="27219"/>
                  </a:lnTo>
                  <a:lnTo>
                    <a:pt x="6646" y="31216"/>
                  </a:lnTo>
                  <a:cubicBezTo>
                    <a:pt x="10405" y="32658"/>
                    <a:pt x="14375" y="33385"/>
                    <a:pt x="18354" y="33385"/>
                  </a:cubicBezTo>
                  <a:cubicBezTo>
                    <a:pt x="20674" y="33385"/>
                    <a:pt x="22998" y="33138"/>
                    <a:pt x="25284" y="32640"/>
                  </a:cubicBezTo>
                  <a:lnTo>
                    <a:pt x="25540" y="32567"/>
                  </a:lnTo>
                  <a:cubicBezTo>
                    <a:pt x="28570" y="31892"/>
                    <a:pt x="31491" y="30778"/>
                    <a:pt x="34193" y="29263"/>
                  </a:cubicBezTo>
                  <a:cubicBezTo>
                    <a:pt x="34047" y="28697"/>
                    <a:pt x="33901" y="28131"/>
                    <a:pt x="33754" y="27547"/>
                  </a:cubicBezTo>
                  <a:cubicBezTo>
                    <a:pt x="33280" y="25649"/>
                    <a:pt x="32750" y="23695"/>
                    <a:pt x="32294" y="22125"/>
                  </a:cubicBezTo>
                  <a:cubicBezTo>
                    <a:pt x="32039" y="21194"/>
                    <a:pt x="31728" y="20282"/>
                    <a:pt x="31363" y="19387"/>
                  </a:cubicBezTo>
                  <a:cubicBezTo>
                    <a:pt x="31363" y="19351"/>
                    <a:pt x="31345" y="19314"/>
                    <a:pt x="31327" y="19296"/>
                  </a:cubicBezTo>
                  <a:cubicBezTo>
                    <a:pt x="31308" y="19241"/>
                    <a:pt x="31272" y="19205"/>
                    <a:pt x="31254" y="19150"/>
                  </a:cubicBezTo>
                  <a:cubicBezTo>
                    <a:pt x="31235" y="19132"/>
                    <a:pt x="31235" y="19132"/>
                    <a:pt x="31217" y="19113"/>
                  </a:cubicBezTo>
                  <a:lnTo>
                    <a:pt x="31308" y="19058"/>
                  </a:lnTo>
                  <a:cubicBezTo>
                    <a:pt x="31345" y="19040"/>
                    <a:pt x="31436" y="19004"/>
                    <a:pt x="31473" y="18967"/>
                  </a:cubicBezTo>
                  <a:cubicBezTo>
                    <a:pt x="31509" y="18949"/>
                    <a:pt x="31546" y="18931"/>
                    <a:pt x="31582" y="18912"/>
                  </a:cubicBezTo>
                  <a:cubicBezTo>
                    <a:pt x="32896" y="18219"/>
                    <a:pt x="34229" y="17598"/>
                    <a:pt x="35616" y="17050"/>
                  </a:cubicBezTo>
                  <a:lnTo>
                    <a:pt x="35653" y="17032"/>
                  </a:lnTo>
                  <a:cubicBezTo>
                    <a:pt x="35909" y="16941"/>
                    <a:pt x="36164" y="16850"/>
                    <a:pt x="36420" y="16758"/>
                  </a:cubicBezTo>
                  <a:lnTo>
                    <a:pt x="36493" y="16722"/>
                  </a:lnTo>
                  <a:lnTo>
                    <a:pt x="36621" y="16685"/>
                  </a:lnTo>
                  <a:cubicBezTo>
                    <a:pt x="37040" y="16539"/>
                    <a:pt x="37479" y="16411"/>
                    <a:pt x="37898" y="16284"/>
                  </a:cubicBezTo>
                  <a:cubicBezTo>
                    <a:pt x="37898" y="16284"/>
                    <a:pt x="37570" y="15426"/>
                    <a:pt x="37077" y="14148"/>
                  </a:cubicBezTo>
                  <a:lnTo>
                    <a:pt x="36967" y="13892"/>
                  </a:lnTo>
                  <a:cubicBezTo>
                    <a:pt x="35397" y="10095"/>
                    <a:pt x="32239" y="3067"/>
                    <a:pt x="30396" y="2538"/>
                  </a:cubicBezTo>
                  <a:cubicBezTo>
                    <a:pt x="29465" y="2264"/>
                    <a:pt x="28497" y="2026"/>
                    <a:pt x="27603" y="1807"/>
                  </a:cubicBezTo>
                  <a:cubicBezTo>
                    <a:pt x="27128" y="1680"/>
                    <a:pt x="26672" y="1588"/>
                    <a:pt x="26233" y="1479"/>
                  </a:cubicBezTo>
                  <a:lnTo>
                    <a:pt x="25229" y="1260"/>
                  </a:lnTo>
                  <a:cubicBezTo>
                    <a:pt x="23933" y="986"/>
                    <a:pt x="23057" y="822"/>
                    <a:pt x="23057" y="822"/>
                  </a:cubicBezTo>
                  <a:lnTo>
                    <a:pt x="21158" y="584"/>
                  </a:lnTo>
                  <a:lnTo>
                    <a:pt x="16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455;p36">
              <a:extLst>
                <a:ext uri="{FF2B5EF4-FFF2-40B4-BE49-F238E27FC236}">
                  <a16:creationId xmlns:a16="http://schemas.microsoft.com/office/drawing/2014/main" id="{AB314B27-CB4C-B5E3-DBEA-7446C2CABBBE}"/>
                </a:ext>
              </a:extLst>
            </p:cNvPr>
            <p:cNvSpPr/>
            <p:nvPr/>
          </p:nvSpPr>
          <p:spPr>
            <a:xfrm>
              <a:off x="2740090" y="2961033"/>
              <a:ext cx="162772" cy="595419"/>
            </a:xfrm>
            <a:custGeom>
              <a:avLst/>
              <a:gdLst/>
              <a:ahLst/>
              <a:cxnLst/>
              <a:rect l="l" t="t" r="r" b="b"/>
              <a:pathLst>
                <a:path w="3342" h="12225" extrusionOk="0">
                  <a:moveTo>
                    <a:pt x="379" y="0"/>
                  </a:moveTo>
                  <a:cubicBezTo>
                    <a:pt x="367" y="0"/>
                    <a:pt x="354" y="6"/>
                    <a:pt x="347" y="20"/>
                  </a:cubicBezTo>
                  <a:cubicBezTo>
                    <a:pt x="92" y="367"/>
                    <a:pt x="92" y="988"/>
                    <a:pt x="55" y="1444"/>
                  </a:cubicBezTo>
                  <a:cubicBezTo>
                    <a:pt x="0" y="1992"/>
                    <a:pt x="0" y="2539"/>
                    <a:pt x="37" y="3087"/>
                  </a:cubicBezTo>
                  <a:cubicBezTo>
                    <a:pt x="146" y="4054"/>
                    <a:pt x="457" y="4985"/>
                    <a:pt x="968" y="5825"/>
                  </a:cubicBezTo>
                  <a:cubicBezTo>
                    <a:pt x="1461" y="6647"/>
                    <a:pt x="2063" y="7377"/>
                    <a:pt x="2465" y="8253"/>
                  </a:cubicBezTo>
                  <a:cubicBezTo>
                    <a:pt x="3031" y="9476"/>
                    <a:pt x="2921" y="10718"/>
                    <a:pt x="2720" y="12014"/>
                  </a:cubicBezTo>
                  <a:cubicBezTo>
                    <a:pt x="2710" y="12149"/>
                    <a:pt x="2800" y="12225"/>
                    <a:pt x="2886" y="12225"/>
                  </a:cubicBezTo>
                  <a:cubicBezTo>
                    <a:pt x="2952" y="12225"/>
                    <a:pt x="3015" y="12181"/>
                    <a:pt x="3031" y="12087"/>
                  </a:cubicBezTo>
                  <a:cubicBezTo>
                    <a:pt x="3195" y="11010"/>
                    <a:pt x="3341" y="9878"/>
                    <a:pt x="3013" y="8801"/>
                  </a:cubicBezTo>
                  <a:cubicBezTo>
                    <a:pt x="2720" y="7906"/>
                    <a:pt x="2191" y="7140"/>
                    <a:pt x="1698" y="6391"/>
                  </a:cubicBezTo>
                  <a:cubicBezTo>
                    <a:pt x="1114" y="5515"/>
                    <a:pt x="585" y="4639"/>
                    <a:pt x="384" y="3562"/>
                  </a:cubicBezTo>
                  <a:cubicBezTo>
                    <a:pt x="256" y="2886"/>
                    <a:pt x="238" y="2192"/>
                    <a:pt x="311" y="1499"/>
                  </a:cubicBezTo>
                  <a:cubicBezTo>
                    <a:pt x="347" y="1042"/>
                    <a:pt x="530" y="476"/>
                    <a:pt x="420" y="38"/>
                  </a:cubicBezTo>
                  <a:cubicBezTo>
                    <a:pt x="420" y="16"/>
                    <a:pt x="399" y="0"/>
                    <a:pt x="3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456;p36">
              <a:extLst>
                <a:ext uri="{FF2B5EF4-FFF2-40B4-BE49-F238E27FC236}">
                  <a16:creationId xmlns:a16="http://schemas.microsoft.com/office/drawing/2014/main" id="{ED3D0A9F-C180-852D-D09E-571A6D23EF43}"/>
                </a:ext>
              </a:extLst>
            </p:cNvPr>
            <p:cNvSpPr/>
            <p:nvPr/>
          </p:nvSpPr>
          <p:spPr>
            <a:xfrm>
              <a:off x="2871011" y="3293645"/>
              <a:ext cx="292327" cy="98822"/>
            </a:xfrm>
            <a:custGeom>
              <a:avLst/>
              <a:gdLst/>
              <a:ahLst/>
              <a:cxnLst/>
              <a:rect l="l" t="t" r="r" b="b"/>
              <a:pathLst>
                <a:path w="6002" h="2029" extrusionOk="0">
                  <a:moveTo>
                    <a:pt x="5874" y="0"/>
                  </a:moveTo>
                  <a:cubicBezTo>
                    <a:pt x="4852" y="110"/>
                    <a:pt x="3866" y="311"/>
                    <a:pt x="2898" y="621"/>
                  </a:cubicBezTo>
                  <a:cubicBezTo>
                    <a:pt x="1894" y="895"/>
                    <a:pt x="945" y="1315"/>
                    <a:pt x="69" y="1862"/>
                  </a:cubicBezTo>
                  <a:cubicBezTo>
                    <a:pt x="1" y="1913"/>
                    <a:pt x="44" y="2028"/>
                    <a:pt x="110" y="2028"/>
                  </a:cubicBezTo>
                  <a:cubicBezTo>
                    <a:pt x="114" y="2028"/>
                    <a:pt x="119" y="2028"/>
                    <a:pt x="124" y="2027"/>
                  </a:cubicBezTo>
                  <a:cubicBezTo>
                    <a:pt x="1036" y="1643"/>
                    <a:pt x="1949" y="1187"/>
                    <a:pt x="2880" y="895"/>
                  </a:cubicBezTo>
                  <a:cubicBezTo>
                    <a:pt x="3848" y="603"/>
                    <a:pt x="4852" y="384"/>
                    <a:pt x="5874" y="274"/>
                  </a:cubicBezTo>
                  <a:cubicBezTo>
                    <a:pt x="6002" y="274"/>
                    <a:pt x="6002" y="0"/>
                    <a:pt x="58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457;p36">
              <a:extLst>
                <a:ext uri="{FF2B5EF4-FFF2-40B4-BE49-F238E27FC236}">
                  <a16:creationId xmlns:a16="http://schemas.microsoft.com/office/drawing/2014/main" id="{AAD20602-21B6-A73F-B785-057970B9F45E}"/>
                </a:ext>
              </a:extLst>
            </p:cNvPr>
            <p:cNvSpPr/>
            <p:nvPr/>
          </p:nvSpPr>
          <p:spPr>
            <a:xfrm>
              <a:off x="2502696" y="3313176"/>
              <a:ext cx="112070" cy="907861"/>
            </a:xfrm>
            <a:custGeom>
              <a:avLst/>
              <a:gdLst/>
              <a:ahLst/>
              <a:cxnLst/>
              <a:rect l="l" t="t" r="r" b="b"/>
              <a:pathLst>
                <a:path w="2301" h="18640" extrusionOk="0">
                  <a:moveTo>
                    <a:pt x="92" y="1"/>
                  </a:moveTo>
                  <a:cubicBezTo>
                    <a:pt x="37" y="19"/>
                    <a:pt x="0" y="74"/>
                    <a:pt x="19" y="129"/>
                  </a:cubicBezTo>
                  <a:cubicBezTo>
                    <a:pt x="329" y="1699"/>
                    <a:pt x="658" y="3250"/>
                    <a:pt x="931" y="4820"/>
                  </a:cubicBezTo>
                  <a:cubicBezTo>
                    <a:pt x="1223" y="6463"/>
                    <a:pt x="1461" y="8106"/>
                    <a:pt x="1643" y="9786"/>
                  </a:cubicBezTo>
                  <a:cubicBezTo>
                    <a:pt x="1662" y="9859"/>
                    <a:pt x="1662" y="9913"/>
                    <a:pt x="1662" y="9986"/>
                  </a:cubicBezTo>
                  <a:cubicBezTo>
                    <a:pt x="1698" y="10351"/>
                    <a:pt x="1735" y="10698"/>
                    <a:pt x="1771" y="11063"/>
                  </a:cubicBezTo>
                  <a:lnTo>
                    <a:pt x="1771" y="11191"/>
                  </a:lnTo>
                  <a:cubicBezTo>
                    <a:pt x="1972" y="13656"/>
                    <a:pt x="2045" y="16157"/>
                    <a:pt x="1990" y="18639"/>
                  </a:cubicBezTo>
                  <a:lnTo>
                    <a:pt x="2246" y="18566"/>
                  </a:lnTo>
                  <a:cubicBezTo>
                    <a:pt x="2300" y="16102"/>
                    <a:pt x="2227" y="13619"/>
                    <a:pt x="2027" y="11155"/>
                  </a:cubicBezTo>
                  <a:cubicBezTo>
                    <a:pt x="1990" y="10735"/>
                    <a:pt x="1954" y="10333"/>
                    <a:pt x="1917" y="9932"/>
                  </a:cubicBezTo>
                  <a:cubicBezTo>
                    <a:pt x="1917" y="9895"/>
                    <a:pt x="1899" y="9859"/>
                    <a:pt x="1899" y="9822"/>
                  </a:cubicBezTo>
                  <a:cubicBezTo>
                    <a:pt x="1735" y="8197"/>
                    <a:pt x="1515" y="6591"/>
                    <a:pt x="1242" y="4966"/>
                  </a:cubicBezTo>
                  <a:cubicBezTo>
                    <a:pt x="1223" y="4930"/>
                    <a:pt x="1223" y="4875"/>
                    <a:pt x="1223" y="4838"/>
                  </a:cubicBezTo>
                  <a:cubicBezTo>
                    <a:pt x="950" y="3232"/>
                    <a:pt x="639" y="1626"/>
                    <a:pt x="201" y="74"/>
                  </a:cubicBezTo>
                  <a:cubicBezTo>
                    <a:pt x="201" y="37"/>
                    <a:pt x="183" y="19"/>
                    <a:pt x="1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458;p36">
              <a:extLst>
                <a:ext uri="{FF2B5EF4-FFF2-40B4-BE49-F238E27FC236}">
                  <a16:creationId xmlns:a16="http://schemas.microsoft.com/office/drawing/2014/main" id="{D3B25512-8CB7-AEAF-B81F-7F3FD8DE75E2}"/>
                </a:ext>
              </a:extLst>
            </p:cNvPr>
            <p:cNvSpPr/>
            <p:nvPr/>
          </p:nvSpPr>
          <p:spPr>
            <a:xfrm>
              <a:off x="2643165" y="3163795"/>
              <a:ext cx="244548" cy="296126"/>
            </a:xfrm>
            <a:custGeom>
              <a:avLst/>
              <a:gdLst/>
              <a:ahLst/>
              <a:cxnLst/>
              <a:rect l="l" t="t" r="r" b="b"/>
              <a:pathLst>
                <a:path w="5021" h="6080" fill="none" extrusionOk="0">
                  <a:moveTo>
                    <a:pt x="1" y="5295"/>
                  </a:moveTo>
                  <a:cubicBezTo>
                    <a:pt x="1" y="5295"/>
                    <a:pt x="1461" y="6080"/>
                    <a:pt x="2118" y="5496"/>
                  </a:cubicBezTo>
                  <a:cubicBezTo>
                    <a:pt x="2794" y="4912"/>
                    <a:pt x="5021" y="1"/>
                    <a:pt x="5021" y="1"/>
                  </a:cubicBezTo>
                </a:path>
              </a:pathLst>
            </a:custGeom>
            <a:noFill/>
            <a:ln w="5925" cap="flat" cmpd="sng">
              <a:solidFill>
                <a:srgbClr val="E6EEFF"/>
              </a:solidFill>
              <a:prstDash val="solid"/>
              <a:miter lim="182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459;p36">
              <a:extLst>
                <a:ext uri="{FF2B5EF4-FFF2-40B4-BE49-F238E27FC236}">
                  <a16:creationId xmlns:a16="http://schemas.microsoft.com/office/drawing/2014/main" id="{4594BEB2-4F64-4EF6-29D9-C3EBCD50E26C}"/>
                </a:ext>
              </a:extLst>
            </p:cNvPr>
            <p:cNvSpPr/>
            <p:nvPr/>
          </p:nvSpPr>
          <p:spPr>
            <a:xfrm>
              <a:off x="2652078" y="3163795"/>
              <a:ext cx="244548" cy="297052"/>
            </a:xfrm>
            <a:custGeom>
              <a:avLst/>
              <a:gdLst/>
              <a:ahLst/>
              <a:cxnLst/>
              <a:rect l="l" t="t" r="r" b="b"/>
              <a:pathLst>
                <a:path w="5021" h="6099" fill="none" extrusionOk="0">
                  <a:moveTo>
                    <a:pt x="5020" y="5295"/>
                  </a:moveTo>
                  <a:cubicBezTo>
                    <a:pt x="5020" y="5295"/>
                    <a:pt x="3560" y="6098"/>
                    <a:pt x="2903" y="5514"/>
                  </a:cubicBezTo>
                  <a:cubicBezTo>
                    <a:pt x="2227" y="4930"/>
                    <a:pt x="0" y="1"/>
                    <a:pt x="0" y="1"/>
                  </a:cubicBezTo>
                </a:path>
              </a:pathLst>
            </a:custGeom>
            <a:noFill/>
            <a:ln w="5925" cap="flat" cmpd="sng">
              <a:solidFill>
                <a:srgbClr val="E6EEFF"/>
              </a:solidFill>
              <a:prstDash val="solid"/>
              <a:miter lim="182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460;p36">
              <a:extLst>
                <a:ext uri="{FF2B5EF4-FFF2-40B4-BE49-F238E27FC236}">
                  <a16:creationId xmlns:a16="http://schemas.microsoft.com/office/drawing/2014/main" id="{CB64E7A4-D445-DF21-E7C1-B2B9F560E6C9}"/>
                </a:ext>
              </a:extLst>
            </p:cNvPr>
            <p:cNvSpPr/>
            <p:nvPr/>
          </p:nvSpPr>
          <p:spPr>
            <a:xfrm>
              <a:off x="2554276" y="2881058"/>
              <a:ext cx="418814" cy="282781"/>
            </a:xfrm>
            <a:custGeom>
              <a:avLst/>
              <a:gdLst/>
              <a:ahLst/>
              <a:cxnLst/>
              <a:rect l="l" t="t" r="r" b="b"/>
              <a:pathLst>
                <a:path w="8599" h="5806" fill="none" extrusionOk="0">
                  <a:moveTo>
                    <a:pt x="2008" y="5806"/>
                  </a:moveTo>
                  <a:cubicBezTo>
                    <a:pt x="2008" y="5806"/>
                    <a:pt x="0" y="1"/>
                    <a:pt x="4290" y="1"/>
                  </a:cubicBezTo>
                  <a:cubicBezTo>
                    <a:pt x="8598" y="1"/>
                    <a:pt x="6846" y="5806"/>
                    <a:pt x="6846" y="5806"/>
                  </a:cubicBezTo>
                </a:path>
              </a:pathLst>
            </a:custGeom>
            <a:noFill/>
            <a:ln w="11400" cap="flat" cmpd="sng">
              <a:solidFill>
                <a:schemeClr val="dk1"/>
              </a:solidFill>
              <a:prstDash val="solid"/>
              <a:miter lim="182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461;p36">
              <a:extLst>
                <a:ext uri="{FF2B5EF4-FFF2-40B4-BE49-F238E27FC236}">
                  <a16:creationId xmlns:a16="http://schemas.microsoft.com/office/drawing/2014/main" id="{C012470E-C9AC-D9C0-5AFE-0D5CA658D4E5}"/>
                </a:ext>
              </a:extLst>
            </p:cNvPr>
            <p:cNvSpPr/>
            <p:nvPr/>
          </p:nvSpPr>
          <p:spPr>
            <a:xfrm>
              <a:off x="2462660" y="2572555"/>
              <a:ext cx="317459" cy="308546"/>
            </a:xfrm>
            <a:custGeom>
              <a:avLst/>
              <a:gdLst/>
              <a:ahLst/>
              <a:cxnLst/>
              <a:rect l="l" t="t" r="r" b="b"/>
              <a:pathLst>
                <a:path w="6518" h="6335" fill="none" extrusionOk="0">
                  <a:moveTo>
                    <a:pt x="6518" y="6335"/>
                  </a:moveTo>
                  <a:cubicBezTo>
                    <a:pt x="6518" y="6335"/>
                    <a:pt x="5605" y="0"/>
                    <a:pt x="1" y="1479"/>
                  </a:cubicBezTo>
                </a:path>
              </a:pathLst>
            </a:custGeom>
            <a:noFill/>
            <a:ln w="11400" cap="flat" cmpd="sng">
              <a:solidFill>
                <a:schemeClr val="dk1"/>
              </a:solidFill>
              <a:prstDash val="solid"/>
              <a:miter lim="182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462;p36">
              <a:extLst>
                <a:ext uri="{FF2B5EF4-FFF2-40B4-BE49-F238E27FC236}">
                  <a16:creationId xmlns:a16="http://schemas.microsoft.com/office/drawing/2014/main" id="{D934A779-1AD9-61F7-3F05-0DCC0A1CC7C7}"/>
                </a:ext>
              </a:extLst>
            </p:cNvPr>
            <p:cNvSpPr/>
            <p:nvPr/>
          </p:nvSpPr>
          <p:spPr>
            <a:xfrm>
              <a:off x="1856270" y="2708591"/>
              <a:ext cx="295250" cy="599315"/>
            </a:xfrm>
            <a:custGeom>
              <a:avLst/>
              <a:gdLst/>
              <a:ahLst/>
              <a:cxnLst/>
              <a:rect l="l" t="t" r="r" b="b"/>
              <a:pathLst>
                <a:path w="6062" h="12305" fill="none" extrusionOk="0">
                  <a:moveTo>
                    <a:pt x="5843" y="12304"/>
                  </a:moveTo>
                  <a:cubicBezTo>
                    <a:pt x="5843" y="12304"/>
                    <a:pt x="1" y="3597"/>
                    <a:pt x="6062" y="0"/>
                  </a:cubicBezTo>
                </a:path>
              </a:pathLst>
            </a:custGeom>
            <a:noFill/>
            <a:ln w="11400" cap="flat" cmpd="sng">
              <a:solidFill>
                <a:schemeClr val="dk1"/>
              </a:solidFill>
              <a:prstDash val="solid"/>
              <a:miter lim="182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463;p36">
              <a:extLst>
                <a:ext uri="{FF2B5EF4-FFF2-40B4-BE49-F238E27FC236}">
                  <a16:creationId xmlns:a16="http://schemas.microsoft.com/office/drawing/2014/main" id="{05964533-3175-1BEB-CE52-254F3531400C}"/>
                </a:ext>
              </a:extLst>
            </p:cNvPr>
            <p:cNvSpPr/>
            <p:nvPr/>
          </p:nvSpPr>
          <p:spPr>
            <a:xfrm>
              <a:off x="2037651" y="3218492"/>
              <a:ext cx="209480" cy="174364"/>
            </a:xfrm>
            <a:custGeom>
              <a:avLst/>
              <a:gdLst/>
              <a:ahLst/>
              <a:cxnLst/>
              <a:rect l="l" t="t" r="r" b="b"/>
              <a:pathLst>
                <a:path w="4301" h="3580" extrusionOk="0">
                  <a:moveTo>
                    <a:pt x="2283" y="0"/>
                  </a:moveTo>
                  <a:cubicBezTo>
                    <a:pt x="2150" y="0"/>
                    <a:pt x="2016" y="15"/>
                    <a:pt x="1881" y="46"/>
                  </a:cubicBezTo>
                  <a:cubicBezTo>
                    <a:pt x="330" y="430"/>
                    <a:pt x="1" y="2474"/>
                    <a:pt x="1352" y="3314"/>
                  </a:cubicBezTo>
                  <a:cubicBezTo>
                    <a:pt x="1654" y="3497"/>
                    <a:pt x="1972" y="3580"/>
                    <a:pt x="2280" y="3580"/>
                  </a:cubicBezTo>
                  <a:cubicBezTo>
                    <a:pt x="3351" y="3580"/>
                    <a:pt x="4301" y="2584"/>
                    <a:pt x="4017" y="1379"/>
                  </a:cubicBezTo>
                  <a:cubicBezTo>
                    <a:pt x="3829" y="548"/>
                    <a:pt x="3089" y="0"/>
                    <a:pt x="22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464;p36">
              <a:extLst>
                <a:ext uri="{FF2B5EF4-FFF2-40B4-BE49-F238E27FC236}">
                  <a16:creationId xmlns:a16="http://schemas.microsoft.com/office/drawing/2014/main" id="{798DA006-943B-E3D4-D266-A91B937421D6}"/>
                </a:ext>
              </a:extLst>
            </p:cNvPr>
            <p:cNvSpPr/>
            <p:nvPr/>
          </p:nvSpPr>
          <p:spPr>
            <a:xfrm>
              <a:off x="2092786" y="3260233"/>
              <a:ext cx="106518" cy="89422"/>
            </a:xfrm>
            <a:custGeom>
              <a:avLst/>
              <a:gdLst/>
              <a:ahLst/>
              <a:cxnLst/>
              <a:rect l="l" t="t" r="r" b="b"/>
              <a:pathLst>
                <a:path w="2187" h="1836" extrusionOk="0">
                  <a:moveTo>
                    <a:pt x="1174" y="0"/>
                  </a:moveTo>
                  <a:cubicBezTo>
                    <a:pt x="1100" y="0"/>
                    <a:pt x="1025" y="10"/>
                    <a:pt x="950" y="29"/>
                  </a:cubicBezTo>
                  <a:cubicBezTo>
                    <a:pt x="165" y="230"/>
                    <a:pt x="1" y="1270"/>
                    <a:pt x="676" y="1690"/>
                  </a:cubicBezTo>
                  <a:cubicBezTo>
                    <a:pt x="835" y="1791"/>
                    <a:pt x="1003" y="1835"/>
                    <a:pt x="1164" y="1835"/>
                  </a:cubicBezTo>
                  <a:cubicBezTo>
                    <a:pt x="1708" y="1835"/>
                    <a:pt x="2186" y="1328"/>
                    <a:pt x="2045" y="723"/>
                  </a:cubicBezTo>
                  <a:cubicBezTo>
                    <a:pt x="1952" y="289"/>
                    <a:pt x="1584" y="0"/>
                    <a:pt x="11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465;p36">
              <a:extLst>
                <a:ext uri="{FF2B5EF4-FFF2-40B4-BE49-F238E27FC236}">
                  <a16:creationId xmlns:a16="http://schemas.microsoft.com/office/drawing/2014/main" id="{A36D17B1-D611-89EA-5690-D39742688C66}"/>
                </a:ext>
              </a:extLst>
            </p:cNvPr>
            <p:cNvSpPr/>
            <p:nvPr/>
          </p:nvSpPr>
          <p:spPr>
            <a:xfrm>
              <a:off x="1980763" y="2496964"/>
              <a:ext cx="528206" cy="818926"/>
            </a:xfrm>
            <a:custGeom>
              <a:avLst/>
              <a:gdLst/>
              <a:ahLst/>
              <a:cxnLst/>
              <a:rect l="l" t="t" r="r" b="b"/>
              <a:pathLst>
                <a:path w="10845" h="16814" extrusionOk="0">
                  <a:moveTo>
                    <a:pt x="7996" y="1"/>
                  </a:moveTo>
                  <a:lnTo>
                    <a:pt x="1" y="3232"/>
                  </a:lnTo>
                  <a:cubicBezTo>
                    <a:pt x="1" y="3232"/>
                    <a:pt x="2830" y="9073"/>
                    <a:pt x="3159" y="9439"/>
                  </a:cubicBezTo>
                  <a:cubicBezTo>
                    <a:pt x="3256" y="9553"/>
                    <a:pt x="3415" y="9592"/>
                    <a:pt x="3588" y="9592"/>
                  </a:cubicBezTo>
                  <a:cubicBezTo>
                    <a:pt x="3970" y="9592"/>
                    <a:pt x="4418" y="9402"/>
                    <a:pt x="4418" y="9402"/>
                  </a:cubicBezTo>
                  <a:lnTo>
                    <a:pt x="4418" y="9402"/>
                  </a:lnTo>
                  <a:cubicBezTo>
                    <a:pt x="4418" y="9402"/>
                    <a:pt x="4108" y="10516"/>
                    <a:pt x="4564" y="11155"/>
                  </a:cubicBezTo>
                  <a:cubicBezTo>
                    <a:pt x="5021" y="11812"/>
                    <a:pt x="10844" y="16814"/>
                    <a:pt x="10844" y="16814"/>
                  </a:cubicBezTo>
                  <a:lnTo>
                    <a:pt x="799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466;p36">
              <a:extLst>
                <a:ext uri="{FF2B5EF4-FFF2-40B4-BE49-F238E27FC236}">
                  <a16:creationId xmlns:a16="http://schemas.microsoft.com/office/drawing/2014/main" id="{8CE936FA-F3FB-2014-BC18-78B0D565D5BA}"/>
                </a:ext>
              </a:extLst>
            </p:cNvPr>
            <p:cNvSpPr/>
            <p:nvPr/>
          </p:nvSpPr>
          <p:spPr>
            <a:xfrm>
              <a:off x="2379080" y="2545864"/>
              <a:ext cx="266806" cy="769149"/>
            </a:xfrm>
            <a:custGeom>
              <a:avLst/>
              <a:gdLst/>
              <a:ahLst/>
              <a:cxnLst/>
              <a:rect l="l" t="t" r="r" b="b"/>
              <a:pathLst>
                <a:path w="5478" h="15792" extrusionOk="0">
                  <a:moveTo>
                    <a:pt x="1" y="1"/>
                  </a:moveTo>
                  <a:lnTo>
                    <a:pt x="2648" y="15791"/>
                  </a:lnTo>
                  <a:cubicBezTo>
                    <a:pt x="2648" y="15791"/>
                    <a:pt x="4601" y="10023"/>
                    <a:pt x="4747" y="9311"/>
                  </a:cubicBezTo>
                  <a:cubicBezTo>
                    <a:pt x="4911" y="8599"/>
                    <a:pt x="4455" y="7704"/>
                    <a:pt x="4455" y="7704"/>
                  </a:cubicBezTo>
                  <a:lnTo>
                    <a:pt x="4455" y="7704"/>
                  </a:lnTo>
                  <a:cubicBezTo>
                    <a:pt x="4455" y="7704"/>
                    <a:pt x="4546" y="7718"/>
                    <a:pt x="4669" y="7718"/>
                  </a:cubicBezTo>
                  <a:cubicBezTo>
                    <a:pt x="4896" y="7718"/>
                    <a:pt x="5230" y="7672"/>
                    <a:pt x="5313" y="7412"/>
                  </a:cubicBezTo>
                  <a:cubicBezTo>
                    <a:pt x="5441" y="7029"/>
                    <a:pt x="5477" y="1370"/>
                    <a:pt x="5477" y="1370"/>
                  </a:cubicBez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467;p36">
              <a:extLst>
                <a:ext uri="{FF2B5EF4-FFF2-40B4-BE49-F238E27FC236}">
                  <a16:creationId xmlns:a16="http://schemas.microsoft.com/office/drawing/2014/main" id="{059DDFAF-6576-317F-B75B-D6B2842759F1}"/>
                </a:ext>
              </a:extLst>
            </p:cNvPr>
            <p:cNvSpPr/>
            <p:nvPr/>
          </p:nvSpPr>
          <p:spPr>
            <a:xfrm>
              <a:off x="2038577" y="2478310"/>
              <a:ext cx="561082" cy="575303"/>
            </a:xfrm>
            <a:custGeom>
              <a:avLst/>
              <a:gdLst/>
              <a:ahLst/>
              <a:cxnLst/>
              <a:rect l="l" t="t" r="r" b="b"/>
              <a:pathLst>
                <a:path w="11520" h="11812" extrusionOk="0">
                  <a:moveTo>
                    <a:pt x="2446" y="0"/>
                  </a:moveTo>
                  <a:cubicBezTo>
                    <a:pt x="2446" y="0"/>
                    <a:pt x="493" y="1497"/>
                    <a:pt x="237" y="2227"/>
                  </a:cubicBezTo>
                  <a:cubicBezTo>
                    <a:pt x="0" y="2976"/>
                    <a:pt x="5696" y="11811"/>
                    <a:pt x="5696" y="11811"/>
                  </a:cubicBezTo>
                  <a:lnTo>
                    <a:pt x="8398" y="10716"/>
                  </a:lnTo>
                  <a:lnTo>
                    <a:pt x="11519" y="11300"/>
                  </a:lnTo>
                  <a:cubicBezTo>
                    <a:pt x="11519" y="11300"/>
                    <a:pt x="11483" y="1534"/>
                    <a:pt x="11282" y="1388"/>
                  </a:cubicBezTo>
                  <a:cubicBezTo>
                    <a:pt x="10679" y="950"/>
                    <a:pt x="10040" y="621"/>
                    <a:pt x="9347" y="384"/>
                  </a:cubicBezTo>
                  <a:lnTo>
                    <a:pt x="2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468;p36">
              <a:extLst>
                <a:ext uri="{FF2B5EF4-FFF2-40B4-BE49-F238E27FC236}">
                  <a16:creationId xmlns:a16="http://schemas.microsoft.com/office/drawing/2014/main" id="{E725E25F-0D63-0F18-E5E0-BCF8209B0B59}"/>
                </a:ext>
              </a:extLst>
            </p:cNvPr>
            <p:cNvSpPr/>
            <p:nvPr/>
          </p:nvSpPr>
          <p:spPr>
            <a:xfrm>
              <a:off x="2348883" y="2961082"/>
              <a:ext cx="184982" cy="353939"/>
            </a:xfrm>
            <a:custGeom>
              <a:avLst/>
              <a:gdLst/>
              <a:ahLst/>
              <a:cxnLst/>
              <a:rect l="l" t="t" r="r" b="b"/>
              <a:pathLst>
                <a:path w="3798" h="7267" extrusionOk="0">
                  <a:moveTo>
                    <a:pt x="1534" y="1"/>
                  </a:moveTo>
                  <a:lnTo>
                    <a:pt x="0" y="1078"/>
                  </a:lnTo>
                  <a:lnTo>
                    <a:pt x="3286" y="7266"/>
                  </a:lnTo>
                  <a:lnTo>
                    <a:pt x="3797" y="841"/>
                  </a:lnTo>
                  <a:lnTo>
                    <a:pt x="15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469;p36">
              <a:extLst>
                <a:ext uri="{FF2B5EF4-FFF2-40B4-BE49-F238E27FC236}">
                  <a16:creationId xmlns:a16="http://schemas.microsoft.com/office/drawing/2014/main" id="{4C73F98E-56E8-FCBB-5779-B2B23F405AB6}"/>
                </a:ext>
              </a:extLst>
            </p:cNvPr>
            <p:cNvSpPr/>
            <p:nvPr/>
          </p:nvSpPr>
          <p:spPr>
            <a:xfrm>
              <a:off x="2361546" y="2999559"/>
              <a:ext cx="172903" cy="39061"/>
            </a:xfrm>
            <a:custGeom>
              <a:avLst/>
              <a:gdLst/>
              <a:ahLst/>
              <a:cxnLst/>
              <a:rect l="l" t="t" r="r" b="b"/>
              <a:pathLst>
                <a:path w="3550" h="802" extrusionOk="0">
                  <a:moveTo>
                    <a:pt x="1789" y="0"/>
                  </a:moveTo>
                  <a:cubicBezTo>
                    <a:pt x="1767" y="0"/>
                    <a:pt x="1748" y="5"/>
                    <a:pt x="1712" y="14"/>
                  </a:cubicBezTo>
                  <a:cubicBezTo>
                    <a:pt x="1146" y="251"/>
                    <a:pt x="562" y="343"/>
                    <a:pt x="51" y="708"/>
                  </a:cubicBezTo>
                  <a:cubicBezTo>
                    <a:pt x="1" y="724"/>
                    <a:pt x="26" y="801"/>
                    <a:pt x="73" y="801"/>
                  </a:cubicBezTo>
                  <a:cubicBezTo>
                    <a:pt x="77" y="801"/>
                    <a:pt x="82" y="801"/>
                    <a:pt x="87" y="799"/>
                  </a:cubicBezTo>
                  <a:cubicBezTo>
                    <a:pt x="671" y="689"/>
                    <a:pt x="1255" y="379"/>
                    <a:pt x="1803" y="160"/>
                  </a:cubicBezTo>
                  <a:cubicBezTo>
                    <a:pt x="2314" y="324"/>
                    <a:pt x="2880" y="343"/>
                    <a:pt x="3409" y="452"/>
                  </a:cubicBezTo>
                  <a:cubicBezTo>
                    <a:pt x="3415" y="453"/>
                    <a:pt x="3421" y="454"/>
                    <a:pt x="3426" y="454"/>
                  </a:cubicBezTo>
                  <a:cubicBezTo>
                    <a:pt x="3522" y="454"/>
                    <a:pt x="3550" y="305"/>
                    <a:pt x="3446" y="288"/>
                  </a:cubicBezTo>
                  <a:cubicBezTo>
                    <a:pt x="2971" y="178"/>
                    <a:pt x="2405" y="142"/>
                    <a:pt x="1894" y="14"/>
                  </a:cubicBezTo>
                  <a:cubicBezTo>
                    <a:pt x="1840" y="5"/>
                    <a:pt x="1812" y="0"/>
                    <a:pt x="1789" y="0"/>
                  </a:cubicBezTo>
                  <a:close/>
                </a:path>
              </a:pathLst>
            </a:custGeom>
            <a:solidFill>
              <a:srgbClr val="0008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470;p36">
              <a:extLst>
                <a:ext uri="{FF2B5EF4-FFF2-40B4-BE49-F238E27FC236}">
                  <a16:creationId xmlns:a16="http://schemas.microsoft.com/office/drawing/2014/main" id="{3E374786-169B-1819-CA96-E7EB269021A9}"/>
                </a:ext>
              </a:extLst>
            </p:cNvPr>
            <p:cNvSpPr/>
            <p:nvPr/>
          </p:nvSpPr>
          <p:spPr>
            <a:xfrm>
              <a:off x="2161267" y="2086179"/>
              <a:ext cx="329002" cy="598292"/>
            </a:xfrm>
            <a:custGeom>
              <a:avLst/>
              <a:gdLst/>
              <a:ahLst/>
              <a:cxnLst/>
              <a:rect l="l" t="t" r="r" b="b"/>
              <a:pathLst>
                <a:path w="6755" h="12284" extrusionOk="0">
                  <a:moveTo>
                    <a:pt x="0" y="1"/>
                  </a:moveTo>
                  <a:lnTo>
                    <a:pt x="0" y="11173"/>
                  </a:lnTo>
                  <a:cubicBezTo>
                    <a:pt x="0" y="11173"/>
                    <a:pt x="1672" y="12283"/>
                    <a:pt x="4397" y="12283"/>
                  </a:cubicBezTo>
                  <a:cubicBezTo>
                    <a:pt x="5114" y="12283"/>
                    <a:pt x="5904" y="12206"/>
                    <a:pt x="6755" y="12013"/>
                  </a:cubicBezTo>
                  <a:lnTo>
                    <a:pt x="6554" y="1"/>
                  </a:lnTo>
                  <a:close/>
                </a:path>
              </a:pathLst>
            </a:custGeom>
            <a:solidFill>
              <a:srgbClr val="FF98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471;p36">
              <a:extLst>
                <a:ext uri="{FF2B5EF4-FFF2-40B4-BE49-F238E27FC236}">
                  <a16:creationId xmlns:a16="http://schemas.microsoft.com/office/drawing/2014/main" id="{48DA3239-8E9A-C029-4D63-ACE8FEC6D3F1}"/>
                </a:ext>
              </a:extLst>
            </p:cNvPr>
            <p:cNvSpPr/>
            <p:nvPr/>
          </p:nvSpPr>
          <p:spPr>
            <a:xfrm>
              <a:off x="2251081" y="2324497"/>
              <a:ext cx="239190" cy="346780"/>
            </a:xfrm>
            <a:custGeom>
              <a:avLst/>
              <a:gdLst/>
              <a:ahLst/>
              <a:cxnLst/>
              <a:rect l="l" t="t" r="r" b="b"/>
              <a:pathLst>
                <a:path w="4911" h="7120" extrusionOk="0">
                  <a:moveTo>
                    <a:pt x="0" y="0"/>
                  </a:moveTo>
                  <a:cubicBezTo>
                    <a:pt x="0" y="0"/>
                    <a:pt x="347" y="6554"/>
                    <a:pt x="4911" y="7120"/>
                  </a:cubicBezTo>
                  <a:lnTo>
                    <a:pt x="4801" y="0"/>
                  </a:ln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472;p36">
              <a:extLst>
                <a:ext uri="{FF2B5EF4-FFF2-40B4-BE49-F238E27FC236}">
                  <a16:creationId xmlns:a16="http://schemas.microsoft.com/office/drawing/2014/main" id="{207DA19E-E2AE-879B-D2EE-40EF01AC18D7}"/>
                </a:ext>
              </a:extLst>
            </p:cNvPr>
            <p:cNvSpPr/>
            <p:nvPr/>
          </p:nvSpPr>
          <p:spPr>
            <a:xfrm>
              <a:off x="2161267" y="2630320"/>
              <a:ext cx="49" cy="49"/>
            </a:xfrm>
            <a:custGeom>
              <a:avLst/>
              <a:gdLst/>
              <a:ahLst/>
              <a:cxnLst/>
              <a:rect l="l" t="t" r="r" b="b"/>
              <a:pathLst>
                <a:path w="1" h="1" extrusionOk="0">
                  <a:moveTo>
                    <a:pt x="0" y="1"/>
                  </a:moveTo>
                  <a:close/>
                </a:path>
              </a:pathLst>
            </a:custGeom>
            <a:solidFill>
              <a:srgbClr val="FF9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473;p36">
              <a:extLst>
                <a:ext uri="{FF2B5EF4-FFF2-40B4-BE49-F238E27FC236}">
                  <a16:creationId xmlns:a16="http://schemas.microsoft.com/office/drawing/2014/main" id="{FFDCD305-037D-FAE6-EECE-C9AB9A721FE8}"/>
                </a:ext>
              </a:extLst>
            </p:cNvPr>
            <p:cNvSpPr/>
            <p:nvPr/>
          </p:nvSpPr>
          <p:spPr>
            <a:xfrm>
              <a:off x="2161267" y="2630320"/>
              <a:ext cx="329002" cy="369038"/>
            </a:xfrm>
            <a:custGeom>
              <a:avLst/>
              <a:gdLst/>
              <a:ahLst/>
              <a:cxnLst/>
              <a:rect l="l" t="t" r="r" b="b"/>
              <a:pathLst>
                <a:path w="6755" h="7577" extrusionOk="0">
                  <a:moveTo>
                    <a:pt x="0" y="1"/>
                  </a:moveTo>
                  <a:cubicBezTo>
                    <a:pt x="0" y="1"/>
                    <a:pt x="3086" y="6226"/>
                    <a:pt x="5897" y="7577"/>
                  </a:cubicBezTo>
                  <a:cubicBezTo>
                    <a:pt x="6317" y="5350"/>
                    <a:pt x="6609" y="3104"/>
                    <a:pt x="6755" y="841"/>
                  </a:cubicBezTo>
                  <a:lnTo>
                    <a:pt x="0" y="1"/>
                  </a:lnTo>
                  <a:close/>
                </a:path>
              </a:pathLst>
            </a:custGeom>
            <a:solidFill>
              <a:srgbClr val="FF98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474;p36">
              <a:extLst>
                <a:ext uri="{FF2B5EF4-FFF2-40B4-BE49-F238E27FC236}">
                  <a16:creationId xmlns:a16="http://schemas.microsoft.com/office/drawing/2014/main" id="{E54DC780-9E96-3D31-A566-95500CF3F1F8}"/>
                </a:ext>
              </a:extLst>
            </p:cNvPr>
            <p:cNvSpPr/>
            <p:nvPr/>
          </p:nvSpPr>
          <p:spPr>
            <a:xfrm>
              <a:off x="2139934" y="1863837"/>
              <a:ext cx="509503" cy="597075"/>
            </a:xfrm>
            <a:custGeom>
              <a:avLst/>
              <a:gdLst/>
              <a:ahLst/>
              <a:cxnLst/>
              <a:rect l="l" t="t" r="r" b="b"/>
              <a:pathLst>
                <a:path w="10461" h="12259" extrusionOk="0">
                  <a:moveTo>
                    <a:pt x="7366" y="0"/>
                  </a:moveTo>
                  <a:cubicBezTo>
                    <a:pt x="5488" y="0"/>
                    <a:pt x="2661" y="205"/>
                    <a:pt x="1954" y="531"/>
                  </a:cubicBezTo>
                  <a:cubicBezTo>
                    <a:pt x="1205" y="897"/>
                    <a:pt x="0" y="2722"/>
                    <a:pt x="55" y="5186"/>
                  </a:cubicBezTo>
                  <a:cubicBezTo>
                    <a:pt x="92" y="6592"/>
                    <a:pt x="730" y="8253"/>
                    <a:pt x="2027" y="9641"/>
                  </a:cubicBezTo>
                  <a:cubicBezTo>
                    <a:pt x="2027" y="9641"/>
                    <a:pt x="3841" y="12258"/>
                    <a:pt x="7026" y="12258"/>
                  </a:cubicBezTo>
                  <a:cubicBezTo>
                    <a:pt x="7370" y="12258"/>
                    <a:pt x="7730" y="12228"/>
                    <a:pt x="8106" y="12160"/>
                  </a:cubicBezTo>
                  <a:cubicBezTo>
                    <a:pt x="9292" y="11959"/>
                    <a:pt x="9986" y="9842"/>
                    <a:pt x="10223" y="7432"/>
                  </a:cubicBezTo>
                  <a:cubicBezTo>
                    <a:pt x="10260" y="7140"/>
                    <a:pt x="10278" y="6829"/>
                    <a:pt x="10296" y="6519"/>
                  </a:cubicBezTo>
                  <a:cubicBezTo>
                    <a:pt x="10460" y="3452"/>
                    <a:pt x="9931" y="239"/>
                    <a:pt x="8836" y="75"/>
                  </a:cubicBezTo>
                  <a:cubicBezTo>
                    <a:pt x="8538" y="24"/>
                    <a:pt x="8008" y="0"/>
                    <a:pt x="7366" y="0"/>
                  </a:cubicBezTo>
                  <a:close/>
                </a:path>
              </a:pathLst>
            </a:custGeom>
            <a:solidFill>
              <a:srgbClr val="FF98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475;p36">
              <a:extLst>
                <a:ext uri="{FF2B5EF4-FFF2-40B4-BE49-F238E27FC236}">
                  <a16:creationId xmlns:a16="http://schemas.microsoft.com/office/drawing/2014/main" id="{5FCDDF68-9D0C-09D6-A58B-745DE6F770F8}"/>
                </a:ext>
              </a:extLst>
            </p:cNvPr>
            <p:cNvSpPr/>
            <p:nvPr/>
          </p:nvSpPr>
          <p:spPr>
            <a:xfrm>
              <a:off x="1673135" y="1625617"/>
              <a:ext cx="1043846" cy="853068"/>
            </a:xfrm>
            <a:custGeom>
              <a:avLst/>
              <a:gdLst/>
              <a:ahLst/>
              <a:cxnLst/>
              <a:rect l="l" t="t" r="r" b="b"/>
              <a:pathLst>
                <a:path w="21432" h="17515" extrusionOk="0">
                  <a:moveTo>
                    <a:pt x="12960" y="0"/>
                  </a:moveTo>
                  <a:cubicBezTo>
                    <a:pt x="10956" y="0"/>
                    <a:pt x="8875" y="346"/>
                    <a:pt x="7540" y="1479"/>
                  </a:cubicBezTo>
                  <a:cubicBezTo>
                    <a:pt x="5495" y="3214"/>
                    <a:pt x="5842" y="7339"/>
                    <a:pt x="5842" y="7339"/>
                  </a:cubicBezTo>
                  <a:cubicBezTo>
                    <a:pt x="5842" y="7339"/>
                    <a:pt x="4678" y="6899"/>
                    <a:pt x="3568" y="6899"/>
                  </a:cubicBezTo>
                  <a:cubicBezTo>
                    <a:pt x="2668" y="6899"/>
                    <a:pt x="1805" y="7188"/>
                    <a:pt x="1625" y="8234"/>
                  </a:cubicBezTo>
                  <a:cubicBezTo>
                    <a:pt x="1442" y="9201"/>
                    <a:pt x="1789" y="10205"/>
                    <a:pt x="2538" y="10862"/>
                  </a:cubicBezTo>
                  <a:cubicBezTo>
                    <a:pt x="2538" y="10862"/>
                    <a:pt x="0" y="15591"/>
                    <a:pt x="5094" y="17160"/>
                  </a:cubicBezTo>
                  <a:cubicBezTo>
                    <a:pt x="5888" y="17403"/>
                    <a:pt x="6609" y="17514"/>
                    <a:pt x="7250" y="17514"/>
                  </a:cubicBezTo>
                  <a:cubicBezTo>
                    <a:pt x="9982" y="17514"/>
                    <a:pt x="11258" y="15496"/>
                    <a:pt x="10534" y="13071"/>
                  </a:cubicBezTo>
                  <a:lnTo>
                    <a:pt x="11866" y="11027"/>
                  </a:lnTo>
                  <a:cubicBezTo>
                    <a:pt x="12688" y="10151"/>
                    <a:pt x="12998" y="8927"/>
                    <a:pt x="12688" y="7777"/>
                  </a:cubicBezTo>
                  <a:lnTo>
                    <a:pt x="12688" y="7777"/>
                  </a:lnTo>
                  <a:cubicBezTo>
                    <a:pt x="12688" y="7777"/>
                    <a:pt x="13483" y="8019"/>
                    <a:pt x="14484" y="8019"/>
                  </a:cubicBezTo>
                  <a:cubicBezTo>
                    <a:pt x="15916" y="8019"/>
                    <a:pt x="17770" y="7526"/>
                    <a:pt x="18328" y="5130"/>
                  </a:cubicBezTo>
                  <a:cubicBezTo>
                    <a:pt x="18328" y="5130"/>
                    <a:pt x="19150" y="5587"/>
                    <a:pt x="19332" y="6061"/>
                  </a:cubicBezTo>
                  <a:cubicBezTo>
                    <a:pt x="19679" y="7011"/>
                    <a:pt x="19789" y="8234"/>
                    <a:pt x="19862" y="8964"/>
                  </a:cubicBezTo>
                  <a:cubicBezTo>
                    <a:pt x="19862" y="8964"/>
                    <a:pt x="21432" y="7595"/>
                    <a:pt x="21213" y="6189"/>
                  </a:cubicBezTo>
                  <a:cubicBezTo>
                    <a:pt x="20939" y="4455"/>
                    <a:pt x="21286" y="1571"/>
                    <a:pt x="18365" y="713"/>
                  </a:cubicBezTo>
                  <a:cubicBezTo>
                    <a:pt x="17557" y="476"/>
                    <a:pt x="15311" y="0"/>
                    <a:pt x="12960" y="0"/>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476;p36">
              <a:extLst>
                <a:ext uri="{FF2B5EF4-FFF2-40B4-BE49-F238E27FC236}">
                  <a16:creationId xmlns:a16="http://schemas.microsoft.com/office/drawing/2014/main" id="{BDDB2F67-5ED3-52BA-D1AF-259F60563CE7}"/>
                </a:ext>
              </a:extLst>
            </p:cNvPr>
            <p:cNvSpPr/>
            <p:nvPr/>
          </p:nvSpPr>
          <p:spPr>
            <a:xfrm>
              <a:off x="2001219" y="2063872"/>
              <a:ext cx="276985" cy="235196"/>
            </a:xfrm>
            <a:custGeom>
              <a:avLst/>
              <a:gdLst/>
              <a:ahLst/>
              <a:cxnLst/>
              <a:rect l="l" t="t" r="r" b="b"/>
              <a:pathLst>
                <a:path w="5687" h="4829" extrusionOk="0">
                  <a:moveTo>
                    <a:pt x="3224" y="0"/>
                  </a:moveTo>
                  <a:cubicBezTo>
                    <a:pt x="3190" y="0"/>
                    <a:pt x="3156" y="1"/>
                    <a:pt x="3122" y="2"/>
                  </a:cubicBezTo>
                  <a:cubicBezTo>
                    <a:pt x="968" y="94"/>
                    <a:pt x="0" y="2722"/>
                    <a:pt x="1589" y="4183"/>
                  </a:cubicBezTo>
                  <a:cubicBezTo>
                    <a:pt x="2068" y="4629"/>
                    <a:pt x="2640" y="4828"/>
                    <a:pt x="3200" y="4828"/>
                  </a:cubicBezTo>
                  <a:cubicBezTo>
                    <a:pt x="4473" y="4828"/>
                    <a:pt x="5686" y="3799"/>
                    <a:pt x="5623" y="2303"/>
                  </a:cubicBezTo>
                  <a:cubicBezTo>
                    <a:pt x="5570" y="1004"/>
                    <a:pt x="4511" y="0"/>
                    <a:pt x="3224" y="0"/>
                  </a:cubicBezTo>
                  <a:close/>
                </a:path>
              </a:pathLst>
            </a:custGeom>
            <a:solidFill>
              <a:srgbClr val="FF98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477;p36">
              <a:extLst>
                <a:ext uri="{FF2B5EF4-FFF2-40B4-BE49-F238E27FC236}">
                  <a16:creationId xmlns:a16="http://schemas.microsoft.com/office/drawing/2014/main" id="{A2481CE8-7D17-DA36-DC8D-9C7E5A020218}"/>
                </a:ext>
              </a:extLst>
            </p:cNvPr>
            <p:cNvSpPr/>
            <p:nvPr/>
          </p:nvSpPr>
          <p:spPr>
            <a:xfrm>
              <a:off x="1303262" y="3455446"/>
              <a:ext cx="1316301" cy="509844"/>
            </a:xfrm>
            <a:custGeom>
              <a:avLst/>
              <a:gdLst/>
              <a:ahLst/>
              <a:cxnLst/>
              <a:rect l="l" t="t" r="r" b="b"/>
              <a:pathLst>
                <a:path w="27026" h="10468" extrusionOk="0">
                  <a:moveTo>
                    <a:pt x="2611" y="1"/>
                  </a:moveTo>
                  <a:cubicBezTo>
                    <a:pt x="2611" y="1"/>
                    <a:pt x="0" y="6773"/>
                    <a:pt x="1917" y="9530"/>
                  </a:cubicBezTo>
                  <a:cubicBezTo>
                    <a:pt x="2384" y="10203"/>
                    <a:pt x="3772" y="10468"/>
                    <a:pt x="5672" y="10468"/>
                  </a:cubicBezTo>
                  <a:cubicBezTo>
                    <a:pt x="12301" y="10468"/>
                    <a:pt x="25159" y="7248"/>
                    <a:pt x="26838" y="6964"/>
                  </a:cubicBezTo>
                  <a:lnTo>
                    <a:pt x="26838" y="6964"/>
                  </a:lnTo>
                  <a:cubicBezTo>
                    <a:pt x="26879" y="6969"/>
                    <a:pt x="26913" y="6971"/>
                    <a:pt x="26941" y="6971"/>
                  </a:cubicBezTo>
                  <a:cubicBezTo>
                    <a:pt x="26982" y="6971"/>
                    <a:pt x="27008" y="6966"/>
                    <a:pt x="27018" y="6956"/>
                  </a:cubicBezTo>
                  <a:cubicBezTo>
                    <a:pt x="27025" y="6948"/>
                    <a:pt x="27019" y="6944"/>
                    <a:pt x="26998" y="6944"/>
                  </a:cubicBezTo>
                  <a:cubicBezTo>
                    <a:pt x="26970" y="6944"/>
                    <a:pt x="26916" y="6951"/>
                    <a:pt x="26838" y="6964"/>
                  </a:cubicBezTo>
                  <a:lnTo>
                    <a:pt x="26838" y="6964"/>
                  </a:lnTo>
                  <a:cubicBezTo>
                    <a:pt x="25127" y="6785"/>
                    <a:pt x="11997" y="2923"/>
                    <a:pt x="9458" y="2923"/>
                  </a:cubicBezTo>
                  <a:cubicBezTo>
                    <a:pt x="9363" y="2923"/>
                    <a:pt x="9283" y="2928"/>
                    <a:pt x="9219" y="2940"/>
                  </a:cubicBezTo>
                  <a:cubicBezTo>
                    <a:pt x="9219" y="2940"/>
                    <a:pt x="7321" y="1260"/>
                    <a:pt x="2611" y="1"/>
                  </a:cubicBezTo>
                  <a:close/>
                </a:path>
              </a:pathLst>
            </a:custGeom>
            <a:solidFill>
              <a:srgbClr val="FD96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478;p36">
              <a:extLst>
                <a:ext uri="{FF2B5EF4-FFF2-40B4-BE49-F238E27FC236}">
                  <a16:creationId xmlns:a16="http://schemas.microsoft.com/office/drawing/2014/main" id="{19B0A5B8-DBBF-BB3C-88A2-23F985EA2387}"/>
                </a:ext>
              </a:extLst>
            </p:cNvPr>
            <p:cNvSpPr/>
            <p:nvPr/>
          </p:nvSpPr>
          <p:spPr>
            <a:xfrm>
              <a:off x="1734456" y="3443902"/>
              <a:ext cx="1580039" cy="538142"/>
            </a:xfrm>
            <a:custGeom>
              <a:avLst/>
              <a:gdLst/>
              <a:ahLst/>
              <a:cxnLst/>
              <a:rect l="l" t="t" r="r" b="b"/>
              <a:pathLst>
                <a:path w="32441" h="11049" extrusionOk="0">
                  <a:moveTo>
                    <a:pt x="29100" y="0"/>
                  </a:moveTo>
                  <a:lnTo>
                    <a:pt x="29100" y="0"/>
                  </a:lnTo>
                  <a:cubicBezTo>
                    <a:pt x="24773" y="1552"/>
                    <a:pt x="23696" y="2428"/>
                    <a:pt x="23696" y="2428"/>
                  </a:cubicBezTo>
                  <a:cubicBezTo>
                    <a:pt x="23696" y="2428"/>
                    <a:pt x="10114" y="1935"/>
                    <a:pt x="6189" y="1461"/>
                  </a:cubicBezTo>
                  <a:cubicBezTo>
                    <a:pt x="5853" y="1415"/>
                    <a:pt x="5516" y="1392"/>
                    <a:pt x="5181" y="1392"/>
                  </a:cubicBezTo>
                  <a:cubicBezTo>
                    <a:pt x="3262" y="1392"/>
                    <a:pt x="1400" y="2138"/>
                    <a:pt x="1" y="3505"/>
                  </a:cubicBezTo>
                  <a:cubicBezTo>
                    <a:pt x="6881" y="4038"/>
                    <a:pt x="23173" y="11048"/>
                    <a:pt x="28008" y="11048"/>
                  </a:cubicBezTo>
                  <a:cubicBezTo>
                    <a:pt x="28471" y="11048"/>
                    <a:pt x="28829" y="10984"/>
                    <a:pt x="29063" y="10844"/>
                  </a:cubicBezTo>
                  <a:cubicBezTo>
                    <a:pt x="32440" y="8799"/>
                    <a:pt x="29100" y="1"/>
                    <a:pt x="29100" y="0"/>
                  </a:cubicBezTo>
                  <a:close/>
                </a:path>
              </a:pathLst>
            </a:custGeom>
            <a:solidFill>
              <a:srgbClr val="FD96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479;p36">
              <a:extLst>
                <a:ext uri="{FF2B5EF4-FFF2-40B4-BE49-F238E27FC236}">
                  <a16:creationId xmlns:a16="http://schemas.microsoft.com/office/drawing/2014/main" id="{21423B7B-80EF-3D83-F511-ECF7ADCD04CF}"/>
                </a:ext>
              </a:extLst>
            </p:cNvPr>
            <p:cNvSpPr/>
            <p:nvPr/>
          </p:nvSpPr>
          <p:spPr>
            <a:xfrm>
              <a:off x="2634300" y="3470739"/>
              <a:ext cx="305867" cy="96144"/>
            </a:xfrm>
            <a:custGeom>
              <a:avLst/>
              <a:gdLst/>
              <a:ahLst/>
              <a:cxnLst/>
              <a:rect l="l" t="t" r="r" b="b"/>
              <a:pathLst>
                <a:path w="6280" h="1974" extrusionOk="0">
                  <a:moveTo>
                    <a:pt x="3933" y="0"/>
                  </a:moveTo>
                  <a:cubicBezTo>
                    <a:pt x="3409" y="0"/>
                    <a:pt x="2096" y="309"/>
                    <a:pt x="1333" y="618"/>
                  </a:cubicBezTo>
                  <a:cubicBezTo>
                    <a:pt x="785" y="855"/>
                    <a:pt x="310" y="1257"/>
                    <a:pt x="0" y="1749"/>
                  </a:cubicBezTo>
                  <a:cubicBezTo>
                    <a:pt x="0" y="1749"/>
                    <a:pt x="2678" y="1974"/>
                    <a:pt x="4254" y="1974"/>
                  </a:cubicBezTo>
                  <a:cubicBezTo>
                    <a:pt x="4533" y="1974"/>
                    <a:pt x="4777" y="1967"/>
                    <a:pt x="4965" y="1950"/>
                  </a:cubicBezTo>
                  <a:cubicBezTo>
                    <a:pt x="6280" y="1841"/>
                    <a:pt x="4783" y="1384"/>
                    <a:pt x="4783" y="1384"/>
                  </a:cubicBezTo>
                  <a:cubicBezTo>
                    <a:pt x="4783" y="1384"/>
                    <a:pt x="5458" y="1038"/>
                    <a:pt x="5385" y="818"/>
                  </a:cubicBezTo>
                  <a:cubicBezTo>
                    <a:pt x="5369" y="766"/>
                    <a:pt x="5251" y="746"/>
                    <a:pt x="5077" y="746"/>
                  </a:cubicBezTo>
                  <a:cubicBezTo>
                    <a:pt x="4460" y="746"/>
                    <a:pt x="3140" y="1001"/>
                    <a:pt x="3140" y="1001"/>
                  </a:cubicBezTo>
                  <a:cubicBezTo>
                    <a:pt x="3140" y="1001"/>
                    <a:pt x="4418" y="107"/>
                    <a:pt x="4089" y="15"/>
                  </a:cubicBezTo>
                  <a:cubicBezTo>
                    <a:pt x="4051" y="5"/>
                    <a:pt x="3998" y="0"/>
                    <a:pt x="3933" y="0"/>
                  </a:cubicBezTo>
                  <a:close/>
                </a:path>
              </a:pathLst>
            </a:custGeom>
            <a:solidFill>
              <a:srgbClr val="FD96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480;p36">
              <a:extLst>
                <a:ext uri="{FF2B5EF4-FFF2-40B4-BE49-F238E27FC236}">
                  <a16:creationId xmlns:a16="http://schemas.microsoft.com/office/drawing/2014/main" id="{A097BE35-3213-F05E-F3B0-C9FC0B51B11C}"/>
                </a:ext>
              </a:extLst>
            </p:cNvPr>
            <p:cNvSpPr/>
            <p:nvPr/>
          </p:nvSpPr>
          <p:spPr>
            <a:xfrm>
              <a:off x="2399537" y="2097722"/>
              <a:ext cx="38282" cy="63365"/>
            </a:xfrm>
            <a:custGeom>
              <a:avLst/>
              <a:gdLst/>
              <a:ahLst/>
              <a:cxnLst/>
              <a:rect l="l" t="t" r="r" b="b"/>
              <a:pathLst>
                <a:path w="786" h="1301" extrusionOk="0">
                  <a:moveTo>
                    <a:pt x="367" y="0"/>
                  </a:moveTo>
                  <a:cubicBezTo>
                    <a:pt x="360" y="0"/>
                    <a:pt x="354" y="1"/>
                    <a:pt x="348" y="1"/>
                  </a:cubicBezTo>
                  <a:cubicBezTo>
                    <a:pt x="147" y="19"/>
                    <a:pt x="1" y="311"/>
                    <a:pt x="37" y="677"/>
                  </a:cubicBezTo>
                  <a:cubicBezTo>
                    <a:pt x="54" y="1021"/>
                    <a:pt x="218" y="1300"/>
                    <a:pt x="405" y="1300"/>
                  </a:cubicBezTo>
                  <a:cubicBezTo>
                    <a:pt x="416" y="1300"/>
                    <a:pt x="427" y="1299"/>
                    <a:pt x="439" y="1297"/>
                  </a:cubicBezTo>
                  <a:cubicBezTo>
                    <a:pt x="640" y="1279"/>
                    <a:pt x="786" y="969"/>
                    <a:pt x="767" y="622"/>
                  </a:cubicBezTo>
                  <a:cubicBezTo>
                    <a:pt x="732" y="268"/>
                    <a:pt x="560" y="0"/>
                    <a:pt x="367" y="0"/>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481;p36">
              <a:extLst>
                <a:ext uri="{FF2B5EF4-FFF2-40B4-BE49-F238E27FC236}">
                  <a16:creationId xmlns:a16="http://schemas.microsoft.com/office/drawing/2014/main" id="{9E6486E6-C5FB-3844-A5F8-3843FDD3BAC0}"/>
                </a:ext>
              </a:extLst>
            </p:cNvPr>
            <p:cNvSpPr/>
            <p:nvPr/>
          </p:nvSpPr>
          <p:spPr>
            <a:xfrm>
              <a:off x="2556906" y="2084377"/>
              <a:ext cx="37405" cy="63268"/>
            </a:xfrm>
            <a:custGeom>
              <a:avLst/>
              <a:gdLst/>
              <a:ahLst/>
              <a:cxnLst/>
              <a:rect l="l" t="t" r="r" b="b"/>
              <a:pathLst>
                <a:path w="768" h="1299" extrusionOk="0">
                  <a:moveTo>
                    <a:pt x="367" y="0"/>
                  </a:moveTo>
                  <a:cubicBezTo>
                    <a:pt x="360" y="0"/>
                    <a:pt x="354" y="1"/>
                    <a:pt x="348" y="1"/>
                  </a:cubicBezTo>
                  <a:cubicBezTo>
                    <a:pt x="147" y="20"/>
                    <a:pt x="1" y="312"/>
                    <a:pt x="19" y="677"/>
                  </a:cubicBezTo>
                  <a:cubicBezTo>
                    <a:pt x="55" y="1013"/>
                    <a:pt x="227" y="1298"/>
                    <a:pt x="421" y="1298"/>
                  </a:cubicBezTo>
                  <a:cubicBezTo>
                    <a:pt x="427" y="1298"/>
                    <a:pt x="433" y="1298"/>
                    <a:pt x="439" y="1297"/>
                  </a:cubicBezTo>
                  <a:cubicBezTo>
                    <a:pt x="640" y="1279"/>
                    <a:pt x="768" y="987"/>
                    <a:pt x="749" y="622"/>
                  </a:cubicBezTo>
                  <a:cubicBezTo>
                    <a:pt x="732" y="268"/>
                    <a:pt x="560" y="0"/>
                    <a:pt x="367" y="0"/>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482;p36">
              <a:extLst>
                <a:ext uri="{FF2B5EF4-FFF2-40B4-BE49-F238E27FC236}">
                  <a16:creationId xmlns:a16="http://schemas.microsoft.com/office/drawing/2014/main" id="{AEEA0DD0-6A21-E609-8013-E7082A7EA0BC}"/>
                </a:ext>
              </a:extLst>
            </p:cNvPr>
            <p:cNvSpPr/>
            <p:nvPr/>
          </p:nvSpPr>
          <p:spPr>
            <a:xfrm>
              <a:off x="2591585" y="2181350"/>
              <a:ext cx="49874" cy="44565"/>
            </a:xfrm>
            <a:custGeom>
              <a:avLst/>
              <a:gdLst/>
              <a:ahLst/>
              <a:cxnLst/>
              <a:rect l="l" t="t" r="r" b="b"/>
              <a:pathLst>
                <a:path w="1024" h="915" extrusionOk="0">
                  <a:moveTo>
                    <a:pt x="987" y="0"/>
                  </a:moveTo>
                  <a:cubicBezTo>
                    <a:pt x="439" y="37"/>
                    <a:pt x="1" y="310"/>
                    <a:pt x="37" y="548"/>
                  </a:cubicBezTo>
                  <a:cubicBezTo>
                    <a:pt x="72" y="756"/>
                    <a:pt x="419" y="914"/>
                    <a:pt x="876" y="914"/>
                  </a:cubicBezTo>
                  <a:cubicBezTo>
                    <a:pt x="900" y="914"/>
                    <a:pt x="925" y="914"/>
                    <a:pt x="950" y="913"/>
                  </a:cubicBezTo>
                  <a:cubicBezTo>
                    <a:pt x="987" y="621"/>
                    <a:pt x="1005" y="310"/>
                    <a:pt x="1023" y="0"/>
                  </a:cubicBezTo>
                  <a:close/>
                </a:path>
              </a:pathLst>
            </a:custGeom>
            <a:solidFill>
              <a:srgbClr val="FF66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483;p36">
              <a:extLst>
                <a:ext uri="{FF2B5EF4-FFF2-40B4-BE49-F238E27FC236}">
                  <a16:creationId xmlns:a16="http://schemas.microsoft.com/office/drawing/2014/main" id="{254AAB74-CE15-50B8-DAB0-3693DA509645}"/>
                </a:ext>
              </a:extLst>
            </p:cNvPr>
            <p:cNvSpPr/>
            <p:nvPr/>
          </p:nvSpPr>
          <p:spPr>
            <a:xfrm>
              <a:off x="2328426" y="2200638"/>
              <a:ext cx="100527" cy="45296"/>
            </a:xfrm>
            <a:custGeom>
              <a:avLst/>
              <a:gdLst/>
              <a:ahLst/>
              <a:cxnLst/>
              <a:rect l="l" t="t" r="r" b="b"/>
              <a:pathLst>
                <a:path w="2064" h="930" extrusionOk="0">
                  <a:moveTo>
                    <a:pt x="1138" y="1"/>
                  </a:moveTo>
                  <a:cubicBezTo>
                    <a:pt x="1088" y="1"/>
                    <a:pt x="1037" y="2"/>
                    <a:pt x="986" y="6"/>
                  </a:cubicBezTo>
                  <a:cubicBezTo>
                    <a:pt x="420" y="60"/>
                    <a:pt x="0" y="316"/>
                    <a:pt x="19" y="553"/>
                  </a:cubicBezTo>
                  <a:cubicBezTo>
                    <a:pt x="50" y="776"/>
                    <a:pt x="414" y="929"/>
                    <a:pt x="868" y="929"/>
                  </a:cubicBezTo>
                  <a:cubicBezTo>
                    <a:pt x="936" y="929"/>
                    <a:pt x="1006" y="926"/>
                    <a:pt x="1077" y="918"/>
                  </a:cubicBezTo>
                  <a:cubicBezTo>
                    <a:pt x="1643" y="882"/>
                    <a:pt x="2063" y="626"/>
                    <a:pt x="2045" y="371"/>
                  </a:cubicBezTo>
                  <a:cubicBezTo>
                    <a:pt x="2012" y="156"/>
                    <a:pt x="1619" y="1"/>
                    <a:pt x="1138" y="1"/>
                  </a:cubicBezTo>
                  <a:close/>
                </a:path>
              </a:pathLst>
            </a:custGeom>
            <a:solidFill>
              <a:srgbClr val="FF66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484;p36">
              <a:extLst>
                <a:ext uri="{FF2B5EF4-FFF2-40B4-BE49-F238E27FC236}">
                  <a16:creationId xmlns:a16="http://schemas.microsoft.com/office/drawing/2014/main" id="{A5A0D7DC-2B7B-E3D5-EA4D-6D608E3760F1}"/>
                </a:ext>
              </a:extLst>
            </p:cNvPr>
            <p:cNvSpPr/>
            <p:nvPr/>
          </p:nvSpPr>
          <p:spPr>
            <a:xfrm>
              <a:off x="2474252" y="2079701"/>
              <a:ext cx="70281" cy="214935"/>
            </a:xfrm>
            <a:custGeom>
              <a:avLst/>
              <a:gdLst/>
              <a:ahLst/>
              <a:cxnLst/>
              <a:rect l="l" t="t" r="r" b="b"/>
              <a:pathLst>
                <a:path w="1443" h="4413" extrusionOk="0">
                  <a:moveTo>
                    <a:pt x="499" y="1"/>
                  </a:moveTo>
                  <a:cubicBezTo>
                    <a:pt x="459" y="1"/>
                    <a:pt x="420" y="29"/>
                    <a:pt x="420" y="79"/>
                  </a:cubicBezTo>
                  <a:cubicBezTo>
                    <a:pt x="402" y="1393"/>
                    <a:pt x="785" y="2781"/>
                    <a:pt x="1095" y="4059"/>
                  </a:cubicBezTo>
                  <a:cubicBezTo>
                    <a:pt x="767" y="4113"/>
                    <a:pt x="438" y="4113"/>
                    <a:pt x="110" y="4168"/>
                  </a:cubicBezTo>
                  <a:cubicBezTo>
                    <a:pt x="0" y="4205"/>
                    <a:pt x="0" y="4351"/>
                    <a:pt x="110" y="4387"/>
                  </a:cubicBezTo>
                  <a:cubicBezTo>
                    <a:pt x="238" y="4405"/>
                    <a:pt x="367" y="4413"/>
                    <a:pt x="496" y="4413"/>
                  </a:cubicBezTo>
                  <a:cubicBezTo>
                    <a:pt x="769" y="4413"/>
                    <a:pt x="1042" y="4376"/>
                    <a:pt x="1315" y="4314"/>
                  </a:cubicBezTo>
                  <a:cubicBezTo>
                    <a:pt x="1388" y="4296"/>
                    <a:pt x="1442" y="4223"/>
                    <a:pt x="1442" y="4150"/>
                  </a:cubicBezTo>
                  <a:cubicBezTo>
                    <a:pt x="1278" y="3475"/>
                    <a:pt x="1114" y="2799"/>
                    <a:pt x="986" y="2124"/>
                  </a:cubicBezTo>
                  <a:cubicBezTo>
                    <a:pt x="876" y="1430"/>
                    <a:pt x="749" y="736"/>
                    <a:pt x="584" y="61"/>
                  </a:cubicBezTo>
                  <a:cubicBezTo>
                    <a:pt x="568" y="20"/>
                    <a:pt x="533" y="1"/>
                    <a:pt x="499" y="1"/>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485;p36">
              <a:extLst>
                <a:ext uri="{FF2B5EF4-FFF2-40B4-BE49-F238E27FC236}">
                  <a16:creationId xmlns:a16="http://schemas.microsoft.com/office/drawing/2014/main" id="{3EFB7807-9129-339D-7AA1-591E6E802591}"/>
                </a:ext>
              </a:extLst>
            </p:cNvPr>
            <p:cNvSpPr/>
            <p:nvPr/>
          </p:nvSpPr>
          <p:spPr>
            <a:xfrm>
              <a:off x="2091910" y="2114623"/>
              <a:ext cx="80753" cy="129994"/>
            </a:xfrm>
            <a:custGeom>
              <a:avLst/>
              <a:gdLst/>
              <a:ahLst/>
              <a:cxnLst/>
              <a:rect l="l" t="t" r="r" b="b"/>
              <a:pathLst>
                <a:path w="1658" h="2669" extrusionOk="0">
                  <a:moveTo>
                    <a:pt x="1193" y="1"/>
                  </a:moveTo>
                  <a:cubicBezTo>
                    <a:pt x="955" y="1"/>
                    <a:pt x="688" y="180"/>
                    <a:pt x="512" y="330"/>
                  </a:cubicBezTo>
                  <a:cubicBezTo>
                    <a:pt x="183" y="622"/>
                    <a:pt x="0" y="1060"/>
                    <a:pt x="55" y="1516"/>
                  </a:cubicBezTo>
                  <a:cubicBezTo>
                    <a:pt x="92" y="1954"/>
                    <a:pt x="329" y="2338"/>
                    <a:pt x="712" y="2538"/>
                  </a:cubicBezTo>
                  <a:cubicBezTo>
                    <a:pt x="856" y="2610"/>
                    <a:pt x="1039" y="2669"/>
                    <a:pt x="1207" y="2669"/>
                  </a:cubicBezTo>
                  <a:cubicBezTo>
                    <a:pt x="1382" y="2669"/>
                    <a:pt x="1542" y="2606"/>
                    <a:pt x="1625" y="2429"/>
                  </a:cubicBezTo>
                  <a:cubicBezTo>
                    <a:pt x="1658" y="2364"/>
                    <a:pt x="1632" y="2298"/>
                    <a:pt x="1574" y="2298"/>
                  </a:cubicBezTo>
                  <a:cubicBezTo>
                    <a:pt x="1567" y="2298"/>
                    <a:pt x="1560" y="2299"/>
                    <a:pt x="1552" y="2301"/>
                  </a:cubicBezTo>
                  <a:cubicBezTo>
                    <a:pt x="1508" y="2299"/>
                    <a:pt x="1465" y="2298"/>
                    <a:pt x="1424" y="2298"/>
                  </a:cubicBezTo>
                  <a:cubicBezTo>
                    <a:pt x="1370" y="2298"/>
                    <a:pt x="1318" y="2299"/>
                    <a:pt x="1268" y="2299"/>
                  </a:cubicBezTo>
                  <a:cubicBezTo>
                    <a:pt x="1092" y="2299"/>
                    <a:pt x="938" y="2283"/>
                    <a:pt x="767" y="2137"/>
                  </a:cubicBezTo>
                  <a:cubicBezTo>
                    <a:pt x="475" y="1900"/>
                    <a:pt x="347" y="1516"/>
                    <a:pt x="420" y="1133"/>
                  </a:cubicBezTo>
                  <a:cubicBezTo>
                    <a:pt x="475" y="841"/>
                    <a:pt x="658" y="603"/>
                    <a:pt x="895" y="439"/>
                  </a:cubicBezTo>
                  <a:cubicBezTo>
                    <a:pt x="1078" y="330"/>
                    <a:pt x="1278" y="311"/>
                    <a:pt x="1424" y="147"/>
                  </a:cubicBezTo>
                  <a:cubicBezTo>
                    <a:pt x="1443" y="129"/>
                    <a:pt x="1443" y="92"/>
                    <a:pt x="1424" y="74"/>
                  </a:cubicBezTo>
                  <a:cubicBezTo>
                    <a:pt x="1354" y="22"/>
                    <a:pt x="1275" y="1"/>
                    <a:pt x="1193" y="1"/>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486;p36">
              <a:extLst>
                <a:ext uri="{FF2B5EF4-FFF2-40B4-BE49-F238E27FC236}">
                  <a16:creationId xmlns:a16="http://schemas.microsoft.com/office/drawing/2014/main" id="{499A5FDC-04F3-EF73-B223-B1356F8B8921}"/>
                </a:ext>
              </a:extLst>
            </p:cNvPr>
            <p:cNvSpPr/>
            <p:nvPr/>
          </p:nvSpPr>
          <p:spPr>
            <a:xfrm>
              <a:off x="2411714" y="2340180"/>
              <a:ext cx="78659" cy="28979"/>
            </a:xfrm>
            <a:custGeom>
              <a:avLst/>
              <a:gdLst/>
              <a:ahLst/>
              <a:cxnLst/>
              <a:rect l="l" t="t" r="r" b="b"/>
              <a:pathLst>
                <a:path w="1615" h="595" extrusionOk="0">
                  <a:moveTo>
                    <a:pt x="247" y="1"/>
                  </a:moveTo>
                  <a:cubicBezTo>
                    <a:pt x="92" y="1"/>
                    <a:pt x="0" y="227"/>
                    <a:pt x="171" y="335"/>
                  </a:cubicBezTo>
                  <a:cubicBezTo>
                    <a:pt x="423" y="500"/>
                    <a:pt x="720" y="594"/>
                    <a:pt x="1018" y="594"/>
                  </a:cubicBezTo>
                  <a:cubicBezTo>
                    <a:pt x="1150" y="594"/>
                    <a:pt x="1283" y="575"/>
                    <a:pt x="1412" y="536"/>
                  </a:cubicBezTo>
                  <a:cubicBezTo>
                    <a:pt x="1614" y="469"/>
                    <a:pt x="1552" y="183"/>
                    <a:pt x="1368" y="183"/>
                  </a:cubicBezTo>
                  <a:cubicBezTo>
                    <a:pt x="1353" y="183"/>
                    <a:pt x="1337" y="185"/>
                    <a:pt x="1321" y="189"/>
                  </a:cubicBezTo>
                  <a:cubicBezTo>
                    <a:pt x="1222" y="210"/>
                    <a:pt x="1122" y="221"/>
                    <a:pt x="1025" y="221"/>
                  </a:cubicBezTo>
                  <a:cubicBezTo>
                    <a:pt x="780" y="221"/>
                    <a:pt x="544" y="155"/>
                    <a:pt x="335" y="25"/>
                  </a:cubicBezTo>
                  <a:cubicBezTo>
                    <a:pt x="304" y="8"/>
                    <a:pt x="274" y="1"/>
                    <a:pt x="247" y="1"/>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487;p36">
              <a:extLst>
                <a:ext uri="{FF2B5EF4-FFF2-40B4-BE49-F238E27FC236}">
                  <a16:creationId xmlns:a16="http://schemas.microsoft.com/office/drawing/2014/main" id="{A8A97539-47EF-8D52-AD7E-EDE26146D2E4}"/>
                </a:ext>
              </a:extLst>
            </p:cNvPr>
            <p:cNvSpPr/>
            <p:nvPr/>
          </p:nvSpPr>
          <p:spPr>
            <a:xfrm>
              <a:off x="1602901" y="3597131"/>
              <a:ext cx="894613" cy="224189"/>
            </a:xfrm>
            <a:custGeom>
              <a:avLst/>
              <a:gdLst/>
              <a:ahLst/>
              <a:cxnLst/>
              <a:rect l="l" t="t" r="r" b="b"/>
              <a:pathLst>
                <a:path w="18368" h="4603" extrusionOk="0">
                  <a:moveTo>
                    <a:pt x="2770" y="1"/>
                  </a:moveTo>
                  <a:cubicBezTo>
                    <a:pt x="2463" y="1"/>
                    <a:pt x="2158" y="24"/>
                    <a:pt x="1862" y="67"/>
                  </a:cubicBezTo>
                  <a:cubicBezTo>
                    <a:pt x="1223" y="177"/>
                    <a:pt x="493" y="359"/>
                    <a:pt x="0" y="797"/>
                  </a:cubicBezTo>
                  <a:cubicBezTo>
                    <a:pt x="0" y="797"/>
                    <a:pt x="0" y="834"/>
                    <a:pt x="18" y="834"/>
                  </a:cubicBezTo>
                  <a:cubicBezTo>
                    <a:pt x="767" y="670"/>
                    <a:pt x="1424" y="341"/>
                    <a:pt x="2191" y="268"/>
                  </a:cubicBezTo>
                  <a:cubicBezTo>
                    <a:pt x="2347" y="256"/>
                    <a:pt x="2504" y="250"/>
                    <a:pt x="2660" y="250"/>
                  </a:cubicBezTo>
                  <a:cubicBezTo>
                    <a:pt x="3233" y="250"/>
                    <a:pt x="3804" y="329"/>
                    <a:pt x="4363" y="487"/>
                  </a:cubicBezTo>
                  <a:cubicBezTo>
                    <a:pt x="5915" y="889"/>
                    <a:pt x="7430" y="1400"/>
                    <a:pt x="8963" y="1856"/>
                  </a:cubicBezTo>
                  <a:lnTo>
                    <a:pt x="18146" y="4594"/>
                  </a:lnTo>
                  <a:cubicBezTo>
                    <a:pt x="18161" y="4600"/>
                    <a:pt x="18176" y="4602"/>
                    <a:pt x="18190" y="4602"/>
                  </a:cubicBezTo>
                  <a:cubicBezTo>
                    <a:pt x="18322" y="4602"/>
                    <a:pt x="18367" y="4388"/>
                    <a:pt x="18219" y="4339"/>
                  </a:cubicBezTo>
                  <a:lnTo>
                    <a:pt x="8525" y="1436"/>
                  </a:lnTo>
                  <a:cubicBezTo>
                    <a:pt x="6974" y="962"/>
                    <a:pt x="5385" y="359"/>
                    <a:pt x="3779" y="85"/>
                  </a:cubicBezTo>
                  <a:cubicBezTo>
                    <a:pt x="3445" y="28"/>
                    <a:pt x="3106" y="1"/>
                    <a:pt x="2770" y="1"/>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488;p36">
              <a:extLst>
                <a:ext uri="{FF2B5EF4-FFF2-40B4-BE49-F238E27FC236}">
                  <a16:creationId xmlns:a16="http://schemas.microsoft.com/office/drawing/2014/main" id="{48BC3476-F510-D83F-5B05-8CAC18035B0C}"/>
                </a:ext>
              </a:extLst>
            </p:cNvPr>
            <p:cNvSpPr/>
            <p:nvPr/>
          </p:nvSpPr>
          <p:spPr>
            <a:xfrm>
              <a:off x="2629819" y="3549935"/>
              <a:ext cx="468980" cy="49825"/>
            </a:xfrm>
            <a:custGeom>
              <a:avLst/>
              <a:gdLst/>
              <a:ahLst/>
              <a:cxnLst/>
              <a:rect l="l" t="t" r="r" b="b"/>
              <a:pathLst>
                <a:path w="9629" h="1023" extrusionOk="0">
                  <a:moveTo>
                    <a:pt x="1708" y="0"/>
                  </a:moveTo>
                  <a:cubicBezTo>
                    <a:pt x="1134" y="0"/>
                    <a:pt x="562" y="41"/>
                    <a:pt x="1" y="123"/>
                  </a:cubicBezTo>
                  <a:cubicBezTo>
                    <a:pt x="1" y="142"/>
                    <a:pt x="1" y="142"/>
                    <a:pt x="1" y="160"/>
                  </a:cubicBezTo>
                  <a:cubicBezTo>
                    <a:pt x="636" y="220"/>
                    <a:pt x="1259" y="256"/>
                    <a:pt x="1889" y="256"/>
                  </a:cubicBezTo>
                  <a:cubicBezTo>
                    <a:pt x="2020" y="256"/>
                    <a:pt x="2151" y="254"/>
                    <a:pt x="2283" y="251"/>
                  </a:cubicBezTo>
                  <a:cubicBezTo>
                    <a:pt x="3049" y="270"/>
                    <a:pt x="3798" y="306"/>
                    <a:pt x="4565" y="361"/>
                  </a:cubicBezTo>
                  <a:cubicBezTo>
                    <a:pt x="6189" y="489"/>
                    <a:pt x="7814" y="708"/>
                    <a:pt x="9420" y="1018"/>
                  </a:cubicBezTo>
                  <a:cubicBezTo>
                    <a:pt x="9432" y="1021"/>
                    <a:pt x="9442" y="1022"/>
                    <a:pt x="9453" y="1022"/>
                  </a:cubicBezTo>
                  <a:cubicBezTo>
                    <a:pt x="9576" y="1022"/>
                    <a:pt x="9628" y="833"/>
                    <a:pt x="9493" y="799"/>
                  </a:cubicBezTo>
                  <a:cubicBezTo>
                    <a:pt x="7924" y="489"/>
                    <a:pt x="6335" y="270"/>
                    <a:pt x="4747" y="142"/>
                  </a:cubicBezTo>
                  <a:cubicBezTo>
                    <a:pt x="3926" y="87"/>
                    <a:pt x="3104" y="32"/>
                    <a:pt x="2283" y="14"/>
                  </a:cubicBezTo>
                  <a:cubicBezTo>
                    <a:pt x="2091" y="5"/>
                    <a:pt x="1899" y="0"/>
                    <a:pt x="1708" y="0"/>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489;p36">
              <a:extLst>
                <a:ext uri="{FF2B5EF4-FFF2-40B4-BE49-F238E27FC236}">
                  <a16:creationId xmlns:a16="http://schemas.microsoft.com/office/drawing/2014/main" id="{E6F09834-68D2-38C5-2923-BCEE108F97B7}"/>
                </a:ext>
              </a:extLst>
            </p:cNvPr>
            <p:cNvSpPr/>
            <p:nvPr/>
          </p:nvSpPr>
          <p:spPr>
            <a:xfrm>
              <a:off x="1763388" y="2853977"/>
              <a:ext cx="150742" cy="756437"/>
            </a:xfrm>
            <a:custGeom>
              <a:avLst/>
              <a:gdLst/>
              <a:ahLst/>
              <a:cxnLst/>
              <a:rect l="l" t="t" r="r" b="b"/>
              <a:pathLst>
                <a:path w="3095" h="15531" extrusionOk="0">
                  <a:moveTo>
                    <a:pt x="1505" y="0"/>
                  </a:moveTo>
                  <a:cubicBezTo>
                    <a:pt x="1456" y="0"/>
                    <a:pt x="1420" y="60"/>
                    <a:pt x="1433" y="100"/>
                  </a:cubicBezTo>
                  <a:cubicBezTo>
                    <a:pt x="2620" y="2729"/>
                    <a:pt x="1634" y="5267"/>
                    <a:pt x="1105" y="7932"/>
                  </a:cubicBezTo>
                  <a:cubicBezTo>
                    <a:pt x="612" y="10396"/>
                    <a:pt x="247" y="12879"/>
                    <a:pt x="9" y="15380"/>
                  </a:cubicBezTo>
                  <a:cubicBezTo>
                    <a:pt x="0" y="15480"/>
                    <a:pt x="78" y="15531"/>
                    <a:pt x="160" y="15531"/>
                  </a:cubicBezTo>
                  <a:cubicBezTo>
                    <a:pt x="242" y="15531"/>
                    <a:pt x="329" y="15480"/>
                    <a:pt x="338" y="15380"/>
                  </a:cubicBezTo>
                  <a:cubicBezTo>
                    <a:pt x="594" y="12368"/>
                    <a:pt x="1086" y="9374"/>
                    <a:pt x="1780" y="6417"/>
                  </a:cubicBezTo>
                  <a:cubicBezTo>
                    <a:pt x="2255" y="4463"/>
                    <a:pt x="3094" y="1762"/>
                    <a:pt x="1561" y="27"/>
                  </a:cubicBezTo>
                  <a:cubicBezTo>
                    <a:pt x="1542" y="8"/>
                    <a:pt x="1522" y="0"/>
                    <a:pt x="1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490;p36">
              <a:extLst>
                <a:ext uri="{FF2B5EF4-FFF2-40B4-BE49-F238E27FC236}">
                  <a16:creationId xmlns:a16="http://schemas.microsoft.com/office/drawing/2014/main" id="{FC9D5542-BAA1-1FB7-08E7-8D7534004DAC}"/>
                </a:ext>
              </a:extLst>
            </p:cNvPr>
            <p:cNvSpPr/>
            <p:nvPr/>
          </p:nvSpPr>
          <p:spPr>
            <a:xfrm>
              <a:off x="1711370" y="2765138"/>
              <a:ext cx="67603" cy="25278"/>
            </a:xfrm>
            <a:custGeom>
              <a:avLst/>
              <a:gdLst/>
              <a:ahLst/>
              <a:cxnLst/>
              <a:rect l="l" t="t" r="r" b="b"/>
              <a:pathLst>
                <a:path w="1388" h="519" extrusionOk="0">
                  <a:moveTo>
                    <a:pt x="525" y="0"/>
                  </a:moveTo>
                  <a:cubicBezTo>
                    <a:pt x="374" y="0"/>
                    <a:pt x="223" y="33"/>
                    <a:pt x="92" y="99"/>
                  </a:cubicBezTo>
                  <a:cubicBezTo>
                    <a:pt x="0" y="135"/>
                    <a:pt x="55" y="263"/>
                    <a:pt x="128" y="263"/>
                  </a:cubicBezTo>
                  <a:cubicBezTo>
                    <a:pt x="347" y="263"/>
                    <a:pt x="566" y="300"/>
                    <a:pt x="767" y="336"/>
                  </a:cubicBezTo>
                  <a:cubicBezTo>
                    <a:pt x="950" y="391"/>
                    <a:pt x="1114" y="519"/>
                    <a:pt x="1296" y="519"/>
                  </a:cubicBezTo>
                  <a:cubicBezTo>
                    <a:pt x="1351" y="519"/>
                    <a:pt x="1388" y="464"/>
                    <a:pt x="1388" y="409"/>
                  </a:cubicBezTo>
                  <a:cubicBezTo>
                    <a:pt x="1315" y="190"/>
                    <a:pt x="1023" y="99"/>
                    <a:pt x="822" y="44"/>
                  </a:cubicBezTo>
                  <a:cubicBezTo>
                    <a:pt x="727" y="15"/>
                    <a:pt x="626" y="0"/>
                    <a:pt x="5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491;p36">
              <a:extLst>
                <a:ext uri="{FF2B5EF4-FFF2-40B4-BE49-F238E27FC236}">
                  <a16:creationId xmlns:a16="http://schemas.microsoft.com/office/drawing/2014/main" id="{5AA7EF7C-66CE-70E1-106B-CA4292A9D866}"/>
                </a:ext>
              </a:extLst>
            </p:cNvPr>
            <p:cNvSpPr/>
            <p:nvPr/>
          </p:nvSpPr>
          <p:spPr>
            <a:xfrm>
              <a:off x="2813002" y="2751159"/>
              <a:ext cx="48949" cy="34094"/>
            </a:xfrm>
            <a:custGeom>
              <a:avLst/>
              <a:gdLst/>
              <a:ahLst/>
              <a:cxnLst/>
              <a:rect l="l" t="t" r="r" b="b"/>
              <a:pathLst>
                <a:path w="1005" h="700" extrusionOk="0">
                  <a:moveTo>
                    <a:pt x="737" y="1"/>
                  </a:moveTo>
                  <a:cubicBezTo>
                    <a:pt x="601" y="1"/>
                    <a:pt x="452" y="67"/>
                    <a:pt x="347" y="149"/>
                  </a:cubicBezTo>
                  <a:cubicBezTo>
                    <a:pt x="183" y="258"/>
                    <a:pt x="0" y="404"/>
                    <a:pt x="0" y="605"/>
                  </a:cubicBezTo>
                  <a:cubicBezTo>
                    <a:pt x="0" y="652"/>
                    <a:pt x="41" y="700"/>
                    <a:pt x="100" y="700"/>
                  </a:cubicBezTo>
                  <a:cubicBezTo>
                    <a:pt x="109" y="700"/>
                    <a:pt x="118" y="699"/>
                    <a:pt x="128" y="696"/>
                  </a:cubicBezTo>
                  <a:cubicBezTo>
                    <a:pt x="274" y="642"/>
                    <a:pt x="384" y="514"/>
                    <a:pt x="530" y="459"/>
                  </a:cubicBezTo>
                  <a:cubicBezTo>
                    <a:pt x="694" y="386"/>
                    <a:pt x="877" y="368"/>
                    <a:pt x="968" y="240"/>
                  </a:cubicBezTo>
                  <a:cubicBezTo>
                    <a:pt x="1004" y="185"/>
                    <a:pt x="986" y="112"/>
                    <a:pt x="950" y="76"/>
                  </a:cubicBezTo>
                  <a:cubicBezTo>
                    <a:pt x="890" y="23"/>
                    <a:pt x="816" y="1"/>
                    <a:pt x="7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492;p36">
              <a:extLst>
                <a:ext uri="{FF2B5EF4-FFF2-40B4-BE49-F238E27FC236}">
                  <a16:creationId xmlns:a16="http://schemas.microsoft.com/office/drawing/2014/main" id="{CE38322A-D18C-B38E-684F-56FE89B114D8}"/>
                </a:ext>
              </a:extLst>
            </p:cNvPr>
            <p:cNvSpPr/>
            <p:nvPr/>
          </p:nvSpPr>
          <p:spPr>
            <a:xfrm>
              <a:off x="1395706" y="3346978"/>
              <a:ext cx="401086" cy="124198"/>
            </a:xfrm>
            <a:custGeom>
              <a:avLst/>
              <a:gdLst/>
              <a:ahLst/>
              <a:cxnLst/>
              <a:rect l="l" t="t" r="r" b="b"/>
              <a:pathLst>
                <a:path w="8235" h="2550" extrusionOk="0">
                  <a:moveTo>
                    <a:pt x="110" y="1"/>
                  </a:moveTo>
                  <a:cubicBezTo>
                    <a:pt x="19" y="1"/>
                    <a:pt x="1" y="147"/>
                    <a:pt x="92" y="183"/>
                  </a:cubicBezTo>
                  <a:cubicBezTo>
                    <a:pt x="713" y="439"/>
                    <a:pt x="1425" y="548"/>
                    <a:pt x="2082" y="731"/>
                  </a:cubicBezTo>
                  <a:cubicBezTo>
                    <a:pt x="2721" y="913"/>
                    <a:pt x="3396" y="1096"/>
                    <a:pt x="4072" y="1278"/>
                  </a:cubicBezTo>
                  <a:cubicBezTo>
                    <a:pt x="5386" y="1680"/>
                    <a:pt x="6700" y="2100"/>
                    <a:pt x="8015" y="2538"/>
                  </a:cubicBezTo>
                  <a:cubicBezTo>
                    <a:pt x="8032" y="2546"/>
                    <a:pt x="8048" y="2549"/>
                    <a:pt x="8063" y="2549"/>
                  </a:cubicBezTo>
                  <a:cubicBezTo>
                    <a:pt x="8192" y="2549"/>
                    <a:pt x="8235" y="2295"/>
                    <a:pt x="8088" y="2246"/>
                  </a:cubicBezTo>
                  <a:cubicBezTo>
                    <a:pt x="6755" y="1771"/>
                    <a:pt x="5404" y="1351"/>
                    <a:pt x="4053" y="950"/>
                  </a:cubicBezTo>
                  <a:cubicBezTo>
                    <a:pt x="3378" y="767"/>
                    <a:pt x="2721" y="585"/>
                    <a:pt x="2045" y="420"/>
                  </a:cubicBezTo>
                  <a:cubicBezTo>
                    <a:pt x="1388" y="256"/>
                    <a:pt x="749" y="37"/>
                    <a:pt x="1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74783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9EF9B528-8797-2BED-575F-108219A3662D}"/>
            </a:ext>
          </a:extLst>
        </p:cNvPr>
        <p:cNvGrpSpPr/>
        <p:nvPr/>
      </p:nvGrpSpPr>
      <p:grpSpPr>
        <a:xfrm>
          <a:off x="0" y="0"/>
          <a:ext cx="0" cy="0"/>
          <a:chOff x="0" y="0"/>
          <a:chExt cx="0" cy="0"/>
        </a:xfrm>
      </p:grpSpPr>
      <p:pic>
        <p:nvPicPr>
          <p:cNvPr id="4" name="Immagine 3">
            <a:extLst>
              <a:ext uri="{FF2B5EF4-FFF2-40B4-BE49-F238E27FC236}">
                <a16:creationId xmlns:a16="http://schemas.microsoft.com/office/drawing/2014/main" id="{E8F7B077-A105-1C74-D96A-A34444D8FC61}"/>
              </a:ext>
            </a:extLst>
          </p:cNvPr>
          <p:cNvPicPr>
            <a:picLocks noChangeAspect="1"/>
          </p:cNvPicPr>
          <p:nvPr/>
        </p:nvPicPr>
        <p:blipFill>
          <a:blip r:embed="rId3"/>
          <a:stretch>
            <a:fillRect/>
          </a:stretch>
        </p:blipFill>
        <p:spPr>
          <a:xfrm>
            <a:off x="2391910" y="2571750"/>
            <a:ext cx="4530588" cy="2234682"/>
          </a:xfrm>
          <a:prstGeom prst="rect">
            <a:avLst/>
          </a:prstGeom>
        </p:spPr>
      </p:pic>
      <p:sp>
        <p:nvSpPr>
          <p:cNvPr id="6" name="CasellaDiTesto 5">
            <a:extLst>
              <a:ext uri="{FF2B5EF4-FFF2-40B4-BE49-F238E27FC236}">
                <a16:creationId xmlns:a16="http://schemas.microsoft.com/office/drawing/2014/main" id="{7C4000D6-34AB-BE08-2D8D-79AA3EF762D3}"/>
              </a:ext>
            </a:extLst>
          </p:cNvPr>
          <p:cNvSpPr txBox="1"/>
          <p:nvPr/>
        </p:nvSpPr>
        <p:spPr>
          <a:xfrm>
            <a:off x="386541" y="1270231"/>
            <a:ext cx="8541327" cy="1169551"/>
          </a:xfrm>
          <a:prstGeom prst="rect">
            <a:avLst/>
          </a:prstGeom>
          <a:noFill/>
        </p:spPr>
        <p:txBody>
          <a:bodyPr wrap="square" rtlCol="0">
            <a:spAutoFit/>
          </a:bodyPr>
          <a:lstStyle/>
          <a:p>
            <a:r>
              <a:rPr lang="it-IT" dirty="0">
                <a:solidFill>
                  <a:srgbClr val="50525A"/>
                </a:solidFill>
                <a:latin typeface="Arial" panose="020B0604020202020204" pitchFamily="34" charset="0"/>
                <a:sym typeface="Montserrat"/>
              </a:rPr>
              <a:t>Secondo alcune previsioni, il settore medico sarà uno dei più interessati allo sviluppo delle applicazioni dell’AI. Pertanto, la gestione sicura ed etica dei dati </a:t>
            </a:r>
            <a:r>
              <a:rPr lang="it-IT" dirty="0" err="1">
                <a:solidFill>
                  <a:srgbClr val="50525A"/>
                </a:solidFill>
                <a:latin typeface="Arial" panose="020B0604020202020204" pitchFamily="34" charset="0"/>
                <a:sym typeface="Montserrat"/>
              </a:rPr>
              <a:t>diventarà</a:t>
            </a:r>
            <a:r>
              <a:rPr lang="it-IT" dirty="0">
                <a:solidFill>
                  <a:srgbClr val="50525A"/>
                </a:solidFill>
                <a:latin typeface="Arial" panose="020B0604020202020204" pitchFamily="34" charset="0"/>
                <a:sym typeface="Montserrat"/>
              </a:rPr>
              <a:t> una priorità assoluta. </a:t>
            </a:r>
          </a:p>
          <a:p>
            <a:endParaRPr lang="it-IT" dirty="0">
              <a:solidFill>
                <a:srgbClr val="50525A"/>
              </a:solidFill>
              <a:latin typeface="Arial" panose="020B0604020202020204" pitchFamily="34" charset="0"/>
              <a:sym typeface="Montserrat"/>
            </a:endParaRPr>
          </a:p>
          <a:p>
            <a:r>
              <a:rPr lang="it-IT" dirty="0">
                <a:solidFill>
                  <a:srgbClr val="50525A"/>
                </a:solidFill>
                <a:latin typeface="Arial" panose="020B0604020202020204" pitchFamily="34" charset="0"/>
                <a:sym typeface="Montserrat"/>
              </a:rPr>
              <a:t>Inoltre, è importante affrontare il problema dei </a:t>
            </a:r>
            <a:r>
              <a:rPr lang="it-IT" dirty="0" err="1">
                <a:solidFill>
                  <a:srgbClr val="50525A"/>
                </a:solidFill>
                <a:latin typeface="Arial" panose="020B0604020202020204" pitchFamily="34" charset="0"/>
                <a:sym typeface="Montserrat"/>
              </a:rPr>
              <a:t>bias</a:t>
            </a:r>
            <a:r>
              <a:rPr lang="it-IT" dirty="0">
                <a:solidFill>
                  <a:srgbClr val="50525A"/>
                </a:solidFill>
                <a:latin typeface="Arial" panose="020B0604020202020204" pitchFamily="34" charset="0"/>
                <a:sym typeface="Montserrat"/>
              </a:rPr>
              <a:t> algoritmici, assicurando che gli algoritmi di AI siano equi e non discriminino determinate popolazioni.</a:t>
            </a:r>
          </a:p>
        </p:txBody>
      </p:sp>
      <p:sp>
        <p:nvSpPr>
          <p:cNvPr id="8" name="Google Shape;407;p34">
            <a:extLst>
              <a:ext uri="{FF2B5EF4-FFF2-40B4-BE49-F238E27FC236}">
                <a16:creationId xmlns:a16="http://schemas.microsoft.com/office/drawing/2014/main" id="{A89BD8B0-BD47-4741-4E3A-EFC389A7D02E}"/>
              </a:ext>
            </a:extLst>
          </p:cNvPr>
          <p:cNvSpPr txBox="1">
            <a:spLocks noGrp="1"/>
          </p:cNvSpPr>
          <p:nvPr>
            <p:ph type="title"/>
          </p:nvPr>
        </p:nvSpPr>
        <p:spPr>
          <a:xfrm>
            <a:off x="386542" y="569822"/>
            <a:ext cx="7715400" cy="6948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dirty="0" err="1"/>
              <a:t>Previsione</a:t>
            </a:r>
            <a:r>
              <a:rPr lang="de-CH" b="1" dirty="0"/>
              <a:t> 2030: i </a:t>
            </a:r>
            <a:r>
              <a:rPr lang="de-CH" b="1" dirty="0" err="1"/>
              <a:t>settori</a:t>
            </a:r>
            <a:r>
              <a:rPr lang="de-CH" b="1" dirty="0"/>
              <a:t> più </a:t>
            </a:r>
            <a:r>
              <a:rPr lang="de-CH" b="1" dirty="0" err="1"/>
              <a:t>coinvolti</a:t>
            </a:r>
            <a:endParaRPr b="1" dirty="0"/>
          </a:p>
        </p:txBody>
      </p:sp>
    </p:spTree>
    <p:extLst>
      <p:ext uri="{BB962C8B-B14F-4D97-AF65-F5344CB8AC3E}">
        <p14:creationId xmlns:p14="http://schemas.microsoft.com/office/powerpoint/2010/main" val="1211756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43">
          <a:extLst>
            <a:ext uri="{FF2B5EF4-FFF2-40B4-BE49-F238E27FC236}">
              <a16:creationId xmlns:a16="http://schemas.microsoft.com/office/drawing/2014/main" id="{60AC5F45-EA9C-402C-6AB6-306DE8A79BC2}"/>
            </a:ext>
          </a:extLst>
        </p:cNvPr>
        <p:cNvGrpSpPr/>
        <p:nvPr/>
      </p:nvGrpSpPr>
      <p:grpSpPr>
        <a:xfrm>
          <a:off x="0" y="0"/>
          <a:ext cx="0" cy="0"/>
          <a:chOff x="0" y="0"/>
          <a:chExt cx="0" cy="0"/>
        </a:xfrm>
      </p:grpSpPr>
      <p:grpSp>
        <p:nvGrpSpPr>
          <p:cNvPr id="2050" name="Google Shape;2050;p55">
            <a:extLst>
              <a:ext uri="{FF2B5EF4-FFF2-40B4-BE49-F238E27FC236}">
                <a16:creationId xmlns:a16="http://schemas.microsoft.com/office/drawing/2014/main" id="{2598E9AD-3640-C4C9-BD65-2B2528488C94}"/>
              </a:ext>
            </a:extLst>
          </p:cNvPr>
          <p:cNvGrpSpPr/>
          <p:nvPr/>
        </p:nvGrpSpPr>
        <p:grpSpPr>
          <a:xfrm>
            <a:off x="1455525" y="892200"/>
            <a:ext cx="6213900" cy="3359100"/>
            <a:chOff x="1465050" y="946225"/>
            <a:chExt cx="6213900" cy="3359100"/>
          </a:xfrm>
        </p:grpSpPr>
        <p:sp>
          <p:nvSpPr>
            <p:cNvPr id="2051" name="Google Shape;2051;p55">
              <a:extLst>
                <a:ext uri="{FF2B5EF4-FFF2-40B4-BE49-F238E27FC236}">
                  <a16:creationId xmlns:a16="http://schemas.microsoft.com/office/drawing/2014/main" id="{CBE80E14-147C-CEC7-16C1-F9A7AE0DD251}"/>
                </a:ext>
              </a:extLst>
            </p:cNvPr>
            <p:cNvSpPr/>
            <p:nvPr/>
          </p:nvSpPr>
          <p:spPr>
            <a:xfrm flipH="1">
              <a:off x="1465050" y="946225"/>
              <a:ext cx="6213900" cy="3359100"/>
            </a:xfrm>
            <a:prstGeom prst="roundRect">
              <a:avLst>
                <a:gd name="adj" fmla="val 4601"/>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55">
              <a:extLst>
                <a:ext uri="{FF2B5EF4-FFF2-40B4-BE49-F238E27FC236}">
                  <a16:creationId xmlns:a16="http://schemas.microsoft.com/office/drawing/2014/main" id="{C36B95FE-3B90-124B-441D-F4FBA9CC2DEC}"/>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55">
              <a:extLst>
                <a:ext uri="{FF2B5EF4-FFF2-40B4-BE49-F238E27FC236}">
                  <a16:creationId xmlns:a16="http://schemas.microsoft.com/office/drawing/2014/main" id="{71FA2E3E-C861-11F9-5280-8EF0891B39F4}"/>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55">
              <a:extLst>
                <a:ext uri="{FF2B5EF4-FFF2-40B4-BE49-F238E27FC236}">
                  <a16:creationId xmlns:a16="http://schemas.microsoft.com/office/drawing/2014/main" id="{5E47DF6A-11A9-474A-C9B9-1D0A696E375D}"/>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55">
              <a:extLst>
                <a:ext uri="{FF2B5EF4-FFF2-40B4-BE49-F238E27FC236}">
                  <a16:creationId xmlns:a16="http://schemas.microsoft.com/office/drawing/2014/main" id="{CAEB6DBB-09F9-F488-C9AF-56DCB6D501F0}"/>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6" name="Google Shape;2056;p55">
            <a:extLst>
              <a:ext uri="{FF2B5EF4-FFF2-40B4-BE49-F238E27FC236}">
                <a16:creationId xmlns:a16="http://schemas.microsoft.com/office/drawing/2014/main" id="{9DE361F0-0573-94D0-F210-DD0E2A98DCA9}"/>
              </a:ext>
            </a:extLst>
          </p:cNvPr>
          <p:cNvGrpSpPr/>
          <p:nvPr/>
        </p:nvGrpSpPr>
        <p:grpSpPr>
          <a:xfrm>
            <a:off x="1646025" y="1171562"/>
            <a:ext cx="6213900" cy="3359100"/>
            <a:chOff x="1465050" y="946225"/>
            <a:chExt cx="6213900" cy="3359100"/>
          </a:xfrm>
        </p:grpSpPr>
        <p:sp>
          <p:nvSpPr>
            <p:cNvPr id="2057" name="Google Shape;2057;p55">
              <a:extLst>
                <a:ext uri="{FF2B5EF4-FFF2-40B4-BE49-F238E27FC236}">
                  <a16:creationId xmlns:a16="http://schemas.microsoft.com/office/drawing/2014/main" id="{96C9108D-A657-947D-3AE2-3B318001D60F}"/>
                </a:ext>
              </a:extLst>
            </p:cNvPr>
            <p:cNvSpPr/>
            <p:nvPr/>
          </p:nvSpPr>
          <p:spPr>
            <a:xfrm flipH="1">
              <a:off x="1465050" y="946225"/>
              <a:ext cx="6213900" cy="3359100"/>
            </a:xfrm>
            <a:prstGeom prst="roundRect">
              <a:avLst>
                <a:gd name="adj" fmla="val 4601"/>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55">
              <a:extLst>
                <a:ext uri="{FF2B5EF4-FFF2-40B4-BE49-F238E27FC236}">
                  <a16:creationId xmlns:a16="http://schemas.microsoft.com/office/drawing/2014/main" id="{913B4F64-ED62-58C1-2055-F331255F17CF}"/>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55">
              <a:extLst>
                <a:ext uri="{FF2B5EF4-FFF2-40B4-BE49-F238E27FC236}">
                  <a16:creationId xmlns:a16="http://schemas.microsoft.com/office/drawing/2014/main" id="{D796D41F-F4BD-0942-FFF3-0F4E03BEFB34}"/>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55">
              <a:extLst>
                <a:ext uri="{FF2B5EF4-FFF2-40B4-BE49-F238E27FC236}">
                  <a16:creationId xmlns:a16="http://schemas.microsoft.com/office/drawing/2014/main" id="{FA25CC9E-36DE-C92C-7F6E-B7B6F6F5102E}"/>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55">
              <a:extLst>
                <a:ext uri="{FF2B5EF4-FFF2-40B4-BE49-F238E27FC236}">
                  <a16:creationId xmlns:a16="http://schemas.microsoft.com/office/drawing/2014/main" id="{7832910E-FBA0-0D44-554B-67668E04A8FB}"/>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2" name="Google Shape;2062;p55">
            <a:extLst>
              <a:ext uri="{FF2B5EF4-FFF2-40B4-BE49-F238E27FC236}">
                <a16:creationId xmlns:a16="http://schemas.microsoft.com/office/drawing/2014/main" id="{99006699-B6EB-2E88-DB77-EBD06080373A}"/>
              </a:ext>
            </a:extLst>
          </p:cNvPr>
          <p:cNvSpPr txBox="1">
            <a:spLocks noGrp="1"/>
          </p:cNvSpPr>
          <p:nvPr>
            <p:ph type="title"/>
          </p:nvPr>
        </p:nvSpPr>
        <p:spPr>
          <a:xfrm>
            <a:off x="2130564" y="2097350"/>
            <a:ext cx="5719835" cy="1126500"/>
          </a:xfrm>
          <a:prstGeom prst="rect">
            <a:avLst/>
          </a:prstGeom>
        </p:spPr>
        <p:txBody>
          <a:bodyPr spcFirstLastPara="1" wrap="square" lIns="91425" tIns="91425" rIns="91425" bIns="91425" anchor="b" anchorCtr="0">
            <a:noAutofit/>
          </a:bodyPr>
          <a:lstStyle/>
          <a:p>
            <a:pPr lvl="0" algn="l"/>
            <a:r>
              <a:rPr lang="en" dirty="0">
                <a:solidFill>
                  <a:schemeClr val="accent2">
                    <a:lumMod val="90000"/>
                  </a:schemeClr>
                </a:solidFill>
                <a:latin typeface="Palatino" pitchFamily="2" charset="77"/>
                <a:ea typeface="Palatino" pitchFamily="2" charset="77"/>
                <a:cs typeface="Mishafi" pitchFamily="2" charset="-78"/>
              </a:rPr>
              <a:t>01</a:t>
            </a:r>
            <a:endParaRPr b="1" dirty="0">
              <a:solidFill>
                <a:schemeClr val="accent2">
                  <a:lumMod val="90000"/>
                </a:schemeClr>
              </a:solidFill>
              <a:latin typeface="Palatino" pitchFamily="2" charset="77"/>
              <a:ea typeface="Palatino" pitchFamily="2" charset="77"/>
              <a:cs typeface="Mishafi" pitchFamily="2" charset="-78"/>
            </a:endParaRPr>
          </a:p>
        </p:txBody>
      </p:sp>
      <p:sp>
        <p:nvSpPr>
          <p:cNvPr id="2063" name="Google Shape;2063;p55">
            <a:extLst>
              <a:ext uri="{FF2B5EF4-FFF2-40B4-BE49-F238E27FC236}">
                <a16:creationId xmlns:a16="http://schemas.microsoft.com/office/drawing/2014/main" id="{7A9F174F-121C-7A26-986A-4FFC7CC4DA10}"/>
              </a:ext>
            </a:extLst>
          </p:cNvPr>
          <p:cNvSpPr txBox="1">
            <a:spLocks noGrp="1"/>
          </p:cNvSpPr>
          <p:nvPr>
            <p:ph type="subTitle" idx="1"/>
          </p:nvPr>
        </p:nvSpPr>
        <p:spPr>
          <a:xfrm>
            <a:off x="2143125" y="3223849"/>
            <a:ext cx="5219700" cy="50856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2800" b="1" dirty="0" err="1">
                <a:solidFill>
                  <a:schemeClr val="dk1"/>
                </a:solidFill>
                <a:latin typeface="Alata"/>
                <a:cs typeface="Alata"/>
                <a:sym typeface="Alata"/>
              </a:rPr>
              <a:t>Sviluppo</a:t>
            </a:r>
            <a:r>
              <a:rPr lang="de-CH" sz="2400" b="1" dirty="0">
                <a:solidFill>
                  <a:schemeClr val="accent1">
                    <a:lumMod val="50000"/>
                  </a:schemeClr>
                </a:solidFill>
              </a:rPr>
              <a:t> </a:t>
            </a:r>
            <a:r>
              <a:rPr lang="de-CH" sz="2800" b="1" dirty="0" err="1">
                <a:solidFill>
                  <a:schemeClr val="dk1"/>
                </a:solidFill>
                <a:latin typeface="Alata"/>
                <a:cs typeface="Alata"/>
              </a:rPr>
              <a:t>e</a:t>
            </a:r>
            <a:r>
              <a:rPr lang="de-CH" sz="2800" b="1" dirty="0">
                <a:solidFill>
                  <a:schemeClr val="dk1"/>
                </a:solidFill>
                <a:latin typeface="Alata"/>
                <a:cs typeface="Alata"/>
              </a:rPr>
              <a:t> </a:t>
            </a:r>
            <a:r>
              <a:rPr lang="de-CH" sz="2800" b="1" dirty="0" err="1">
                <a:solidFill>
                  <a:schemeClr val="dk1"/>
                </a:solidFill>
                <a:latin typeface="Alata"/>
                <a:cs typeface="Alata"/>
              </a:rPr>
              <a:t>Ricerca</a:t>
            </a:r>
            <a:endParaRPr sz="2800" b="1" dirty="0">
              <a:solidFill>
                <a:schemeClr val="dk1"/>
              </a:solidFill>
              <a:latin typeface="Alata"/>
              <a:cs typeface="Alata"/>
            </a:endParaRPr>
          </a:p>
        </p:txBody>
      </p:sp>
    </p:spTree>
    <p:extLst>
      <p:ext uri="{BB962C8B-B14F-4D97-AF65-F5344CB8AC3E}">
        <p14:creationId xmlns:p14="http://schemas.microsoft.com/office/powerpoint/2010/main" val="2616789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B5EFF4AB-C05C-84EB-4F99-33FEE96ECE4A}"/>
            </a:ext>
          </a:extLst>
        </p:cNvPr>
        <p:cNvGrpSpPr/>
        <p:nvPr/>
      </p:nvGrpSpPr>
      <p:grpSpPr>
        <a:xfrm>
          <a:off x="0" y="0"/>
          <a:ext cx="0" cy="0"/>
          <a:chOff x="0" y="0"/>
          <a:chExt cx="0" cy="0"/>
        </a:xfrm>
      </p:grpSpPr>
      <p:pic>
        <p:nvPicPr>
          <p:cNvPr id="4" name="Immagine 3">
            <a:extLst>
              <a:ext uri="{FF2B5EF4-FFF2-40B4-BE49-F238E27FC236}">
                <a16:creationId xmlns:a16="http://schemas.microsoft.com/office/drawing/2014/main" id="{2614B5A7-B69D-F803-13F2-E70E1607A8A6}"/>
              </a:ext>
            </a:extLst>
          </p:cNvPr>
          <p:cNvPicPr>
            <a:picLocks noChangeAspect="1"/>
          </p:cNvPicPr>
          <p:nvPr/>
        </p:nvPicPr>
        <p:blipFill>
          <a:blip r:embed="rId3"/>
          <a:stretch>
            <a:fillRect/>
          </a:stretch>
        </p:blipFill>
        <p:spPr>
          <a:xfrm>
            <a:off x="3324501" y="1443169"/>
            <a:ext cx="5334000" cy="3200400"/>
          </a:xfrm>
          <a:prstGeom prst="rect">
            <a:avLst/>
          </a:prstGeom>
        </p:spPr>
      </p:pic>
      <p:sp>
        <p:nvSpPr>
          <p:cNvPr id="5" name="CasellaDiTesto 4">
            <a:extLst>
              <a:ext uri="{FF2B5EF4-FFF2-40B4-BE49-F238E27FC236}">
                <a16:creationId xmlns:a16="http://schemas.microsoft.com/office/drawing/2014/main" id="{2E847BE0-6E95-6324-9772-DA7B47F7DF8B}"/>
              </a:ext>
            </a:extLst>
          </p:cNvPr>
          <p:cNvSpPr txBox="1"/>
          <p:nvPr/>
        </p:nvSpPr>
        <p:spPr>
          <a:xfrm>
            <a:off x="633150" y="1443169"/>
            <a:ext cx="2336471" cy="2246769"/>
          </a:xfrm>
          <a:prstGeom prst="rect">
            <a:avLst/>
          </a:prstGeom>
          <a:noFill/>
        </p:spPr>
        <p:txBody>
          <a:bodyPr wrap="square" rtlCol="0">
            <a:spAutoFit/>
          </a:bodyPr>
          <a:lstStyle/>
          <a:p>
            <a:r>
              <a:rPr lang="it-IT" dirty="0">
                <a:solidFill>
                  <a:srgbClr val="50525A"/>
                </a:solidFill>
                <a:latin typeface="Arial" panose="020B0604020202020204" pitchFamily="34" charset="0"/>
              </a:rPr>
              <a:t>Negli ultimi 15 anni la sanità è diventata uno dei motori principali dell’innovazione scientifica.</a:t>
            </a:r>
          </a:p>
          <a:p>
            <a:r>
              <a:rPr lang="it-IT" dirty="0">
                <a:solidFill>
                  <a:srgbClr val="50525A"/>
                </a:solidFill>
                <a:latin typeface="Arial" panose="020B0604020202020204" pitchFamily="34" charset="0"/>
              </a:rPr>
              <a:t> </a:t>
            </a:r>
          </a:p>
          <a:p>
            <a:r>
              <a:rPr lang="it-IT" dirty="0">
                <a:solidFill>
                  <a:srgbClr val="50525A"/>
                </a:solidFill>
                <a:latin typeface="Arial" panose="020B0604020202020204" pitchFamily="34" charset="0"/>
              </a:rPr>
              <a:t>Infatti essa rappresenta il settore in cui si concentra un numero maggiore di ricerche, pubblicazioni e sviluppo tecnologico.</a:t>
            </a:r>
          </a:p>
        </p:txBody>
      </p:sp>
      <p:sp>
        <p:nvSpPr>
          <p:cNvPr id="8" name="Google Shape;407;p34">
            <a:extLst>
              <a:ext uri="{FF2B5EF4-FFF2-40B4-BE49-F238E27FC236}">
                <a16:creationId xmlns:a16="http://schemas.microsoft.com/office/drawing/2014/main" id="{EA7D67FE-9A43-DAC4-908E-16F78AB5132C}"/>
              </a:ext>
            </a:extLst>
          </p:cNvPr>
          <p:cNvSpPr txBox="1">
            <a:spLocks noGrp="1"/>
          </p:cNvSpPr>
          <p:nvPr>
            <p:ph type="title"/>
          </p:nvPr>
        </p:nvSpPr>
        <p:spPr>
          <a:xfrm>
            <a:off x="633150" y="624140"/>
            <a:ext cx="7715400" cy="6948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dirty="0"/>
              <a:t>Il </a:t>
            </a:r>
            <a:r>
              <a:rPr lang="de-CH" b="1" dirty="0" err="1"/>
              <a:t>motore</a:t>
            </a:r>
            <a:r>
              <a:rPr lang="de-CH" b="1" dirty="0"/>
              <a:t> </a:t>
            </a:r>
            <a:r>
              <a:rPr lang="de-CH" b="1" dirty="0" err="1"/>
              <a:t>dell’innovazione</a:t>
            </a:r>
            <a:r>
              <a:rPr lang="de-CH" b="1" dirty="0"/>
              <a:t> </a:t>
            </a:r>
            <a:r>
              <a:rPr lang="de-CH" b="1" dirty="0" err="1"/>
              <a:t>scientifica</a:t>
            </a:r>
            <a:endParaRPr b="1" dirty="0"/>
          </a:p>
        </p:txBody>
      </p:sp>
      <p:grpSp>
        <p:nvGrpSpPr>
          <p:cNvPr id="31" name="Google Shape;7091;p72">
            <a:extLst>
              <a:ext uri="{FF2B5EF4-FFF2-40B4-BE49-F238E27FC236}">
                <a16:creationId xmlns:a16="http://schemas.microsoft.com/office/drawing/2014/main" id="{2192E507-44A0-E20E-FD11-A9671BB48642}"/>
              </a:ext>
            </a:extLst>
          </p:cNvPr>
          <p:cNvGrpSpPr/>
          <p:nvPr/>
        </p:nvGrpSpPr>
        <p:grpSpPr>
          <a:xfrm>
            <a:off x="633150" y="3689938"/>
            <a:ext cx="2336471" cy="953631"/>
            <a:chOff x="5159450" y="1919950"/>
            <a:chExt cx="1541050" cy="862500"/>
          </a:xfrm>
        </p:grpSpPr>
        <p:sp>
          <p:nvSpPr>
            <p:cNvPr id="32" name="Google Shape;7092;p72">
              <a:extLst>
                <a:ext uri="{FF2B5EF4-FFF2-40B4-BE49-F238E27FC236}">
                  <a16:creationId xmlns:a16="http://schemas.microsoft.com/office/drawing/2014/main" id="{40135DC6-22AC-FC6B-002B-D60A41E0E512}"/>
                </a:ext>
              </a:extLst>
            </p:cNvPr>
            <p:cNvSpPr/>
            <p:nvPr/>
          </p:nvSpPr>
          <p:spPr>
            <a:xfrm>
              <a:off x="5216414" y="2060033"/>
              <a:ext cx="1436820" cy="600250"/>
            </a:xfrm>
            <a:custGeom>
              <a:avLst/>
              <a:gdLst/>
              <a:ahLst/>
              <a:cxnLst/>
              <a:rect l="l" t="t" r="r" b="b"/>
              <a:pathLst>
                <a:path w="165771" h="69253" extrusionOk="0">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ln>
              <a:headEnd type="oval" w="med" len="med"/>
              <a:tailEnd type="oval" w="med" len="med"/>
            </a:ln>
          </p:spPr>
          <p:style>
            <a:lnRef idx="1">
              <a:schemeClr val="accent4"/>
            </a:lnRef>
            <a:fillRef idx="0">
              <a:schemeClr val="accent4"/>
            </a:fillRef>
            <a:effectRef idx="0">
              <a:schemeClr val="accent4"/>
            </a:effectRef>
            <a:fontRef idx="minor">
              <a:schemeClr val="tx1"/>
            </a:fontRef>
          </p:style>
          <p:txBody>
            <a:bodyPr/>
            <a:lstStyle/>
            <a:p>
              <a:endParaRPr lang="it-IT" dirty="0"/>
            </a:p>
          </p:txBody>
        </p:sp>
        <p:grpSp>
          <p:nvGrpSpPr>
            <p:cNvPr id="33" name="Google Shape;7093;p72">
              <a:extLst>
                <a:ext uri="{FF2B5EF4-FFF2-40B4-BE49-F238E27FC236}">
                  <a16:creationId xmlns:a16="http://schemas.microsoft.com/office/drawing/2014/main" id="{4B0DDA4E-6B71-1A14-B6D0-D0599BACE0CF}"/>
                </a:ext>
              </a:extLst>
            </p:cNvPr>
            <p:cNvGrpSpPr/>
            <p:nvPr/>
          </p:nvGrpSpPr>
          <p:grpSpPr>
            <a:xfrm>
              <a:off x="5159450" y="1919950"/>
              <a:ext cx="1541050" cy="862500"/>
              <a:chOff x="5159450" y="1919950"/>
              <a:chExt cx="1541050" cy="862500"/>
            </a:xfrm>
          </p:grpSpPr>
          <p:cxnSp>
            <p:nvCxnSpPr>
              <p:cNvPr id="34" name="Google Shape;7094;p72">
                <a:extLst>
                  <a:ext uri="{FF2B5EF4-FFF2-40B4-BE49-F238E27FC236}">
                    <a16:creationId xmlns:a16="http://schemas.microsoft.com/office/drawing/2014/main" id="{A8A884C2-946F-681E-DF04-57EAAC5B5AA9}"/>
                  </a:ext>
                </a:extLst>
              </p:cNvPr>
              <p:cNvCxnSpPr/>
              <p:nvPr/>
            </p:nvCxnSpPr>
            <p:spPr>
              <a:xfrm>
                <a:off x="5159450" y="1919950"/>
                <a:ext cx="0" cy="862500"/>
              </a:xfrm>
              <a:prstGeom prst="straightConnector1">
                <a:avLst/>
              </a:prstGeom>
              <a:noFill/>
              <a:ln w="9525" cap="flat" cmpd="sng">
                <a:solidFill>
                  <a:srgbClr val="E3E9ED"/>
                </a:solidFill>
                <a:prstDash val="solid"/>
                <a:round/>
                <a:headEnd type="none" w="med" len="med"/>
                <a:tailEnd type="none" w="med" len="med"/>
              </a:ln>
            </p:spPr>
          </p:cxnSp>
          <p:cxnSp>
            <p:nvCxnSpPr>
              <p:cNvPr id="35" name="Google Shape;7095;p72">
                <a:extLst>
                  <a:ext uri="{FF2B5EF4-FFF2-40B4-BE49-F238E27FC236}">
                    <a16:creationId xmlns:a16="http://schemas.microsoft.com/office/drawing/2014/main" id="{1DC61651-31DB-11DF-2781-212A4645302C}"/>
                  </a:ext>
                </a:extLst>
              </p:cNvPr>
              <p:cNvCxnSpPr/>
              <p:nvPr/>
            </p:nvCxnSpPr>
            <p:spPr>
              <a:xfrm>
                <a:off x="5161200" y="2778975"/>
                <a:ext cx="1539300" cy="0"/>
              </a:xfrm>
              <a:prstGeom prst="straightConnector1">
                <a:avLst/>
              </a:prstGeom>
              <a:noFill/>
              <a:ln w="9525" cap="flat" cmpd="sng">
                <a:solidFill>
                  <a:srgbClr val="E3E9ED"/>
                </a:solidFill>
                <a:prstDash val="solid"/>
                <a:round/>
                <a:headEnd type="none" w="med" len="med"/>
                <a:tailEnd type="none" w="med" len="med"/>
              </a:ln>
            </p:spPr>
          </p:cxnSp>
        </p:grpSp>
      </p:grpSp>
    </p:spTree>
    <p:extLst>
      <p:ext uri="{BB962C8B-B14F-4D97-AF65-F5344CB8AC3E}">
        <p14:creationId xmlns:p14="http://schemas.microsoft.com/office/powerpoint/2010/main" val="1273272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19534569-0107-AD84-846F-73474DCA494D}"/>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3C3FEC8B-1FD2-3172-3082-14D23BD671FA}"/>
              </a:ext>
            </a:extLst>
          </p:cNvPr>
          <p:cNvPicPr>
            <a:picLocks noChangeAspect="1"/>
          </p:cNvPicPr>
          <p:nvPr/>
        </p:nvPicPr>
        <p:blipFill>
          <a:blip r:embed="rId3"/>
          <a:stretch>
            <a:fillRect/>
          </a:stretch>
        </p:blipFill>
        <p:spPr>
          <a:xfrm>
            <a:off x="293149" y="1400940"/>
            <a:ext cx="5187673" cy="3127497"/>
          </a:xfrm>
          <a:prstGeom prst="rect">
            <a:avLst/>
          </a:prstGeom>
        </p:spPr>
      </p:pic>
      <p:sp>
        <p:nvSpPr>
          <p:cNvPr id="7" name="CasellaDiTesto 6">
            <a:extLst>
              <a:ext uri="{FF2B5EF4-FFF2-40B4-BE49-F238E27FC236}">
                <a16:creationId xmlns:a16="http://schemas.microsoft.com/office/drawing/2014/main" id="{3E159BA1-1E09-6C29-3188-C8FB73432FA1}"/>
              </a:ext>
            </a:extLst>
          </p:cNvPr>
          <p:cNvSpPr txBox="1"/>
          <p:nvPr/>
        </p:nvSpPr>
        <p:spPr>
          <a:xfrm>
            <a:off x="5659596" y="1356630"/>
            <a:ext cx="3191255" cy="1815882"/>
          </a:xfrm>
          <a:prstGeom prst="rect">
            <a:avLst/>
          </a:prstGeom>
          <a:noFill/>
        </p:spPr>
        <p:txBody>
          <a:bodyPr wrap="square">
            <a:spAutoFit/>
          </a:bodyPr>
          <a:lstStyle/>
          <a:p>
            <a:r>
              <a:rPr lang="it-IT" dirty="0">
                <a:solidFill>
                  <a:srgbClr val="50525A"/>
                </a:solidFill>
                <a:latin typeface="Arial" panose="020B0604020202020204" pitchFamily="34" charset="0"/>
              </a:rPr>
              <a:t>In particolare, negli ultimi cinque anni (con l’esplosione dell’AI) l’innovazione in ambito medico ha registrato una crescita continua e sostenuta, trainata dalla maggiore disponibilità di dati clinici digitali e dalla maturazione di modelli capaci di trasformarli in strumenti predittivi.</a:t>
            </a:r>
          </a:p>
        </p:txBody>
      </p:sp>
      <p:grpSp>
        <p:nvGrpSpPr>
          <p:cNvPr id="31" name="Google Shape;2549;p62">
            <a:extLst>
              <a:ext uri="{FF2B5EF4-FFF2-40B4-BE49-F238E27FC236}">
                <a16:creationId xmlns:a16="http://schemas.microsoft.com/office/drawing/2014/main" id="{0D330B7D-7820-04CB-3E9C-3C1BC2F9A4A3}"/>
              </a:ext>
            </a:extLst>
          </p:cNvPr>
          <p:cNvGrpSpPr/>
          <p:nvPr/>
        </p:nvGrpSpPr>
        <p:grpSpPr>
          <a:xfrm>
            <a:off x="6459932" y="3311829"/>
            <a:ext cx="1590581" cy="1216608"/>
            <a:chOff x="4702088" y="2980703"/>
            <a:chExt cx="790840" cy="610010"/>
          </a:xfrm>
        </p:grpSpPr>
        <p:sp>
          <p:nvSpPr>
            <p:cNvPr id="32" name="Google Shape;2550;p62">
              <a:extLst>
                <a:ext uri="{FF2B5EF4-FFF2-40B4-BE49-F238E27FC236}">
                  <a16:creationId xmlns:a16="http://schemas.microsoft.com/office/drawing/2014/main" id="{879A35B8-0742-CDC8-0E1D-657F63FF2611}"/>
                </a:ext>
              </a:extLst>
            </p:cNvPr>
            <p:cNvSpPr/>
            <p:nvPr/>
          </p:nvSpPr>
          <p:spPr>
            <a:xfrm>
              <a:off x="5129909" y="3233151"/>
              <a:ext cx="187323" cy="92486"/>
            </a:xfrm>
            <a:custGeom>
              <a:avLst/>
              <a:gdLst/>
              <a:ahLst/>
              <a:cxnLst/>
              <a:rect l="l" t="t" r="r" b="b"/>
              <a:pathLst>
                <a:path w="5736" h="2832" extrusionOk="0">
                  <a:moveTo>
                    <a:pt x="1369" y="1"/>
                  </a:moveTo>
                  <a:cubicBezTo>
                    <a:pt x="617" y="1"/>
                    <a:pt x="1" y="617"/>
                    <a:pt x="1" y="1369"/>
                  </a:cubicBezTo>
                  <a:lnTo>
                    <a:pt x="1" y="2832"/>
                  </a:lnTo>
                  <a:lnTo>
                    <a:pt x="565" y="2832"/>
                  </a:lnTo>
                  <a:lnTo>
                    <a:pt x="565" y="1369"/>
                  </a:lnTo>
                  <a:cubicBezTo>
                    <a:pt x="565" y="930"/>
                    <a:pt x="930" y="565"/>
                    <a:pt x="1369" y="565"/>
                  </a:cubicBezTo>
                  <a:lnTo>
                    <a:pt x="4367" y="565"/>
                  </a:lnTo>
                  <a:cubicBezTo>
                    <a:pt x="4806" y="565"/>
                    <a:pt x="5172" y="930"/>
                    <a:pt x="5172" y="1369"/>
                  </a:cubicBezTo>
                  <a:lnTo>
                    <a:pt x="5172" y="2832"/>
                  </a:lnTo>
                  <a:lnTo>
                    <a:pt x="5736" y="2832"/>
                  </a:lnTo>
                  <a:lnTo>
                    <a:pt x="5736" y="1369"/>
                  </a:lnTo>
                  <a:cubicBezTo>
                    <a:pt x="5736" y="617"/>
                    <a:pt x="5119" y="1"/>
                    <a:pt x="43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551;p62">
              <a:extLst>
                <a:ext uri="{FF2B5EF4-FFF2-40B4-BE49-F238E27FC236}">
                  <a16:creationId xmlns:a16="http://schemas.microsoft.com/office/drawing/2014/main" id="{9FB2D8FC-622A-A62A-2717-CE321888E07F}"/>
                </a:ext>
              </a:extLst>
            </p:cNvPr>
            <p:cNvSpPr/>
            <p:nvPr/>
          </p:nvSpPr>
          <p:spPr>
            <a:xfrm>
              <a:off x="4992778" y="3314698"/>
              <a:ext cx="500150" cy="275662"/>
            </a:xfrm>
            <a:custGeom>
              <a:avLst/>
              <a:gdLst/>
              <a:ahLst/>
              <a:cxnLst/>
              <a:rect l="l" t="t" r="r" b="b"/>
              <a:pathLst>
                <a:path w="15315" h="8441" extrusionOk="0">
                  <a:moveTo>
                    <a:pt x="637" y="0"/>
                  </a:moveTo>
                  <a:cubicBezTo>
                    <a:pt x="293" y="0"/>
                    <a:pt x="0" y="282"/>
                    <a:pt x="0" y="637"/>
                  </a:cubicBezTo>
                  <a:lnTo>
                    <a:pt x="0" y="7804"/>
                  </a:lnTo>
                  <a:cubicBezTo>
                    <a:pt x="0" y="8159"/>
                    <a:pt x="293" y="8441"/>
                    <a:pt x="637" y="8441"/>
                  </a:cubicBezTo>
                  <a:lnTo>
                    <a:pt x="14677" y="8441"/>
                  </a:lnTo>
                  <a:cubicBezTo>
                    <a:pt x="15032" y="8441"/>
                    <a:pt x="15315" y="8159"/>
                    <a:pt x="15315" y="7804"/>
                  </a:cubicBezTo>
                  <a:lnTo>
                    <a:pt x="15315" y="637"/>
                  </a:lnTo>
                  <a:cubicBezTo>
                    <a:pt x="15315" y="282"/>
                    <a:pt x="15032" y="0"/>
                    <a:pt x="146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552;p62">
              <a:extLst>
                <a:ext uri="{FF2B5EF4-FFF2-40B4-BE49-F238E27FC236}">
                  <a16:creationId xmlns:a16="http://schemas.microsoft.com/office/drawing/2014/main" id="{5459A1F2-3285-6C9E-423B-715140223C1B}"/>
                </a:ext>
              </a:extLst>
            </p:cNvPr>
            <p:cNvSpPr/>
            <p:nvPr/>
          </p:nvSpPr>
          <p:spPr>
            <a:xfrm>
              <a:off x="4992778" y="3314698"/>
              <a:ext cx="430230" cy="275662"/>
            </a:xfrm>
            <a:custGeom>
              <a:avLst/>
              <a:gdLst/>
              <a:ahLst/>
              <a:cxnLst/>
              <a:rect l="l" t="t" r="r" b="b"/>
              <a:pathLst>
                <a:path w="13174" h="8441" extrusionOk="0">
                  <a:moveTo>
                    <a:pt x="637" y="0"/>
                  </a:moveTo>
                  <a:cubicBezTo>
                    <a:pt x="293" y="0"/>
                    <a:pt x="0" y="282"/>
                    <a:pt x="0" y="637"/>
                  </a:cubicBezTo>
                  <a:lnTo>
                    <a:pt x="0" y="7804"/>
                  </a:lnTo>
                  <a:cubicBezTo>
                    <a:pt x="0" y="8159"/>
                    <a:pt x="293" y="8441"/>
                    <a:pt x="637" y="8441"/>
                  </a:cubicBezTo>
                  <a:lnTo>
                    <a:pt x="12546" y="8441"/>
                  </a:lnTo>
                  <a:cubicBezTo>
                    <a:pt x="12891" y="8441"/>
                    <a:pt x="13173" y="8159"/>
                    <a:pt x="13173" y="7804"/>
                  </a:cubicBezTo>
                  <a:lnTo>
                    <a:pt x="13173" y="637"/>
                  </a:lnTo>
                  <a:cubicBezTo>
                    <a:pt x="13173" y="282"/>
                    <a:pt x="12891" y="0"/>
                    <a:pt x="12546" y="0"/>
                  </a:cubicBezTo>
                  <a:close/>
                </a:path>
              </a:pathLst>
            </a:cu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553;p62">
              <a:extLst>
                <a:ext uri="{FF2B5EF4-FFF2-40B4-BE49-F238E27FC236}">
                  <a16:creationId xmlns:a16="http://schemas.microsoft.com/office/drawing/2014/main" id="{CBA56EAD-53DD-0B8B-C65B-C5F19444BCCB}"/>
                </a:ext>
              </a:extLst>
            </p:cNvPr>
            <p:cNvSpPr/>
            <p:nvPr/>
          </p:nvSpPr>
          <p:spPr>
            <a:xfrm>
              <a:off x="5123084" y="3367572"/>
              <a:ext cx="169590" cy="169917"/>
            </a:xfrm>
            <a:custGeom>
              <a:avLst/>
              <a:gdLst/>
              <a:ahLst/>
              <a:cxnLst/>
              <a:rect l="l" t="t" r="r" b="b"/>
              <a:pathLst>
                <a:path w="5193" h="5203" extrusionOk="0">
                  <a:moveTo>
                    <a:pt x="2602" y="0"/>
                  </a:moveTo>
                  <a:cubicBezTo>
                    <a:pt x="1171" y="0"/>
                    <a:pt x="1" y="1170"/>
                    <a:pt x="1" y="2602"/>
                  </a:cubicBezTo>
                  <a:cubicBezTo>
                    <a:pt x="1" y="4033"/>
                    <a:pt x="1171" y="5203"/>
                    <a:pt x="2602" y="5203"/>
                  </a:cubicBezTo>
                  <a:cubicBezTo>
                    <a:pt x="4033" y="5203"/>
                    <a:pt x="5193" y="4033"/>
                    <a:pt x="5193" y="2602"/>
                  </a:cubicBezTo>
                  <a:cubicBezTo>
                    <a:pt x="5193" y="1170"/>
                    <a:pt x="4033" y="0"/>
                    <a:pt x="26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554;p62">
              <a:extLst>
                <a:ext uri="{FF2B5EF4-FFF2-40B4-BE49-F238E27FC236}">
                  <a16:creationId xmlns:a16="http://schemas.microsoft.com/office/drawing/2014/main" id="{FC176F57-A529-7DA6-C95E-282B6252DDB6}"/>
                </a:ext>
              </a:extLst>
            </p:cNvPr>
            <p:cNvSpPr/>
            <p:nvPr/>
          </p:nvSpPr>
          <p:spPr>
            <a:xfrm>
              <a:off x="5189609" y="3396213"/>
              <a:ext cx="36870" cy="112636"/>
            </a:xfrm>
            <a:custGeom>
              <a:avLst/>
              <a:gdLst/>
              <a:ahLst/>
              <a:cxnLst/>
              <a:rect l="l" t="t" r="r" b="b"/>
              <a:pathLst>
                <a:path w="1129" h="3449" extrusionOk="0">
                  <a:moveTo>
                    <a:pt x="1" y="1"/>
                  </a:moveTo>
                  <a:lnTo>
                    <a:pt x="1" y="3448"/>
                  </a:lnTo>
                  <a:lnTo>
                    <a:pt x="1129" y="3448"/>
                  </a:lnTo>
                  <a:lnTo>
                    <a:pt x="1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555;p62">
              <a:extLst>
                <a:ext uri="{FF2B5EF4-FFF2-40B4-BE49-F238E27FC236}">
                  <a16:creationId xmlns:a16="http://schemas.microsoft.com/office/drawing/2014/main" id="{5E3CF986-F2B5-F983-5FEE-8B5BF310F50F}"/>
                </a:ext>
              </a:extLst>
            </p:cNvPr>
            <p:cNvSpPr/>
            <p:nvPr/>
          </p:nvSpPr>
          <p:spPr>
            <a:xfrm>
              <a:off x="5151758" y="3434096"/>
              <a:ext cx="112603" cy="36870"/>
            </a:xfrm>
            <a:custGeom>
              <a:avLst/>
              <a:gdLst/>
              <a:ahLst/>
              <a:cxnLst/>
              <a:rect l="l" t="t" r="r" b="b"/>
              <a:pathLst>
                <a:path w="3448" h="1129" extrusionOk="0">
                  <a:moveTo>
                    <a:pt x="0" y="0"/>
                  </a:moveTo>
                  <a:lnTo>
                    <a:pt x="0" y="1129"/>
                  </a:lnTo>
                  <a:lnTo>
                    <a:pt x="3447" y="1129"/>
                  </a:lnTo>
                  <a:lnTo>
                    <a:pt x="34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556;p62">
              <a:extLst>
                <a:ext uri="{FF2B5EF4-FFF2-40B4-BE49-F238E27FC236}">
                  <a16:creationId xmlns:a16="http://schemas.microsoft.com/office/drawing/2014/main" id="{87FE28F5-DE98-912E-6A8A-7559D446D07A}"/>
                </a:ext>
              </a:extLst>
            </p:cNvPr>
            <p:cNvSpPr/>
            <p:nvPr/>
          </p:nvSpPr>
          <p:spPr>
            <a:xfrm>
              <a:off x="4702088" y="2992623"/>
              <a:ext cx="247707" cy="350742"/>
            </a:xfrm>
            <a:custGeom>
              <a:avLst/>
              <a:gdLst/>
              <a:ahLst/>
              <a:cxnLst/>
              <a:rect l="l" t="t" r="r" b="b"/>
              <a:pathLst>
                <a:path w="7585" h="10740" extrusionOk="0">
                  <a:moveTo>
                    <a:pt x="2142" y="1"/>
                  </a:moveTo>
                  <a:cubicBezTo>
                    <a:pt x="931" y="1"/>
                    <a:pt x="1" y="1077"/>
                    <a:pt x="189" y="2278"/>
                  </a:cubicBezTo>
                  <a:lnTo>
                    <a:pt x="951" y="8306"/>
                  </a:lnTo>
                  <a:cubicBezTo>
                    <a:pt x="1159" y="9709"/>
                    <a:pt x="2360" y="10740"/>
                    <a:pt x="3772" y="10740"/>
                  </a:cubicBezTo>
                  <a:cubicBezTo>
                    <a:pt x="3779" y="10740"/>
                    <a:pt x="3786" y="10740"/>
                    <a:pt x="3793" y="10740"/>
                  </a:cubicBezTo>
                  <a:cubicBezTo>
                    <a:pt x="3800" y="10740"/>
                    <a:pt x="3807" y="10740"/>
                    <a:pt x="3814" y="10740"/>
                  </a:cubicBezTo>
                  <a:cubicBezTo>
                    <a:pt x="5226" y="10740"/>
                    <a:pt x="6416" y="9709"/>
                    <a:pt x="6634" y="8306"/>
                  </a:cubicBezTo>
                  <a:lnTo>
                    <a:pt x="7397" y="2278"/>
                  </a:lnTo>
                  <a:cubicBezTo>
                    <a:pt x="7585" y="1077"/>
                    <a:pt x="6655" y="1"/>
                    <a:pt x="5433" y="1"/>
                  </a:cubicBezTo>
                  <a:lnTo>
                    <a:pt x="5433" y="272"/>
                  </a:lnTo>
                  <a:cubicBezTo>
                    <a:pt x="6478" y="272"/>
                    <a:pt x="7282" y="1202"/>
                    <a:pt x="7125" y="2236"/>
                  </a:cubicBezTo>
                  <a:lnTo>
                    <a:pt x="6363" y="8264"/>
                  </a:lnTo>
                  <a:cubicBezTo>
                    <a:pt x="6164" y="9538"/>
                    <a:pt x="5078" y="10468"/>
                    <a:pt x="3793" y="10468"/>
                  </a:cubicBezTo>
                  <a:cubicBezTo>
                    <a:pt x="2508" y="10468"/>
                    <a:pt x="1411" y="9538"/>
                    <a:pt x="1223" y="8264"/>
                  </a:cubicBezTo>
                  <a:lnTo>
                    <a:pt x="460" y="2236"/>
                  </a:lnTo>
                  <a:cubicBezTo>
                    <a:pt x="293" y="1202"/>
                    <a:pt x="1098" y="272"/>
                    <a:pt x="2142" y="272"/>
                  </a:cubicBezTo>
                  <a:lnTo>
                    <a:pt x="21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557;p62">
              <a:extLst>
                <a:ext uri="{FF2B5EF4-FFF2-40B4-BE49-F238E27FC236}">
                  <a16:creationId xmlns:a16="http://schemas.microsoft.com/office/drawing/2014/main" id="{4BA48EDE-0AEB-4F6B-2E77-2DF66E10D7DF}"/>
                </a:ext>
              </a:extLst>
            </p:cNvPr>
            <p:cNvSpPr/>
            <p:nvPr/>
          </p:nvSpPr>
          <p:spPr>
            <a:xfrm>
              <a:off x="4748168" y="2980703"/>
              <a:ext cx="51860" cy="32429"/>
            </a:xfrm>
            <a:custGeom>
              <a:avLst/>
              <a:gdLst/>
              <a:ahLst/>
              <a:cxnLst/>
              <a:rect l="l" t="t" r="r" b="b"/>
              <a:pathLst>
                <a:path w="1588" h="993" extrusionOk="0">
                  <a:moveTo>
                    <a:pt x="502" y="0"/>
                  </a:moveTo>
                  <a:cubicBezTo>
                    <a:pt x="230" y="0"/>
                    <a:pt x="0" y="230"/>
                    <a:pt x="0" y="502"/>
                  </a:cubicBezTo>
                  <a:cubicBezTo>
                    <a:pt x="0" y="773"/>
                    <a:pt x="230" y="993"/>
                    <a:pt x="502" y="993"/>
                  </a:cubicBezTo>
                  <a:lnTo>
                    <a:pt x="1087" y="993"/>
                  </a:lnTo>
                  <a:cubicBezTo>
                    <a:pt x="1358" y="993"/>
                    <a:pt x="1588" y="773"/>
                    <a:pt x="1588" y="502"/>
                  </a:cubicBezTo>
                  <a:cubicBezTo>
                    <a:pt x="1588" y="230"/>
                    <a:pt x="1369" y="0"/>
                    <a:pt x="10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558;p62">
              <a:extLst>
                <a:ext uri="{FF2B5EF4-FFF2-40B4-BE49-F238E27FC236}">
                  <a16:creationId xmlns:a16="http://schemas.microsoft.com/office/drawing/2014/main" id="{83EBED32-6D39-89FD-21AC-0D245E95BB6A}"/>
                </a:ext>
              </a:extLst>
            </p:cNvPr>
            <p:cNvSpPr/>
            <p:nvPr/>
          </p:nvSpPr>
          <p:spPr>
            <a:xfrm>
              <a:off x="4851858" y="2980703"/>
              <a:ext cx="51893" cy="32429"/>
            </a:xfrm>
            <a:custGeom>
              <a:avLst/>
              <a:gdLst/>
              <a:ahLst/>
              <a:cxnLst/>
              <a:rect l="l" t="t" r="r" b="b"/>
              <a:pathLst>
                <a:path w="1589" h="993" extrusionOk="0">
                  <a:moveTo>
                    <a:pt x="502" y="0"/>
                  </a:moveTo>
                  <a:cubicBezTo>
                    <a:pt x="220" y="0"/>
                    <a:pt x="1" y="230"/>
                    <a:pt x="1" y="502"/>
                  </a:cubicBezTo>
                  <a:cubicBezTo>
                    <a:pt x="1" y="773"/>
                    <a:pt x="220" y="993"/>
                    <a:pt x="502" y="993"/>
                  </a:cubicBezTo>
                  <a:lnTo>
                    <a:pt x="1098" y="993"/>
                  </a:lnTo>
                  <a:cubicBezTo>
                    <a:pt x="1369" y="993"/>
                    <a:pt x="1589" y="773"/>
                    <a:pt x="1589" y="502"/>
                  </a:cubicBezTo>
                  <a:cubicBezTo>
                    <a:pt x="1589" y="230"/>
                    <a:pt x="1369" y="0"/>
                    <a:pt x="10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559;p62">
              <a:extLst>
                <a:ext uri="{FF2B5EF4-FFF2-40B4-BE49-F238E27FC236}">
                  <a16:creationId xmlns:a16="http://schemas.microsoft.com/office/drawing/2014/main" id="{6F873DD9-0081-4973-21D7-12C5D34FD4EF}"/>
                </a:ext>
              </a:extLst>
            </p:cNvPr>
            <p:cNvSpPr/>
            <p:nvPr/>
          </p:nvSpPr>
          <p:spPr>
            <a:xfrm>
              <a:off x="4819102" y="2990239"/>
              <a:ext cx="393751" cy="600473"/>
            </a:xfrm>
            <a:custGeom>
              <a:avLst/>
              <a:gdLst/>
              <a:ahLst/>
              <a:cxnLst/>
              <a:rect l="l" t="t" r="r" b="b"/>
              <a:pathLst>
                <a:path w="12057" h="18387" extrusionOk="0">
                  <a:moveTo>
                    <a:pt x="9079" y="1"/>
                  </a:moveTo>
                  <a:cubicBezTo>
                    <a:pt x="7439" y="1"/>
                    <a:pt x="6112" y="1327"/>
                    <a:pt x="6112" y="2978"/>
                  </a:cubicBezTo>
                  <a:lnTo>
                    <a:pt x="6112" y="15420"/>
                  </a:lnTo>
                  <a:cubicBezTo>
                    <a:pt x="6112" y="16830"/>
                    <a:pt x="4963" y="17979"/>
                    <a:pt x="3553" y="17979"/>
                  </a:cubicBezTo>
                  <a:lnTo>
                    <a:pt x="2978" y="17979"/>
                  </a:lnTo>
                  <a:cubicBezTo>
                    <a:pt x="1557" y="17979"/>
                    <a:pt x="419" y="16830"/>
                    <a:pt x="419" y="15420"/>
                  </a:cubicBezTo>
                  <a:lnTo>
                    <a:pt x="419" y="12515"/>
                  </a:lnTo>
                  <a:lnTo>
                    <a:pt x="1" y="12515"/>
                  </a:lnTo>
                  <a:lnTo>
                    <a:pt x="1" y="15420"/>
                  </a:lnTo>
                  <a:cubicBezTo>
                    <a:pt x="1" y="17060"/>
                    <a:pt x="1328" y="18386"/>
                    <a:pt x="2978" y="18386"/>
                  </a:cubicBezTo>
                  <a:lnTo>
                    <a:pt x="3553" y="18386"/>
                  </a:lnTo>
                  <a:cubicBezTo>
                    <a:pt x="5193" y="18386"/>
                    <a:pt x="6519" y="17060"/>
                    <a:pt x="6519" y="15420"/>
                  </a:cubicBezTo>
                  <a:lnTo>
                    <a:pt x="6519" y="2978"/>
                  </a:lnTo>
                  <a:cubicBezTo>
                    <a:pt x="6519" y="1557"/>
                    <a:pt x="7669" y="408"/>
                    <a:pt x="9079" y="408"/>
                  </a:cubicBezTo>
                  <a:cubicBezTo>
                    <a:pt x="10500" y="408"/>
                    <a:pt x="11649" y="1557"/>
                    <a:pt x="11649" y="2978"/>
                  </a:cubicBezTo>
                  <a:lnTo>
                    <a:pt x="11649" y="10395"/>
                  </a:lnTo>
                  <a:lnTo>
                    <a:pt x="12056" y="10395"/>
                  </a:lnTo>
                  <a:lnTo>
                    <a:pt x="12056" y="2978"/>
                  </a:lnTo>
                  <a:cubicBezTo>
                    <a:pt x="12056" y="1327"/>
                    <a:pt x="10729" y="1"/>
                    <a:pt x="90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560;p62">
              <a:extLst>
                <a:ext uri="{FF2B5EF4-FFF2-40B4-BE49-F238E27FC236}">
                  <a16:creationId xmlns:a16="http://schemas.microsoft.com/office/drawing/2014/main" id="{BC0278AB-8A3B-6C6A-5B2C-AAA0B0DC629D}"/>
                </a:ext>
              </a:extLst>
            </p:cNvPr>
            <p:cNvSpPr/>
            <p:nvPr/>
          </p:nvSpPr>
          <p:spPr>
            <a:xfrm>
              <a:off x="5154468" y="3317409"/>
              <a:ext cx="89090" cy="76582"/>
            </a:xfrm>
            <a:custGeom>
              <a:avLst/>
              <a:gdLst/>
              <a:ahLst/>
              <a:cxnLst/>
              <a:rect l="l" t="t" r="r" b="b"/>
              <a:pathLst>
                <a:path w="2728" h="2345" extrusionOk="0">
                  <a:moveTo>
                    <a:pt x="1568" y="1"/>
                  </a:moveTo>
                  <a:cubicBezTo>
                    <a:pt x="523" y="1"/>
                    <a:pt x="1" y="1265"/>
                    <a:pt x="732" y="1996"/>
                  </a:cubicBezTo>
                  <a:cubicBezTo>
                    <a:pt x="972" y="2237"/>
                    <a:pt x="1267" y="2344"/>
                    <a:pt x="1555" y="2344"/>
                  </a:cubicBezTo>
                  <a:cubicBezTo>
                    <a:pt x="2155" y="2344"/>
                    <a:pt x="2727" y="1877"/>
                    <a:pt x="2727" y="1171"/>
                  </a:cubicBezTo>
                  <a:cubicBezTo>
                    <a:pt x="2727" y="523"/>
                    <a:pt x="2205" y="1"/>
                    <a:pt x="15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561;p62">
              <a:extLst>
                <a:ext uri="{FF2B5EF4-FFF2-40B4-BE49-F238E27FC236}">
                  <a16:creationId xmlns:a16="http://schemas.microsoft.com/office/drawing/2014/main" id="{711B57D1-E8F7-915F-3930-443E03999367}"/>
                </a:ext>
              </a:extLst>
            </p:cNvPr>
            <p:cNvSpPr/>
            <p:nvPr/>
          </p:nvSpPr>
          <p:spPr>
            <a:xfrm>
              <a:off x="5172888" y="3331419"/>
              <a:ext cx="56661" cy="48496"/>
            </a:xfrm>
            <a:custGeom>
              <a:avLst/>
              <a:gdLst/>
              <a:ahLst/>
              <a:cxnLst/>
              <a:rect l="l" t="t" r="r" b="b"/>
              <a:pathLst>
                <a:path w="1735" h="1485" extrusionOk="0">
                  <a:moveTo>
                    <a:pt x="1004" y="0"/>
                  </a:moveTo>
                  <a:cubicBezTo>
                    <a:pt x="335" y="0"/>
                    <a:pt x="1" y="804"/>
                    <a:pt x="471" y="1264"/>
                  </a:cubicBezTo>
                  <a:cubicBezTo>
                    <a:pt x="623" y="1416"/>
                    <a:pt x="809" y="1484"/>
                    <a:pt x="991" y="1484"/>
                  </a:cubicBezTo>
                  <a:cubicBezTo>
                    <a:pt x="1372" y="1484"/>
                    <a:pt x="1735" y="1187"/>
                    <a:pt x="1735" y="742"/>
                  </a:cubicBezTo>
                  <a:cubicBezTo>
                    <a:pt x="1735" y="334"/>
                    <a:pt x="1411" y="0"/>
                    <a:pt x="10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562;p62">
              <a:extLst>
                <a:ext uri="{FF2B5EF4-FFF2-40B4-BE49-F238E27FC236}">
                  <a16:creationId xmlns:a16="http://schemas.microsoft.com/office/drawing/2014/main" id="{A5AE6AC7-2C78-5FB7-6B52-384D39D35E22}"/>
                </a:ext>
              </a:extLst>
            </p:cNvPr>
            <p:cNvSpPr/>
            <p:nvPr/>
          </p:nvSpPr>
          <p:spPr>
            <a:xfrm>
              <a:off x="4720507" y="3211302"/>
              <a:ext cx="210869" cy="212241"/>
            </a:xfrm>
            <a:custGeom>
              <a:avLst/>
              <a:gdLst/>
              <a:ahLst/>
              <a:cxnLst/>
              <a:rect l="l" t="t" r="r" b="b"/>
              <a:pathLst>
                <a:path w="6457" h="6499" extrusionOk="0">
                  <a:moveTo>
                    <a:pt x="1" y="1"/>
                  </a:moveTo>
                  <a:lnTo>
                    <a:pt x="252" y="1631"/>
                  </a:lnTo>
                  <a:cubicBezTo>
                    <a:pt x="419" y="2738"/>
                    <a:pt x="1202" y="3668"/>
                    <a:pt x="2268" y="4023"/>
                  </a:cubicBezTo>
                  <a:cubicBezTo>
                    <a:pt x="2602" y="4138"/>
                    <a:pt x="2832" y="4451"/>
                    <a:pt x="2832" y="4806"/>
                  </a:cubicBezTo>
                  <a:lnTo>
                    <a:pt x="2832" y="6499"/>
                  </a:lnTo>
                  <a:lnTo>
                    <a:pt x="3626" y="6499"/>
                  </a:lnTo>
                  <a:lnTo>
                    <a:pt x="3626" y="4806"/>
                  </a:lnTo>
                  <a:cubicBezTo>
                    <a:pt x="3615" y="4451"/>
                    <a:pt x="3845" y="4138"/>
                    <a:pt x="4190" y="4023"/>
                  </a:cubicBezTo>
                  <a:cubicBezTo>
                    <a:pt x="5255" y="3668"/>
                    <a:pt x="6029" y="2738"/>
                    <a:pt x="6196" y="1631"/>
                  </a:cubicBezTo>
                  <a:lnTo>
                    <a:pt x="6457" y="1"/>
                  </a:lnTo>
                  <a:lnTo>
                    <a:pt x="5903" y="1"/>
                  </a:lnTo>
                  <a:lnTo>
                    <a:pt x="5673" y="1484"/>
                  </a:lnTo>
                  <a:cubicBezTo>
                    <a:pt x="5496" y="2707"/>
                    <a:pt x="4462" y="3615"/>
                    <a:pt x="3229" y="3636"/>
                  </a:cubicBezTo>
                  <a:cubicBezTo>
                    <a:pt x="3222" y="3636"/>
                    <a:pt x="3215" y="3636"/>
                    <a:pt x="3208" y="3636"/>
                  </a:cubicBezTo>
                  <a:cubicBezTo>
                    <a:pt x="1995" y="3636"/>
                    <a:pt x="971" y="2741"/>
                    <a:pt x="795" y="1547"/>
                  </a:cubicBezTo>
                  <a:lnTo>
                    <a:pt x="5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07;p34">
            <a:extLst>
              <a:ext uri="{FF2B5EF4-FFF2-40B4-BE49-F238E27FC236}">
                <a16:creationId xmlns:a16="http://schemas.microsoft.com/office/drawing/2014/main" id="{B43DF5D4-0BC3-9FEB-7BC5-A53B00DD2121}"/>
              </a:ext>
            </a:extLst>
          </p:cNvPr>
          <p:cNvSpPr txBox="1">
            <a:spLocks noGrp="1"/>
          </p:cNvSpPr>
          <p:nvPr>
            <p:ph type="title"/>
          </p:nvPr>
        </p:nvSpPr>
        <p:spPr>
          <a:xfrm>
            <a:off x="481663" y="661811"/>
            <a:ext cx="7681436" cy="6948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dirty="0" err="1"/>
              <a:t>Innovazione</a:t>
            </a:r>
            <a:r>
              <a:rPr lang="de-CH" b="1" dirty="0"/>
              <a:t> </a:t>
            </a:r>
            <a:r>
              <a:rPr lang="de-CH" b="1" dirty="0" err="1"/>
              <a:t>medica</a:t>
            </a:r>
            <a:r>
              <a:rPr lang="de-CH" b="1" dirty="0"/>
              <a:t> in </a:t>
            </a:r>
            <a:r>
              <a:rPr lang="de-CH" b="1" dirty="0" err="1"/>
              <a:t>crescita</a:t>
            </a:r>
            <a:r>
              <a:rPr lang="de-CH" b="1" dirty="0"/>
              <a:t> </a:t>
            </a:r>
            <a:r>
              <a:rPr lang="de-CH" b="1" dirty="0" err="1"/>
              <a:t>nell’era</a:t>
            </a:r>
            <a:r>
              <a:rPr lang="de-CH" b="1" dirty="0"/>
              <a:t> </a:t>
            </a:r>
            <a:r>
              <a:rPr lang="de-CH" b="1" dirty="0" err="1"/>
              <a:t>dell’AI</a:t>
            </a:r>
            <a:endParaRPr b="1" dirty="0"/>
          </a:p>
        </p:txBody>
      </p:sp>
    </p:spTree>
    <p:extLst>
      <p:ext uri="{BB962C8B-B14F-4D97-AF65-F5344CB8AC3E}">
        <p14:creationId xmlns:p14="http://schemas.microsoft.com/office/powerpoint/2010/main" val="740806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43">
          <a:extLst>
            <a:ext uri="{FF2B5EF4-FFF2-40B4-BE49-F238E27FC236}">
              <a16:creationId xmlns:a16="http://schemas.microsoft.com/office/drawing/2014/main" id="{03A117E6-CF5E-F9E2-E151-7548065DDCE5}"/>
            </a:ext>
          </a:extLst>
        </p:cNvPr>
        <p:cNvGrpSpPr/>
        <p:nvPr/>
      </p:nvGrpSpPr>
      <p:grpSpPr>
        <a:xfrm>
          <a:off x="0" y="0"/>
          <a:ext cx="0" cy="0"/>
          <a:chOff x="0" y="0"/>
          <a:chExt cx="0" cy="0"/>
        </a:xfrm>
      </p:grpSpPr>
      <p:grpSp>
        <p:nvGrpSpPr>
          <p:cNvPr id="2050" name="Google Shape;2050;p55">
            <a:extLst>
              <a:ext uri="{FF2B5EF4-FFF2-40B4-BE49-F238E27FC236}">
                <a16:creationId xmlns:a16="http://schemas.microsoft.com/office/drawing/2014/main" id="{37A659CA-D929-D804-A0CC-4EABCDD04329}"/>
              </a:ext>
            </a:extLst>
          </p:cNvPr>
          <p:cNvGrpSpPr/>
          <p:nvPr/>
        </p:nvGrpSpPr>
        <p:grpSpPr>
          <a:xfrm>
            <a:off x="1455525" y="892200"/>
            <a:ext cx="6213900" cy="3359100"/>
            <a:chOff x="1465050" y="946225"/>
            <a:chExt cx="6213900" cy="3359100"/>
          </a:xfrm>
        </p:grpSpPr>
        <p:sp>
          <p:nvSpPr>
            <p:cNvPr id="2051" name="Google Shape;2051;p55">
              <a:extLst>
                <a:ext uri="{FF2B5EF4-FFF2-40B4-BE49-F238E27FC236}">
                  <a16:creationId xmlns:a16="http://schemas.microsoft.com/office/drawing/2014/main" id="{C5EB8BB3-2290-39A2-72B5-82E1CCF19857}"/>
                </a:ext>
              </a:extLst>
            </p:cNvPr>
            <p:cNvSpPr/>
            <p:nvPr/>
          </p:nvSpPr>
          <p:spPr>
            <a:xfrm flipH="1">
              <a:off x="1465050" y="946225"/>
              <a:ext cx="6213900" cy="3359100"/>
            </a:xfrm>
            <a:prstGeom prst="roundRect">
              <a:avLst>
                <a:gd name="adj" fmla="val 4601"/>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55">
              <a:extLst>
                <a:ext uri="{FF2B5EF4-FFF2-40B4-BE49-F238E27FC236}">
                  <a16:creationId xmlns:a16="http://schemas.microsoft.com/office/drawing/2014/main" id="{0691639B-00C1-5C21-C2F9-86C0D8B519F2}"/>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55">
              <a:extLst>
                <a:ext uri="{FF2B5EF4-FFF2-40B4-BE49-F238E27FC236}">
                  <a16:creationId xmlns:a16="http://schemas.microsoft.com/office/drawing/2014/main" id="{069E7882-832F-5C1A-329C-901209AA6B6C}"/>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55">
              <a:extLst>
                <a:ext uri="{FF2B5EF4-FFF2-40B4-BE49-F238E27FC236}">
                  <a16:creationId xmlns:a16="http://schemas.microsoft.com/office/drawing/2014/main" id="{30F21CE8-12E8-0ED9-5979-AB0684E15494}"/>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55">
              <a:extLst>
                <a:ext uri="{FF2B5EF4-FFF2-40B4-BE49-F238E27FC236}">
                  <a16:creationId xmlns:a16="http://schemas.microsoft.com/office/drawing/2014/main" id="{5A30682A-62A8-2C01-E25E-12E72F88DD28}"/>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6" name="Google Shape;2056;p55">
            <a:extLst>
              <a:ext uri="{FF2B5EF4-FFF2-40B4-BE49-F238E27FC236}">
                <a16:creationId xmlns:a16="http://schemas.microsoft.com/office/drawing/2014/main" id="{15B73938-151D-44CC-A270-19CD32390C70}"/>
              </a:ext>
            </a:extLst>
          </p:cNvPr>
          <p:cNvGrpSpPr/>
          <p:nvPr/>
        </p:nvGrpSpPr>
        <p:grpSpPr>
          <a:xfrm>
            <a:off x="1646025" y="1179875"/>
            <a:ext cx="6213900" cy="3359100"/>
            <a:chOff x="1465050" y="946225"/>
            <a:chExt cx="6213900" cy="3359100"/>
          </a:xfrm>
        </p:grpSpPr>
        <p:sp>
          <p:nvSpPr>
            <p:cNvPr id="2057" name="Google Shape;2057;p55">
              <a:extLst>
                <a:ext uri="{FF2B5EF4-FFF2-40B4-BE49-F238E27FC236}">
                  <a16:creationId xmlns:a16="http://schemas.microsoft.com/office/drawing/2014/main" id="{CB13467A-B433-4F06-BFD8-3F488F5EB7AB}"/>
                </a:ext>
              </a:extLst>
            </p:cNvPr>
            <p:cNvSpPr/>
            <p:nvPr/>
          </p:nvSpPr>
          <p:spPr>
            <a:xfrm flipH="1">
              <a:off x="1465050" y="946225"/>
              <a:ext cx="6213900" cy="3359100"/>
            </a:xfrm>
            <a:prstGeom prst="roundRect">
              <a:avLst>
                <a:gd name="adj" fmla="val 4601"/>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55">
              <a:extLst>
                <a:ext uri="{FF2B5EF4-FFF2-40B4-BE49-F238E27FC236}">
                  <a16:creationId xmlns:a16="http://schemas.microsoft.com/office/drawing/2014/main" id="{0D421877-B21F-85B1-E5CD-796330509458}"/>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55">
              <a:extLst>
                <a:ext uri="{FF2B5EF4-FFF2-40B4-BE49-F238E27FC236}">
                  <a16:creationId xmlns:a16="http://schemas.microsoft.com/office/drawing/2014/main" id="{F8C1C0D9-5FB4-7393-5CD7-3E61580CBFA8}"/>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55">
              <a:extLst>
                <a:ext uri="{FF2B5EF4-FFF2-40B4-BE49-F238E27FC236}">
                  <a16:creationId xmlns:a16="http://schemas.microsoft.com/office/drawing/2014/main" id="{EE407304-F166-0EB0-FAE4-5E9F16CEAF6E}"/>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55">
              <a:extLst>
                <a:ext uri="{FF2B5EF4-FFF2-40B4-BE49-F238E27FC236}">
                  <a16:creationId xmlns:a16="http://schemas.microsoft.com/office/drawing/2014/main" id="{53597F59-2FA5-9D8B-6048-5A1DD8FA8F90}"/>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2" name="Google Shape;2062;p55">
            <a:extLst>
              <a:ext uri="{FF2B5EF4-FFF2-40B4-BE49-F238E27FC236}">
                <a16:creationId xmlns:a16="http://schemas.microsoft.com/office/drawing/2014/main" id="{C5601807-F006-3915-0B74-DF4DE26424D9}"/>
              </a:ext>
            </a:extLst>
          </p:cNvPr>
          <p:cNvSpPr txBox="1">
            <a:spLocks noGrp="1"/>
          </p:cNvSpPr>
          <p:nvPr>
            <p:ph type="title"/>
          </p:nvPr>
        </p:nvSpPr>
        <p:spPr>
          <a:xfrm>
            <a:off x="2130564" y="2097350"/>
            <a:ext cx="5719835" cy="11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2">
                    <a:lumMod val="90000"/>
                  </a:schemeClr>
                </a:solidFill>
                <a:latin typeface="Palatino" pitchFamily="2" charset="77"/>
                <a:ea typeface="Palatino" pitchFamily="2" charset="77"/>
                <a:cs typeface="Mishafi" pitchFamily="2" charset="-78"/>
              </a:rPr>
              <a:t>02</a:t>
            </a:r>
            <a:endParaRPr dirty="0">
              <a:solidFill>
                <a:schemeClr val="accent2">
                  <a:lumMod val="90000"/>
                </a:schemeClr>
              </a:solidFill>
              <a:latin typeface="Palatino" pitchFamily="2" charset="77"/>
              <a:ea typeface="Palatino" pitchFamily="2" charset="77"/>
              <a:cs typeface="Mishafi" pitchFamily="2" charset="-78"/>
            </a:endParaRPr>
          </a:p>
        </p:txBody>
      </p:sp>
      <p:sp>
        <p:nvSpPr>
          <p:cNvPr id="2063" name="Google Shape;2063;p55">
            <a:extLst>
              <a:ext uri="{FF2B5EF4-FFF2-40B4-BE49-F238E27FC236}">
                <a16:creationId xmlns:a16="http://schemas.microsoft.com/office/drawing/2014/main" id="{1C9579C6-C50B-8627-A81F-A694B316B2B4}"/>
              </a:ext>
            </a:extLst>
          </p:cNvPr>
          <p:cNvSpPr txBox="1">
            <a:spLocks noGrp="1"/>
          </p:cNvSpPr>
          <p:nvPr>
            <p:ph type="subTitle" idx="1"/>
          </p:nvPr>
        </p:nvSpPr>
        <p:spPr>
          <a:xfrm>
            <a:off x="2034075" y="3223850"/>
            <a:ext cx="5463900" cy="38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2800" b="1" dirty="0" err="1">
                <a:solidFill>
                  <a:schemeClr val="dk1"/>
                </a:solidFill>
                <a:latin typeface="Alata"/>
                <a:cs typeface="Alata"/>
                <a:sym typeface="Alata"/>
              </a:rPr>
              <a:t>Sviluppo</a:t>
            </a:r>
            <a:r>
              <a:rPr lang="de-CH" sz="2400" b="1" dirty="0">
                <a:solidFill>
                  <a:schemeClr val="accent1">
                    <a:lumMod val="50000"/>
                  </a:schemeClr>
                </a:solidFill>
              </a:rPr>
              <a:t> </a:t>
            </a:r>
            <a:r>
              <a:rPr lang="de-CH" sz="2800" b="1" dirty="0">
                <a:solidFill>
                  <a:schemeClr val="dk1"/>
                </a:solidFill>
                <a:latin typeface="Alata"/>
                <a:cs typeface="Alata"/>
              </a:rPr>
              <a:t>della </a:t>
            </a:r>
            <a:r>
              <a:rPr lang="de-CH" sz="2800" b="1" dirty="0" err="1">
                <a:solidFill>
                  <a:schemeClr val="dk1"/>
                </a:solidFill>
                <a:latin typeface="Alata"/>
                <a:cs typeface="Alata"/>
              </a:rPr>
              <a:t>sanità</a:t>
            </a:r>
            <a:r>
              <a:rPr lang="de-CH" sz="2800" b="1" dirty="0">
                <a:solidFill>
                  <a:schemeClr val="dk1"/>
                </a:solidFill>
                <a:latin typeface="Alata"/>
                <a:cs typeface="Alata"/>
              </a:rPr>
              <a:t> </a:t>
            </a:r>
            <a:r>
              <a:rPr lang="de-CH" sz="2800" b="1" dirty="0" err="1">
                <a:solidFill>
                  <a:schemeClr val="dk1"/>
                </a:solidFill>
                <a:latin typeface="Alata"/>
                <a:cs typeface="Alata"/>
              </a:rPr>
              <a:t>nel</a:t>
            </a:r>
            <a:r>
              <a:rPr lang="de-CH" sz="2800" b="1" dirty="0">
                <a:solidFill>
                  <a:schemeClr val="dk1"/>
                </a:solidFill>
                <a:latin typeface="Alata"/>
                <a:cs typeface="Alata"/>
              </a:rPr>
              <a:t> </a:t>
            </a:r>
            <a:r>
              <a:rPr lang="de-CH" sz="2800" b="1" dirty="0" err="1">
                <a:solidFill>
                  <a:schemeClr val="dk1"/>
                </a:solidFill>
                <a:latin typeface="Alata"/>
                <a:cs typeface="Alata"/>
              </a:rPr>
              <a:t>mondo</a:t>
            </a:r>
            <a:endParaRPr sz="2800" b="1" dirty="0">
              <a:solidFill>
                <a:schemeClr val="dk1"/>
              </a:solidFill>
              <a:latin typeface="Alata"/>
              <a:cs typeface="Alata"/>
            </a:endParaRPr>
          </a:p>
        </p:txBody>
      </p:sp>
    </p:spTree>
    <p:extLst>
      <p:ext uri="{BB962C8B-B14F-4D97-AF65-F5344CB8AC3E}">
        <p14:creationId xmlns:p14="http://schemas.microsoft.com/office/powerpoint/2010/main" val="4282371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B17E8BFF-2CE3-EF27-FCC1-898EF9530574}"/>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D2EE031E-E345-03A3-B23C-8769B694AD92}"/>
              </a:ext>
            </a:extLst>
          </p:cNvPr>
          <p:cNvSpPr>
            <a:spLocks noGrp="1"/>
          </p:cNvSpPr>
          <p:nvPr>
            <p:ph type="title"/>
          </p:nvPr>
        </p:nvSpPr>
        <p:spPr>
          <a:xfrm>
            <a:off x="573580" y="589920"/>
            <a:ext cx="7715400" cy="468000"/>
          </a:xfrm>
        </p:spPr>
        <p:txBody>
          <a:bodyPr/>
          <a:lstStyle/>
          <a:p>
            <a:r>
              <a:rPr lang="de-CH" b="1" dirty="0">
                <a:solidFill>
                  <a:srgbClr val="5E288A"/>
                </a:solidFill>
              </a:rPr>
              <a:t>Uno </a:t>
            </a:r>
            <a:r>
              <a:rPr lang="de-CH" b="1" dirty="0" err="1">
                <a:solidFill>
                  <a:srgbClr val="5E288A"/>
                </a:solidFill>
              </a:rPr>
              <a:t>sguardo</a:t>
            </a:r>
            <a:r>
              <a:rPr lang="de-CH" b="1" dirty="0">
                <a:solidFill>
                  <a:srgbClr val="5E288A"/>
                </a:solidFill>
              </a:rPr>
              <a:t> globale </a:t>
            </a:r>
            <a:r>
              <a:rPr lang="de-CH" b="1" dirty="0" err="1">
                <a:solidFill>
                  <a:srgbClr val="5E288A"/>
                </a:solidFill>
              </a:rPr>
              <a:t>sulla</a:t>
            </a:r>
            <a:r>
              <a:rPr lang="de-CH" b="1" dirty="0">
                <a:solidFill>
                  <a:srgbClr val="5E288A"/>
                </a:solidFill>
              </a:rPr>
              <a:t> </a:t>
            </a:r>
            <a:r>
              <a:rPr lang="de-CH" b="1" dirty="0" err="1">
                <a:solidFill>
                  <a:srgbClr val="5E288A"/>
                </a:solidFill>
              </a:rPr>
              <a:t>sanità</a:t>
            </a:r>
            <a:endParaRPr lang="it-IT" b="1" dirty="0">
              <a:solidFill>
                <a:srgbClr val="5E288A"/>
              </a:solidFill>
            </a:endParaRPr>
          </a:p>
        </p:txBody>
      </p:sp>
      <p:pic>
        <p:nvPicPr>
          <p:cNvPr id="2" name="Immagine 1">
            <a:extLst>
              <a:ext uri="{FF2B5EF4-FFF2-40B4-BE49-F238E27FC236}">
                <a16:creationId xmlns:a16="http://schemas.microsoft.com/office/drawing/2014/main" id="{83FA7005-02B6-99C5-9F46-257D5215219C}"/>
              </a:ext>
            </a:extLst>
          </p:cNvPr>
          <p:cNvPicPr>
            <a:picLocks noChangeAspect="1"/>
          </p:cNvPicPr>
          <p:nvPr/>
        </p:nvPicPr>
        <p:blipFill>
          <a:blip r:embed="rId3"/>
          <a:stretch>
            <a:fillRect/>
          </a:stretch>
        </p:blipFill>
        <p:spPr>
          <a:xfrm>
            <a:off x="4110529" y="1462080"/>
            <a:ext cx="4813300" cy="2857500"/>
          </a:xfrm>
          <a:prstGeom prst="rect">
            <a:avLst/>
          </a:prstGeom>
        </p:spPr>
      </p:pic>
      <p:sp>
        <p:nvSpPr>
          <p:cNvPr id="4" name="CasellaDiTesto 3">
            <a:extLst>
              <a:ext uri="{FF2B5EF4-FFF2-40B4-BE49-F238E27FC236}">
                <a16:creationId xmlns:a16="http://schemas.microsoft.com/office/drawing/2014/main" id="{59C833A8-9980-983F-4015-7F85241FC098}"/>
              </a:ext>
            </a:extLst>
          </p:cNvPr>
          <p:cNvSpPr txBox="1"/>
          <p:nvPr/>
        </p:nvSpPr>
        <p:spPr>
          <a:xfrm>
            <a:off x="573580" y="1426480"/>
            <a:ext cx="2909453" cy="2893100"/>
          </a:xfrm>
          <a:prstGeom prst="rect">
            <a:avLst/>
          </a:prstGeom>
          <a:noFill/>
        </p:spPr>
        <p:txBody>
          <a:bodyPr wrap="square" rtlCol="0">
            <a:spAutoFit/>
          </a:bodyPr>
          <a:lstStyle/>
          <a:p>
            <a:r>
              <a:rPr lang="it-IT" dirty="0">
                <a:solidFill>
                  <a:srgbClr val="50525A"/>
                </a:solidFill>
                <a:latin typeface="Arial" panose="020B0604020202020204" pitchFamily="34" charset="0"/>
              </a:rPr>
              <a:t>Lo sviluppo del settore sanitario (e della ricerca che lo alimenta) non è uniforme a livello globale.</a:t>
            </a:r>
          </a:p>
          <a:p>
            <a:r>
              <a:rPr lang="it-IT" dirty="0">
                <a:solidFill>
                  <a:srgbClr val="50525A"/>
                </a:solidFill>
                <a:latin typeface="Arial" panose="020B0604020202020204" pitchFamily="34" charset="0"/>
              </a:rPr>
              <a:t> </a:t>
            </a:r>
          </a:p>
          <a:p>
            <a:endParaRPr lang="it-IT" dirty="0">
              <a:solidFill>
                <a:srgbClr val="50525A"/>
              </a:solidFill>
              <a:latin typeface="Arial" panose="020B0604020202020204" pitchFamily="34" charset="0"/>
            </a:endParaRPr>
          </a:p>
          <a:p>
            <a:r>
              <a:rPr lang="it-IT" dirty="0">
                <a:solidFill>
                  <a:srgbClr val="50525A"/>
                </a:solidFill>
                <a:latin typeface="Arial" panose="020B0604020202020204" pitchFamily="34" charset="0"/>
              </a:rPr>
              <a:t>Esistono Paesi trainanti tra i quali Stati Uniti d’America, Canada, Europa Occidentale e Australia, dove convergono finanziamenti, centri di ricerca, ospedali d’eccellenza e partnership con l’industria, generando più ricerca e pubblicazioni.</a:t>
            </a:r>
          </a:p>
        </p:txBody>
      </p:sp>
    </p:spTree>
    <p:extLst>
      <p:ext uri="{BB962C8B-B14F-4D97-AF65-F5344CB8AC3E}">
        <p14:creationId xmlns:p14="http://schemas.microsoft.com/office/powerpoint/2010/main" val="186861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43">
          <a:extLst>
            <a:ext uri="{FF2B5EF4-FFF2-40B4-BE49-F238E27FC236}">
              <a16:creationId xmlns:a16="http://schemas.microsoft.com/office/drawing/2014/main" id="{B6B5361B-6220-F26D-392E-1D4A6165083E}"/>
            </a:ext>
          </a:extLst>
        </p:cNvPr>
        <p:cNvGrpSpPr/>
        <p:nvPr/>
      </p:nvGrpSpPr>
      <p:grpSpPr>
        <a:xfrm>
          <a:off x="0" y="0"/>
          <a:ext cx="0" cy="0"/>
          <a:chOff x="0" y="0"/>
          <a:chExt cx="0" cy="0"/>
        </a:xfrm>
      </p:grpSpPr>
      <p:grpSp>
        <p:nvGrpSpPr>
          <p:cNvPr id="2050" name="Google Shape;2050;p55">
            <a:extLst>
              <a:ext uri="{FF2B5EF4-FFF2-40B4-BE49-F238E27FC236}">
                <a16:creationId xmlns:a16="http://schemas.microsoft.com/office/drawing/2014/main" id="{4B1D583A-1BFC-6DA7-50E7-7F53E139CB48}"/>
              </a:ext>
            </a:extLst>
          </p:cNvPr>
          <p:cNvGrpSpPr/>
          <p:nvPr/>
        </p:nvGrpSpPr>
        <p:grpSpPr>
          <a:xfrm>
            <a:off x="1455525" y="892200"/>
            <a:ext cx="6213900" cy="3359100"/>
            <a:chOff x="1465050" y="946225"/>
            <a:chExt cx="6213900" cy="3359100"/>
          </a:xfrm>
        </p:grpSpPr>
        <p:sp>
          <p:nvSpPr>
            <p:cNvPr id="2051" name="Google Shape;2051;p55">
              <a:extLst>
                <a:ext uri="{FF2B5EF4-FFF2-40B4-BE49-F238E27FC236}">
                  <a16:creationId xmlns:a16="http://schemas.microsoft.com/office/drawing/2014/main" id="{B085E5E7-BD72-5B6B-E12C-903289746C09}"/>
                </a:ext>
              </a:extLst>
            </p:cNvPr>
            <p:cNvSpPr/>
            <p:nvPr/>
          </p:nvSpPr>
          <p:spPr>
            <a:xfrm flipH="1">
              <a:off x="1465050" y="946225"/>
              <a:ext cx="6213900" cy="3359100"/>
            </a:xfrm>
            <a:prstGeom prst="roundRect">
              <a:avLst>
                <a:gd name="adj" fmla="val 4601"/>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55">
              <a:extLst>
                <a:ext uri="{FF2B5EF4-FFF2-40B4-BE49-F238E27FC236}">
                  <a16:creationId xmlns:a16="http://schemas.microsoft.com/office/drawing/2014/main" id="{8D6A2EF9-7EB9-4AA4-636A-DC72B9B4CD78}"/>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55">
              <a:extLst>
                <a:ext uri="{FF2B5EF4-FFF2-40B4-BE49-F238E27FC236}">
                  <a16:creationId xmlns:a16="http://schemas.microsoft.com/office/drawing/2014/main" id="{23454898-4E2B-4E81-A1B0-96B53648F93B}"/>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55">
              <a:extLst>
                <a:ext uri="{FF2B5EF4-FFF2-40B4-BE49-F238E27FC236}">
                  <a16:creationId xmlns:a16="http://schemas.microsoft.com/office/drawing/2014/main" id="{01C8E060-B2E6-344B-8039-CD895AD0BEA9}"/>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55">
              <a:extLst>
                <a:ext uri="{FF2B5EF4-FFF2-40B4-BE49-F238E27FC236}">
                  <a16:creationId xmlns:a16="http://schemas.microsoft.com/office/drawing/2014/main" id="{F9B25ECA-3647-54D2-59A9-EBB97B27BBB8}"/>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6" name="Google Shape;2056;p55">
            <a:extLst>
              <a:ext uri="{FF2B5EF4-FFF2-40B4-BE49-F238E27FC236}">
                <a16:creationId xmlns:a16="http://schemas.microsoft.com/office/drawing/2014/main" id="{45DBDB49-1E0D-F085-24A4-6534266CF5E6}"/>
              </a:ext>
            </a:extLst>
          </p:cNvPr>
          <p:cNvGrpSpPr/>
          <p:nvPr/>
        </p:nvGrpSpPr>
        <p:grpSpPr>
          <a:xfrm>
            <a:off x="1646025" y="1179875"/>
            <a:ext cx="6213900" cy="3359100"/>
            <a:chOff x="1465050" y="946225"/>
            <a:chExt cx="6213900" cy="3359100"/>
          </a:xfrm>
        </p:grpSpPr>
        <p:sp>
          <p:nvSpPr>
            <p:cNvPr id="2057" name="Google Shape;2057;p55">
              <a:extLst>
                <a:ext uri="{FF2B5EF4-FFF2-40B4-BE49-F238E27FC236}">
                  <a16:creationId xmlns:a16="http://schemas.microsoft.com/office/drawing/2014/main" id="{C5F6C8C3-4A1F-64E5-2894-F40A695A80D4}"/>
                </a:ext>
              </a:extLst>
            </p:cNvPr>
            <p:cNvSpPr/>
            <p:nvPr/>
          </p:nvSpPr>
          <p:spPr>
            <a:xfrm flipH="1">
              <a:off x="1465050" y="946225"/>
              <a:ext cx="6213900" cy="3359100"/>
            </a:xfrm>
            <a:prstGeom prst="roundRect">
              <a:avLst>
                <a:gd name="adj" fmla="val 4601"/>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55">
              <a:extLst>
                <a:ext uri="{FF2B5EF4-FFF2-40B4-BE49-F238E27FC236}">
                  <a16:creationId xmlns:a16="http://schemas.microsoft.com/office/drawing/2014/main" id="{CA48C32E-22E9-96CF-253E-82CD1AE75D86}"/>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55">
              <a:extLst>
                <a:ext uri="{FF2B5EF4-FFF2-40B4-BE49-F238E27FC236}">
                  <a16:creationId xmlns:a16="http://schemas.microsoft.com/office/drawing/2014/main" id="{B020FB24-0F8F-3D1C-7A36-7CEC65304BE6}"/>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55">
              <a:extLst>
                <a:ext uri="{FF2B5EF4-FFF2-40B4-BE49-F238E27FC236}">
                  <a16:creationId xmlns:a16="http://schemas.microsoft.com/office/drawing/2014/main" id="{1A174D8B-5F0A-AAF7-3D11-CA231BE98CB0}"/>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55">
              <a:extLst>
                <a:ext uri="{FF2B5EF4-FFF2-40B4-BE49-F238E27FC236}">
                  <a16:creationId xmlns:a16="http://schemas.microsoft.com/office/drawing/2014/main" id="{71E6C8B7-0BCC-C432-F5C1-BF94CC774369}"/>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2" name="Google Shape;2062;p55">
            <a:extLst>
              <a:ext uri="{FF2B5EF4-FFF2-40B4-BE49-F238E27FC236}">
                <a16:creationId xmlns:a16="http://schemas.microsoft.com/office/drawing/2014/main" id="{328350E6-11A8-DE9A-6891-3CFB4F73820B}"/>
              </a:ext>
            </a:extLst>
          </p:cNvPr>
          <p:cNvSpPr txBox="1">
            <a:spLocks noGrp="1"/>
          </p:cNvSpPr>
          <p:nvPr>
            <p:ph type="title"/>
          </p:nvPr>
        </p:nvSpPr>
        <p:spPr>
          <a:xfrm>
            <a:off x="2130564" y="2097350"/>
            <a:ext cx="5719835" cy="11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2">
                    <a:lumMod val="90000"/>
                  </a:schemeClr>
                </a:solidFill>
                <a:latin typeface="Palatino" pitchFamily="2" charset="77"/>
                <a:ea typeface="Palatino" pitchFamily="2" charset="77"/>
                <a:cs typeface="Mishafi" pitchFamily="2" charset="-78"/>
              </a:rPr>
              <a:t>03</a:t>
            </a:r>
            <a:endParaRPr dirty="0">
              <a:solidFill>
                <a:schemeClr val="accent2">
                  <a:lumMod val="90000"/>
                </a:schemeClr>
              </a:solidFill>
              <a:latin typeface="Palatino" pitchFamily="2" charset="77"/>
              <a:ea typeface="Palatino" pitchFamily="2" charset="77"/>
              <a:cs typeface="Mishafi" pitchFamily="2" charset="-78"/>
            </a:endParaRPr>
          </a:p>
        </p:txBody>
      </p:sp>
      <p:sp>
        <p:nvSpPr>
          <p:cNvPr id="2063" name="Google Shape;2063;p55">
            <a:extLst>
              <a:ext uri="{FF2B5EF4-FFF2-40B4-BE49-F238E27FC236}">
                <a16:creationId xmlns:a16="http://schemas.microsoft.com/office/drawing/2014/main" id="{CF227CB3-9410-CA1F-944D-F7BED19F63A6}"/>
              </a:ext>
            </a:extLst>
          </p:cNvPr>
          <p:cNvSpPr txBox="1">
            <a:spLocks noGrp="1"/>
          </p:cNvSpPr>
          <p:nvPr>
            <p:ph type="subTitle" idx="1"/>
          </p:nvPr>
        </p:nvSpPr>
        <p:spPr>
          <a:xfrm>
            <a:off x="2143125" y="3223849"/>
            <a:ext cx="5219700" cy="9174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2800" b="1" dirty="0">
                <a:solidFill>
                  <a:schemeClr val="dk1"/>
                </a:solidFill>
                <a:latin typeface="Alata"/>
                <a:cs typeface="Alata"/>
              </a:rPr>
              <a:t>AI in </a:t>
            </a:r>
            <a:r>
              <a:rPr lang="de-CH" sz="2800" b="1" dirty="0" err="1">
                <a:solidFill>
                  <a:schemeClr val="dk1"/>
                </a:solidFill>
                <a:latin typeface="Alata"/>
                <a:cs typeface="Alata"/>
              </a:rPr>
              <a:t>ospedali</a:t>
            </a:r>
            <a:endParaRPr sz="2800" b="1" dirty="0">
              <a:solidFill>
                <a:schemeClr val="dk1"/>
              </a:solidFill>
              <a:latin typeface="Alata"/>
              <a:cs typeface="Alata"/>
            </a:endParaRPr>
          </a:p>
        </p:txBody>
      </p:sp>
    </p:spTree>
    <p:extLst>
      <p:ext uri="{BB962C8B-B14F-4D97-AF65-F5344CB8AC3E}">
        <p14:creationId xmlns:p14="http://schemas.microsoft.com/office/powerpoint/2010/main" val="3427506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7FFB34FE-F682-64A2-806E-ABA0CD1AD5B9}"/>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10CF66DE-C62F-D612-F641-0F24C9EDDD70}"/>
              </a:ext>
            </a:extLst>
          </p:cNvPr>
          <p:cNvSpPr>
            <a:spLocks noGrp="1"/>
          </p:cNvSpPr>
          <p:nvPr>
            <p:ph type="title"/>
          </p:nvPr>
        </p:nvSpPr>
        <p:spPr/>
        <p:txBody>
          <a:bodyPr/>
          <a:lstStyle/>
          <a:p>
            <a:r>
              <a:rPr lang="de-CH" b="1" dirty="0">
                <a:solidFill>
                  <a:srgbClr val="5E288A"/>
                </a:solidFill>
              </a:rPr>
              <a:t>Imaging </a:t>
            </a:r>
            <a:r>
              <a:rPr lang="de-CH" b="1" dirty="0" err="1">
                <a:solidFill>
                  <a:srgbClr val="5E288A"/>
                </a:solidFill>
              </a:rPr>
              <a:t>e</a:t>
            </a:r>
            <a:r>
              <a:rPr lang="de-CH" b="1" dirty="0">
                <a:solidFill>
                  <a:srgbClr val="5E288A"/>
                </a:solidFill>
              </a:rPr>
              <a:t> </a:t>
            </a:r>
            <a:r>
              <a:rPr lang="de-CH" b="1" dirty="0" err="1">
                <a:solidFill>
                  <a:srgbClr val="5E288A"/>
                </a:solidFill>
              </a:rPr>
              <a:t>segnali</a:t>
            </a:r>
            <a:r>
              <a:rPr lang="de-CH" b="1" dirty="0">
                <a:solidFill>
                  <a:srgbClr val="5E288A"/>
                </a:solidFill>
              </a:rPr>
              <a:t>: il </a:t>
            </a:r>
            <a:r>
              <a:rPr lang="de-CH" b="1" dirty="0" err="1">
                <a:solidFill>
                  <a:srgbClr val="5E288A"/>
                </a:solidFill>
              </a:rPr>
              <a:t>core</a:t>
            </a:r>
            <a:r>
              <a:rPr lang="de-CH" b="1" dirty="0">
                <a:solidFill>
                  <a:srgbClr val="5E288A"/>
                </a:solidFill>
              </a:rPr>
              <a:t> </a:t>
            </a:r>
            <a:r>
              <a:rPr lang="de-CH" b="1" dirty="0" err="1">
                <a:solidFill>
                  <a:srgbClr val="5E288A"/>
                </a:solidFill>
              </a:rPr>
              <a:t>dell’AI</a:t>
            </a:r>
            <a:r>
              <a:rPr lang="de-CH" b="1" dirty="0">
                <a:solidFill>
                  <a:srgbClr val="5E288A"/>
                </a:solidFill>
              </a:rPr>
              <a:t> </a:t>
            </a:r>
            <a:r>
              <a:rPr lang="de-CH" b="1" dirty="0" err="1">
                <a:solidFill>
                  <a:srgbClr val="5E288A"/>
                </a:solidFill>
              </a:rPr>
              <a:t>diagnostica</a:t>
            </a:r>
            <a:endParaRPr lang="it-IT" b="1" dirty="0">
              <a:solidFill>
                <a:srgbClr val="5E288A"/>
              </a:solidFill>
            </a:endParaRPr>
          </a:p>
        </p:txBody>
      </p:sp>
      <p:pic>
        <p:nvPicPr>
          <p:cNvPr id="2" name="Immagine 1">
            <a:extLst>
              <a:ext uri="{FF2B5EF4-FFF2-40B4-BE49-F238E27FC236}">
                <a16:creationId xmlns:a16="http://schemas.microsoft.com/office/drawing/2014/main" id="{22892137-D234-DF56-61C0-55CFD7FDA6B0}"/>
              </a:ext>
            </a:extLst>
          </p:cNvPr>
          <p:cNvPicPr>
            <a:picLocks noChangeAspect="1"/>
          </p:cNvPicPr>
          <p:nvPr/>
        </p:nvPicPr>
        <p:blipFill>
          <a:blip r:embed="rId3"/>
          <a:stretch>
            <a:fillRect/>
          </a:stretch>
        </p:blipFill>
        <p:spPr>
          <a:xfrm>
            <a:off x="432262" y="1211155"/>
            <a:ext cx="4705800" cy="3515749"/>
          </a:xfrm>
          <a:prstGeom prst="rect">
            <a:avLst/>
          </a:prstGeom>
        </p:spPr>
      </p:pic>
      <p:sp>
        <p:nvSpPr>
          <p:cNvPr id="4" name="CasellaDiTesto 3">
            <a:extLst>
              <a:ext uri="{FF2B5EF4-FFF2-40B4-BE49-F238E27FC236}">
                <a16:creationId xmlns:a16="http://schemas.microsoft.com/office/drawing/2014/main" id="{3CA96B6B-C6C5-A19A-58C8-A7411DE4E9CB}"/>
              </a:ext>
            </a:extLst>
          </p:cNvPr>
          <p:cNvSpPr txBox="1"/>
          <p:nvPr/>
        </p:nvSpPr>
        <p:spPr>
          <a:xfrm>
            <a:off x="5569528" y="1368591"/>
            <a:ext cx="3458094" cy="1600438"/>
          </a:xfrm>
          <a:prstGeom prst="rect">
            <a:avLst/>
          </a:prstGeom>
          <a:noFill/>
        </p:spPr>
        <p:txBody>
          <a:bodyPr wrap="square" rtlCol="0">
            <a:spAutoFit/>
          </a:bodyPr>
          <a:lstStyle/>
          <a:p>
            <a:r>
              <a:rPr lang="it-IT" dirty="0">
                <a:solidFill>
                  <a:srgbClr val="50525A"/>
                </a:solidFill>
              </a:rPr>
              <a:t>Il campo nel quale si sono fatti più progressi in termini di utilizzo dell’intelligenza artificiale è quello diagnostico, in particolare in ambito radiologico (immagini), cardiologico e neurologico (segnali e imaging).</a:t>
            </a:r>
          </a:p>
        </p:txBody>
      </p:sp>
      <p:sp>
        <p:nvSpPr>
          <p:cNvPr id="5" name="Google Shape;7298;p73">
            <a:extLst>
              <a:ext uri="{FF2B5EF4-FFF2-40B4-BE49-F238E27FC236}">
                <a16:creationId xmlns:a16="http://schemas.microsoft.com/office/drawing/2014/main" id="{4ADD8A1E-779F-7848-0AC5-A2E7929F6CED}"/>
              </a:ext>
            </a:extLst>
          </p:cNvPr>
          <p:cNvSpPr/>
          <p:nvPr/>
        </p:nvSpPr>
        <p:spPr>
          <a:xfrm>
            <a:off x="6925604" y="3454766"/>
            <a:ext cx="402288" cy="1136125"/>
          </a:xfrm>
          <a:custGeom>
            <a:avLst/>
            <a:gdLst/>
            <a:ahLst/>
            <a:cxnLst/>
            <a:rect l="l" t="t" r="r" b="b"/>
            <a:pathLst>
              <a:path w="15918" h="44955" extrusionOk="0">
                <a:moveTo>
                  <a:pt x="7902" y="0"/>
                </a:moveTo>
                <a:lnTo>
                  <a:pt x="7902" y="17"/>
                </a:lnTo>
                <a:cubicBezTo>
                  <a:pt x="7586" y="60"/>
                  <a:pt x="6670" y="235"/>
                  <a:pt x="6262" y="763"/>
                </a:cubicBezTo>
                <a:cubicBezTo>
                  <a:pt x="5760" y="1412"/>
                  <a:pt x="5967" y="2817"/>
                  <a:pt x="5967" y="2817"/>
                </a:cubicBezTo>
                <a:cubicBezTo>
                  <a:pt x="5499" y="2970"/>
                  <a:pt x="5641" y="3597"/>
                  <a:pt x="5853" y="3847"/>
                </a:cubicBezTo>
                <a:cubicBezTo>
                  <a:pt x="6066" y="4098"/>
                  <a:pt x="6060" y="4419"/>
                  <a:pt x="6164" y="4523"/>
                </a:cubicBezTo>
                <a:cubicBezTo>
                  <a:pt x="6199" y="4570"/>
                  <a:pt x="6254" y="4594"/>
                  <a:pt x="6310" y="4594"/>
                </a:cubicBezTo>
                <a:cubicBezTo>
                  <a:pt x="6332" y="4594"/>
                  <a:pt x="6355" y="4591"/>
                  <a:pt x="6376" y="4583"/>
                </a:cubicBezTo>
                <a:cubicBezTo>
                  <a:pt x="6469" y="4812"/>
                  <a:pt x="6529" y="5057"/>
                  <a:pt x="6551" y="5308"/>
                </a:cubicBezTo>
                <a:cubicBezTo>
                  <a:pt x="6551" y="6539"/>
                  <a:pt x="5602" y="7177"/>
                  <a:pt x="3695" y="7623"/>
                </a:cubicBezTo>
                <a:cubicBezTo>
                  <a:pt x="1783" y="8065"/>
                  <a:pt x="1843" y="10609"/>
                  <a:pt x="1957" y="11612"/>
                </a:cubicBezTo>
                <a:cubicBezTo>
                  <a:pt x="2071" y="12620"/>
                  <a:pt x="1685" y="14418"/>
                  <a:pt x="1238" y="15742"/>
                </a:cubicBezTo>
                <a:cubicBezTo>
                  <a:pt x="791" y="17066"/>
                  <a:pt x="595" y="18826"/>
                  <a:pt x="502" y="20053"/>
                </a:cubicBezTo>
                <a:cubicBezTo>
                  <a:pt x="415" y="21273"/>
                  <a:pt x="388" y="22695"/>
                  <a:pt x="339" y="23109"/>
                </a:cubicBezTo>
                <a:cubicBezTo>
                  <a:pt x="290" y="23524"/>
                  <a:pt x="153" y="24150"/>
                  <a:pt x="77" y="24624"/>
                </a:cubicBezTo>
                <a:cubicBezTo>
                  <a:pt x="1" y="25098"/>
                  <a:pt x="213" y="25213"/>
                  <a:pt x="606" y="25654"/>
                </a:cubicBezTo>
                <a:cubicBezTo>
                  <a:pt x="879" y="25962"/>
                  <a:pt x="1148" y="26163"/>
                  <a:pt x="1411" y="26163"/>
                </a:cubicBezTo>
                <a:cubicBezTo>
                  <a:pt x="1531" y="26163"/>
                  <a:pt x="1649" y="26122"/>
                  <a:pt x="1766" y="26030"/>
                </a:cubicBezTo>
                <a:cubicBezTo>
                  <a:pt x="2142" y="25741"/>
                  <a:pt x="2257" y="25289"/>
                  <a:pt x="2131" y="25104"/>
                </a:cubicBezTo>
                <a:cubicBezTo>
                  <a:pt x="2073" y="25020"/>
                  <a:pt x="2015" y="24998"/>
                  <a:pt x="1969" y="24998"/>
                </a:cubicBezTo>
                <a:cubicBezTo>
                  <a:pt x="1917" y="24998"/>
                  <a:pt x="1881" y="25027"/>
                  <a:pt x="1881" y="25027"/>
                </a:cubicBezTo>
                <a:cubicBezTo>
                  <a:pt x="1870" y="24842"/>
                  <a:pt x="1892" y="24651"/>
                  <a:pt x="1952" y="24472"/>
                </a:cubicBezTo>
                <a:cubicBezTo>
                  <a:pt x="2044" y="24128"/>
                  <a:pt x="1935" y="23654"/>
                  <a:pt x="1777" y="23289"/>
                </a:cubicBezTo>
                <a:cubicBezTo>
                  <a:pt x="1625" y="22930"/>
                  <a:pt x="1418" y="22058"/>
                  <a:pt x="1935" y="20973"/>
                </a:cubicBezTo>
                <a:cubicBezTo>
                  <a:pt x="2447" y="19894"/>
                  <a:pt x="3243" y="16603"/>
                  <a:pt x="3221" y="15884"/>
                </a:cubicBezTo>
                <a:cubicBezTo>
                  <a:pt x="3194" y="15165"/>
                  <a:pt x="3733" y="13672"/>
                  <a:pt x="3733" y="13672"/>
                </a:cubicBezTo>
                <a:cubicBezTo>
                  <a:pt x="3733" y="13672"/>
                  <a:pt x="4142" y="14958"/>
                  <a:pt x="4556" y="16189"/>
                </a:cubicBezTo>
                <a:cubicBezTo>
                  <a:pt x="4970" y="17426"/>
                  <a:pt x="4044" y="19818"/>
                  <a:pt x="3630" y="22515"/>
                </a:cubicBezTo>
                <a:cubicBezTo>
                  <a:pt x="3221" y="25218"/>
                  <a:pt x="3554" y="27714"/>
                  <a:pt x="3603" y="29022"/>
                </a:cubicBezTo>
                <a:cubicBezTo>
                  <a:pt x="3657" y="30335"/>
                  <a:pt x="3886" y="30694"/>
                  <a:pt x="3526" y="31572"/>
                </a:cubicBezTo>
                <a:cubicBezTo>
                  <a:pt x="3167" y="32443"/>
                  <a:pt x="3270" y="33604"/>
                  <a:pt x="3270" y="33604"/>
                </a:cubicBezTo>
                <a:cubicBezTo>
                  <a:pt x="2475" y="34579"/>
                  <a:pt x="2164" y="36585"/>
                  <a:pt x="2398" y="39233"/>
                </a:cubicBezTo>
                <a:cubicBezTo>
                  <a:pt x="2627" y="41881"/>
                  <a:pt x="2655" y="42268"/>
                  <a:pt x="2600" y="43194"/>
                </a:cubicBezTo>
                <a:cubicBezTo>
                  <a:pt x="2546" y="44121"/>
                  <a:pt x="1728" y="44072"/>
                  <a:pt x="1570" y="44453"/>
                </a:cubicBezTo>
                <a:cubicBezTo>
                  <a:pt x="1418" y="44840"/>
                  <a:pt x="2420" y="44791"/>
                  <a:pt x="3243" y="44916"/>
                </a:cubicBezTo>
                <a:cubicBezTo>
                  <a:pt x="3404" y="44942"/>
                  <a:pt x="3536" y="44954"/>
                  <a:pt x="3645" y="44954"/>
                </a:cubicBezTo>
                <a:cubicBezTo>
                  <a:pt x="4094" y="44954"/>
                  <a:pt x="4147" y="44740"/>
                  <a:pt x="4169" y="44328"/>
                </a:cubicBezTo>
                <a:cubicBezTo>
                  <a:pt x="4197" y="43810"/>
                  <a:pt x="4039" y="42731"/>
                  <a:pt x="4066" y="41293"/>
                </a:cubicBezTo>
                <a:cubicBezTo>
                  <a:pt x="4093" y="39849"/>
                  <a:pt x="5041" y="37206"/>
                  <a:pt x="5096" y="36149"/>
                </a:cubicBezTo>
                <a:cubicBezTo>
                  <a:pt x="5150" y="35092"/>
                  <a:pt x="5041" y="34400"/>
                  <a:pt x="5635" y="33626"/>
                </a:cubicBezTo>
                <a:cubicBezTo>
                  <a:pt x="6229" y="32858"/>
                  <a:pt x="6561" y="29768"/>
                  <a:pt x="7177" y="28280"/>
                </a:cubicBezTo>
                <a:cubicBezTo>
                  <a:pt x="7624" y="27202"/>
                  <a:pt x="7858" y="25692"/>
                  <a:pt x="7956" y="24924"/>
                </a:cubicBezTo>
                <a:cubicBezTo>
                  <a:pt x="8054" y="25692"/>
                  <a:pt x="8294" y="27202"/>
                  <a:pt x="8736" y="28280"/>
                </a:cubicBezTo>
                <a:cubicBezTo>
                  <a:pt x="9357" y="29768"/>
                  <a:pt x="9689" y="32858"/>
                  <a:pt x="10278" y="33626"/>
                </a:cubicBezTo>
                <a:cubicBezTo>
                  <a:pt x="10872" y="34400"/>
                  <a:pt x="10768" y="35092"/>
                  <a:pt x="10823" y="36149"/>
                </a:cubicBezTo>
                <a:cubicBezTo>
                  <a:pt x="10872" y="37200"/>
                  <a:pt x="11825" y="39849"/>
                  <a:pt x="11847" y="41293"/>
                </a:cubicBezTo>
                <a:cubicBezTo>
                  <a:pt x="11874" y="42731"/>
                  <a:pt x="11722" y="43810"/>
                  <a:pt x="11743" y="44328"/>
                </a:cubicBezTo>
                <a:cubicBezTo>
                  <a:pt x="11765" y="44740"/>
                  <a:pt x="11819" y="44954"/>
                  <a:pt x="12268" y="44954"/>
                </a:cubicBezTo>
                <a:cubicBezTo>
                  <a:pt x="12377" y="44954"/>
                  <a:pt x="12509" y="44942"/>
                  <a:pt x="12670" y="44916"/>
                </a:cubicBezTo>
                <a:cubicBezTo>
                  <a:pt x="13493" y="44791"/>
                  <a:pt x="14501" y="44840"/>
                  <a:pt x="14343" y="44453"/>
                </a:cubicBezTo>
                <a:cubicBezTo>
                  <a:pt x="14190" y="44066"/>
                  <a:pt x="13367" y="44121"/>
                  <a:pt x="13313" y="43194"/>
                </a:cubicBezTo>
                <a:cubicBezTo>
                  <a:pt x="13264" y="42268"/>
                  <a:pt x="13291" y="41881"/>
                  <a:pt x="13520" y="39233"/>
                </a:cubicBezTo>
                <a:cubicBezTo>
                  <a:pt x="13749" y="36585"/>
                  <a:pt x="13443" y="34579"/>
                  <a:pt x="12648" y="33599"/>
                </a:cubicBezTo>
                <a:cubicBezTo>
                  <a:pt x="12648" y="33599"/>
                  <a:pt x="12746" y="32443"/>
                  <a:pt x="12386" y="31572"/>
                </a:cubicBezTo>
                <a:cubicBezTo>
                  <a:pt x="12027" y="30694"/>
                  <a:pt x="12261" y="30335"/>
                  <a:pt x="12310" y="29022"/>
                </a:cubicBezTo>
                <a:cubicBezTo>
                  <a:pt x="12365" y="27714"/>
                  <a:pt x="12697" y="25218"/>
                  <a:pt x="12283" y="22515"/>
                </a:cubicBezTo>
                <a:cubicBezTo>
                  <a:pt x="11874" y="19818"/>
                  <a:pt x="10953" y="17426"/>
                  <a:pt x="11362" y="16189"/>
                </a:cubicBezTo>
                <a:cubicBezTo>
                  <a:pt x="11771" y="14958"/>
                  <a:pt x="12185" y="13672"/>
                  <a:pt x="12185" y="13672"/>
                </a:cubicBezTo>
                <a:cubicBezTo>
                  <a:pt x="12185" y="13672"/>
                  <a:pt x="12724" y="15159"/>
                  <a:pt x="12697" y="15879"/>
                </a:cubicBezTo>
                <a:cubicBezTo>
                  <a:pt x="12670" y="16603"/>
                  <a:pt x="13471" y="19894"/>
                  <a:pt x="13983" y="20973"/>
                </a:cubicBezTo>
                <a:cubicBezTo>
                  <a:pt x="14495" y="22052"/>
                  <a:pt x="14294" y="22930"/>
                  <a:pt x="14136" y="23289"/>
                </a:cubicBezTo>
                <a:cubicBezTo>
                  <a:pt x="13983" y="23649"/>
                  <a:pt x="13869" y="24134"/>
                  <a:pt x="13967" y="24466"/>
                </a:cubicBezTo>
                <a:cubicBezTo>
                  <a:pt x="14021" y="24651"/>
                  <a:pt x="14048" y="24837"/>
                  <a:pt x="14037" y="25027"/>
                </a:cubicBezTo>
                <a:cubicBezTo>
                  <a:pt x="14037" y="25027"/>
                  <a:pt x="14002" y="24998"/>
                  <a:pt x="13948" y="24998"/>
                </a:cubicBezTo>
                <a:cubicBezTo>
                  <a:pt x="13902" y="24998"/>
                  <a:pt x="13842" y="25020"/>
                  <a:pt x="13781" y="25104"/>
                </a:cubicBezTo>
                <a:cubicBezTo>
                  <a:pt x="13656" y="25289"/>
                  <a:pt x="13776" y="25741"/>
                  <a:pt x="14152" y="26030"/>
                </a:cubicBezTo>
                <a:cubicBezTo>
                  <a:pt x="14269" y="26120"/>
                  <a:pt x="14387" y="26161"/>
                  <a:pt x="14506" y="26161"/>
                </a:cubicBezTo>
                <a:cubicBezTo>
                  <a:pt x="14769" y="26161"/>
                  <a:pt x="15037" y="25962"/>
                  <a:pt x="15307" y="25654"/>
                </a:cubicBezTo>
                <a:cubicBezTo>
                  <a:pt x="15705" y="25213"/>
                  <a:pt x="15917" y="25093"/>
                  <a:pt x="15841" y="24624"/>
                </a:cubicBezTo>
                <a:cubicBezTo>
                  <a:pt x="15759" y="24150"/>
                  <a:pt x="15629" y="23524"/>
                  <a:pt x="15579" y="23109"/>
                </a:cubicBezTo>
                <a:cubicBezTo>
                  <a:pt x="15530" y="22695"/>
                  <a:pt x="15503" y="21268"/>
                  <a:pt x="15411" y="20047"/>
                </a:cubicBezTo>
                <a:cubicBezTo>
                  <a:pt x="15323" y="18826"/>
                  <a:pt x="15127" y="17066"/>
                  <a:pt x="14680" y="15742"/>
                </a:cubicBezTo>
                <a:cubicBezTo>
                  <a:pt x="14228" y="14413"/>
                  <a:pt x="13841" y="12615"/>
                  <a:pt x="13956" y="11612"/>
                </a:cubicBezTo>
                <a:cubicBezTo>
                  <a:pt x="14076" y="10609"/>
                  <a:pt x="14130" y="8065"/>
                  <a:pt x="12223" y="7618"/>
                </a:cubicBezTo>
                <a:cubicBezTo>
                  <a:pt x="10316" y="7177"/>
                  <a:pt x="9368" y="6539"/>
                  <a:pt x="9368" y="5302"/>
                </a:cubicBezTo>
                <a:cubicBezTo>
                  <a:pt x="9389" y="5057"/>
                  <a:pt x="9444" y="4812"/>
                  <a:pt x="9542" y="4577"/>
                </a:cubicBezTo>
                <a:cubicBezTo>
                  <a:pt x="9564" y="4585"/>
                  <a:pt x="9586" y="4589"/>
                  <a:pt x="9608" y="4589"/>
                </a:cubicBezTo>
                <a:cubicBezTo>
                  <a:pt x="9663" y="4589"/>
                  <a:pt x="9716" y="4566"/>
                  <a:pt x="9755" y="4523"/>
                </a:cubicBezTo>
                <a:cubicBezTo>
                  <a:pt x="9858" y="4414"/>
                  <a:pt x="9853" y="4098"/>
                  <a:pt x="10060" y="3847"/>
                </a:cubicBezTo>
                <a:cubicBezTo>
                  <a:pt x="10272" y="3597"/>
                  <a:pt x="10419" y="2970"/>
                  <a:pt x="9945" y="2817"/>
                </a:cubicBezTo>
                <a:cubicBezTo>
                  <a:pt x="9945" y="2817"/>
                  <a:pt x="10158" y="1406"/>
                  <a:pt x="9656" y="763"/>
                </a:cubicBezTo>
                <a:cubicBezTo>
                  <a:pt x="9248" y="229"/>
                  <a:pt x="8332" y="60"/>
                  <a:pt x="8016" y="11"/>
                </a:cubicBezTo>
                <a:lnTo>
                  <a:pt x="8016" y="0"/>
                </a:lnTo>
                <a:cubicBezTo>
                  <a:pt x="8016" y="0"/>
                  <a:pt x="7995" y="0"/>
                  <a:pt x="7956" y="6"/>
                </a:cubicBezTo>
                <a:cubicBezTo>
                  <a:pt x="7950" y="7"/>
                  <a:pt x="7944" y="7"/>
                  <a:pt x="7938" y="7"/>
                </a:cubicBezTo>
                <a:cubicBezTo>
                  <a:pt x="7916" y="7"/>
                  <a:pt x="7902" y="0"/>
                  <a:pt x="790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 name="Google Shape;7503;p73">
            <a:extLst>
              <a:ext uri="{FF2B5EF4-FFF2-40B4-BE49-F238E27FC236}">
                <a16:creationId xmlns:a16="http://schemas.microsoft.com/office/drawing/2014/main" id="{63A4DC11-C7A6-B6B2-51D3-8628A9CC4902}"/>
              </a:ext>
            </a:extLst>
          </p:cNvPr>
          <p:cNvGrpSpPr/>
          <p:nvPr/>
        </p:nvGrpSpPr>
        <p:grpSpPr>
          <a:xfrm>
            <a:off x="7126672" y="3428115"/>
            <a:ext cx="1585066" cy="1126471"/>
            <a:chOff x="6608782" y="1551392"/>
            <a:chExt cx="1585066" cy="1126471"/>
          </a:xfrm>
        </p:grpSpPr>
        <p:grpSp>
          <p:nvGrpSpPr>
            <p:cNvPr id="7" name="Google Shape;7504;p73">
              <a:extLst>
                <a:ext uri="{FF2B5EF4-FFF2-40B4-BE49-F238E27FC236}">
                  <a16:creationId xmlns:a16="http://schemas.microsoft.com/office/drawing/2014/main" id="{9C8924F2-90A5-8E82-FC0B-EABCA8EE24DE}"/>
                </a:ext>
              </a:extLst>
            </p:cNvPr>
            <p:cNvGrpSpPr/>
            <p:nvPr/>
          </p:nvGrpSpPr>
          <p:grpSpPr>
            <a:xfrm>
              <a:off x="6608782" y="1882715"/>
              <a:ext cx="77561" cy="73012"/>
              <a:chOff x="6608782" y="1882715"/>
              <a:chExt cx="77561" cy="73012"/>
            </a:xfrm>
          </p:grpSpPr>
          <p:sp>
            <p:nvSpPr>
              <p:cNvPr id="15" name="Google Shape;7505;p73">
                <a:extLst>
                  <a:ext uri="{FF2B5EF4-FFF2-40B4-BE49-F238E27FC236}">
                    <a16:creationId xmlns:a16="http://schemas.microsoft.com/office/drawing/2014/main" id="{C5B6A965-65E4-E9C8-2068-284C5943FF45}"/>
                  </a:ext>
                </a:extLst>
              </p:cNvPr>
              <p:cNvSpPr/>
              <p:nvPr/>
            </p:nvSpPr>
            <p:spPr>
              <a:xfrm>
                <a:off x="6616212" y="1955702"/>
                <a:ext cx="65153" cy="25"/>
              </a:xfrm>
              <a:custGeom>
                <a:avLst/>
                <a:gdLst/>
                <a:ahLst/>
                <a:cxnLst/>
                <a:rect l="l" t="t" r="r" b="b"/>
                <a:pathLst>
                  <a:path w="2578" h="1" fill="none" extrusionOk="0">
                    <a:moveTo>
                      <a:pt x="1" y="0"/>
                    </a:moveTo>
                    <a:lnTo>
                      <a:pt x="2578" y="0"/>
                    </a:lnTo>
                  </a:path>
                </a:pathLst>
              </a:custGeom>
              <a:noFill/>
              <a:ln w="9525" cap="flat" cmpd="sng">
                <a:solidFill>
                  <a:srgbClr val="869FB1"/>
                </a:solidFill>
                <a:prstDash val="dash"/>
                <a:miter lim="54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506;p73">
                <a:extLst>
                  <a:ext uri="{FF2B5EF4-FFF2-40B4-BE49-F238E27FC236}">
                    <a16:creationId xmlns:a16="http://schemas.microsoft.com/office/drawing/2014/main" id="{E682F1CF-383D-CDF5-F08E-A2EBDFCAF65E}"/>
                  </a:ext>
                </a:extLst>
              </p:cNvPr>
              <p:cNvSpPr/>
              <p:nvPr/>
            </p:nvSpPr>
            <p:spPr>
              <a:xfrm>
                <a:off x="6686318" y="1887820"/>
                <a:ext cx="25" cy="60199"/>
              </a:xfrm>
              <a:custGeom>
                <a:avLst/>
                <a:gdLst/>
                <a:ahLst/>
                <a:cxnLst/>
                <a:rect l="l" t="t" r="r" b="b"/>
                <a:pathLst>
                  <a:path w="1" h="2382" fill="none" extrusionOk="0">
                    <a:moveTo>
                      <a:pt x="0" y="2381"/>
                    </a:moveTo>
                    <a:lnTo>
                      <a:pt x="0" y="0"/>
                    </a:lnTo>
                  </a:path>
                </a:pathLst>
              </a:custGeom>
              <a:noFill/>
              <a:ln w="9525" cap="flat" cmpd="sng">
                <a:solidFill>
                  <a:srgbClr val="869FB1"/>
                </a:solidFill>
                <a:prstDash val="dash"/>
                <a:miter lim="54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507;p73">
                <a:extLst>
                  <a:ext uri="{FF2B5EF4-FFF2-40B4-BE49-F238E27FC236}">
                    <a16:creationId xmlns:a16="http://schemas.microsoft.com/office/drawing/2014/main" id="{2305CCCD-C0BD-1FD7-66D0-C52FBF7AB64E}"/>
                  </a:ext>
                </a:extLst>
              </p:cNvPr>
              <p:cNvSpPr/>
              <p:nvPr/>
            </p:nvSpPr>
            <p:spPr>
              <a:xfrm>
                <a:off x="6613735" y="1882715"/>
                <a:ext cx="65153" cy="25"/>
              </a:xfrm>
              <a:custGeom>
                <a:avLst/>
                <a:gdLst/>
                <a:ahLst/>
                <a:cxnLst/>
                <a:rect l="l" t="t" r="r" b="b"/>
                <a:pathLst>
                  <a:path w="2578" h="1" fill="none" extrusionOk="0">
                    <a:moveTo>
                      <a:pt x="2578" y="1"/>
                    </a:moveTo>
                    <a:lnTo>
                      <a:pt x="1" y="1"/>
                    </a:lnTo>
                  </a:path>
                </a:pathLst>
              </a:custGeom>
              <a:noFill/>
              <a:ln w="9525" cap="flat" cmpd="sng">
                <a:solidFill>
                  <a:srgbClr val="869FB1"/>
                </a:solidFill>
                <a:prstDash val="dash"/>
                <a:miter lim="54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508;p73">
                <a:extLst>
                  <a:ext uri="{FF2B5EF4-FFF2-40B4-BE49-F238E27FC236}">
                    <a16:creationId xmlns:a16="http://schemas.microsoft.com/office/drawing/2014/main" id="{42C2BA88-9AAB-8A21-B174-CC08D924555D}"/>
                  </a:ext>
                </a:extLst>
              </p:cNvPr>
              <p:cNvSpPr/>
              <p:nvPr/>
            </p:nvSpPr>
            <p:spPr>
              <a:xfrm>
                <a:off x="6608782" y="1890423"/>
                <a:ext cx="25" cy="60199"/>
              </a:xfrm>
              <a:custGeom>
                <a:avLst/>
                <a:gdLst/>
                <a:ahLst/>
                <a:cxnLst/>
                <a:rect l="l" t="t" r="r" b="b"/>
                <a:pathLst>
                  <a:path w="1" h="2382" fill="none" extrusionOk="0">
                    <a:moveTo>
                      <a:pt x="0" y="1"/>
                    </a:moveTo>
                    <a:lnTo>
                      <a:pt x="0" y="2382"/>
                    </a:lnTo>
                  </a:path>
                </a:pathLst>
              </a:custGeom>
              <a:noFill/>
              <a:ln w="9525" cap="flat" cmpd="sng">
                <a:solidFill>
                  <a:srgbClr val="869FB1"/>
                </a:solidFill>
                <a:prstDash val="dash"/>
                <a:miter lim="54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 name="Google Shape;7509;p73">
              <a:extLst>
                <a:ext uri="{FF2B5EF4-FFF2-40B4-BE49-F238E27FC236}">
                  <a16:creationId xmlns:a16="http://schemas.microsoft.com/office/drawing/2014/main" id="{B0D5D956-EC38-2EB6-1764-EB8FBB826EE3}"/>
                </a:ext>
              </a:extLst>
            </p:cNvPr>
            <p:cNvGrpSpPr/>
            <p:nvPr/>
          </p:nvGrpSpPr>
          <p:grpSpPr>
            <a:xfrm>
              <a:off x="6608782" y="1551392"/>
              <a:ext cx="1585066" cy="1126471"/>
              <a:chOff x="6608782" y="1551392"/>
              <a:chExt cx="1585066" cy="1126471"/>
            </a:xfrm>
          </p:grpSpPr>
          <p:sp>
            <p:nvSpPr>
              <p:cNvPr id="9" name="Google Shape;7510;p73">
                <a:extLst>
                  <a:ext uri="{FF2B5EF4-FFF2-40B4-BE49-F238E27FC236}">
                    <a16:creationId xmlns:a16="http://schemas.microsoft.com/office/drawing/2014/main" id="{0DE1DB48-49C3-9478-3591-3677322A30D6}"/>
                  </a:ext>
                </a:extLst>
              </p:cNvPr>
              <p:cNvSpPr/>
              <p:nvPr/>
            </p:nvSpPr>
            <p:spPr>
              <a:xfrm>
                <a:off x="6999469" y="1551392"/>
                <a:ext cx="1194378" cy="1126471"/>
              </a:xfrm>
              <a:custGeom>
                <a:avLst/>
                <a:gdLst/>
                <a:ahLst/>
                <a:cxnLst/>
                <a:rect l="l" t="t" r="r" b="b"/>
                <a:pathLst>
                  <a:path w="47260" h="44573" extrusionOk="0">
                    <a:moveTo>
                      <a:pt x="0" y="0"/>
                    </a:moveTo>
                    <a:lnTo>
                      <a:pt x="0" y="44573"/>
                    </a:lnTo>
                    <a:lnTo>
                      <a:pt x="47259" y="44573"/>
                    </a:lnTo>
                    <a:lnTo>
                      <a:pt x="47259"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7511;p73">
                <a:extLst>
                  <a:ext uri="{FF2B5EF4-FFF2-40B4-BE49-F238E27FC236}">
                    <a16:creationId xmlns:a16="http://schemas.microsoft.com/office/drawing/2014/main" id="{E95B08E7-3EAF-B0BE-F942-A1A68859D06B}"/>
                  </a:ext>
                </a:extLst>
              </p:cNvPr>
              <p:cNvGrpSpPr/>
              <p:nvPr/>
            </p:nvGrpSpPr>
            <p:grpSpPr>
              <a:xfrm>
                <a:off x="6608782" y="1551392"/>
                <a:ext cx="1585066" cy="1126471"/>
                <a:chOff x="6608782" y="1551392"/>
                <a:chExt cx="1585066" cy="1126471"/>
              </a:xfrm>
            </p:grpSpPr>
            <p:sp>
              <p:nvSpPr>
                <p:cNvPr id="11" name="Google Shape;7512;p73">
                  <a:extLst>
                    <a:ext uri="{FF2B5EF4-FFF2-40B4-BE49-F238E27FC236}">
                      <a16:creationId xmlns:a16="http://schemas.microsoft.com/office/drawing/2014/main" id="{F15ECDF7-C561-CC59-4A13-FF1C731B1BDB}"/>
                    </a:ext>
                  </a:extLst>
                </p:cNvPr>
                <p:cNvSpPr/>
                <p:nvPr/>
              </p:nvSpPr>
              <p:spPr>
                <a:xfrm>
                  <a:off x="6686318" y="1955702"/>
                  <a:ext cx="1507530" cy="722162"/>
                </a:xfrm>
                <a:custGeom>
                  <a:avLst/>
                  <a:gdLst/>
                  <a:ahLst/>
                  <a:cxnLst/>
                  <a:rect l="l" t="t" r="r" b="b"/>
                  <a:pathLst>
                    <a:path w="59651" h="28575" fill="none" extrusionOk="0">
                      <a:moveTo>
                        <a:pt x="0" y="0"/>
                      </a:moveTo>
                      <a:lnTo>
                        <a:pt x="59650" y="28575"/>
                      </a:lnTo>
                    </a:path>
                  </a:pathLst>
                </a:custGeom>
                <a:noFill/>
                <a:ln w="9525" cap="flat" cmpd="sng">
                  <a:solidFill>
                    <a:srgbClr val="869FB1"/>
                  </a:solidFill>
                  <a:prstDash val="dashDot"/>
                  <a:miter lim="54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513;p73">
                  <a:extLst>
                    <a:ext uri="{FF2B5EF4-FFF2-40B4-BE49-F238E27FC236}">
                      <a16:creationId xmlns:a16="http://schemas.microsoft.com/office/drawing/2014/main" id="{22213785-2B43-6CF7-FA5F-AF4ACE9D25F7}"/>
                    </a:ext>
                  </a:extLst>
                </p:cNvPr>
                <p:cNvSpPr/>
                <p:nvPr/>
              </p:nvSpPr>
              <p:spPr>
                <a:xfrm>
                  <a:off x="6686318" y="1551392"/>
                  <a:ext cx="1507530" cy="331348"/>
                </a:xfrm>
                <a:custGeom>
                  <a:avLst/>
                  <a:gdLst/>
                  <a:ahLst/>
                  <a:cxnLst/>
                  <a:rect l="l" t="t" r="r" b="b"/>
                  <a:pathLst>
                    <a:path w="59651" h="13111" fill="none" extrusionOk="0">
                      <a:moveTo>
                        <a:pt x="0" y="13111"/>
                      </a:moveTo>
                      <a:lnTo>
                        <a:pt x="12391" y="10386"/>
                      </a:lnTo>
                      <a:lnTo>
                        <a:pt x="59650" y="0"/>
                      </a:lnTo>
                    </a:path>
                  </a:pathLst>
                </a:custGeom>
                <a:noFill/>
                <a:ln w="9525" cap="flat" cmpd="sng">
                  <a:solidFill>
                    <a:srgbClr val="869FB1"/>
                  </a:solidFill>
                  <a:prstDash val="dashDot"/>
                  <a:miter lim="54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514;p73">
                  <a:extLst>
                    <a:ext uri="{FF2B5EF4-FFF2-40B4-BE49-F238E27FC236}">
                      <a16:creationId xmlns:a16="http://schemas.microsoft.com/office/drawing/2014/main" id="{B87E8C8C-E461-CF98-08D1-B95B55689D04}"/>
                    </a:ext>
                  </a:extLst>
                </p:cNvPr>
                <p:cNvSpPr/>
                <p:nvPr/>
              </p:nvSpPr>
              <p:spPr>
                <a:xfrm>
                  <a:off x="6608782" y="1551392"/>
                  <a:ext cx="390713" cy="331348"/>
                </a:xfrm>
                <a:custGeom>
                  <a:avLst/>
                  <a:gdLst/>
                  <a:ahLst/>
                  <a:cxnLst/>
                  <a:rect l="l" t="t" r="r" b="b"/>
                  <a:pathLst>
                    <a:path w="15460" h="13111" fill="none" extrusionOk="0">
                      <a:moveTo>
                        <a:pt x="0" y="13111"/>
                      </a:moveTo>
                      <a:lnTo>
                        <a:pt x="15459" y="0"/>
                      </a:lnTo>
                    </a:path>
                  </a:pathLst>
                </a:custGeom>
                <a:noFill/>
                <a:ln w="9525" cap="flat" cmpd="sng">
                  <a:solidFill>
                    <a:srgbClr val="869FB1"/>
                  </a:solidFill>
                  <a:prstDash val="dashDot"/>
                  <a:miter lim="54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515;p73">
                  <a:extLst>
                    <a:ext uri="{FF2B5EF4-FFF2-40B4-BE49-F238E27FC236}">
                      <a16:creationId xmlns:a16="http://schemas.microsoft.com/office/drawing/2014/main" id="{F09F41BB-E430-F9F8-6278-CEB70EA54A2D}"/>
                    </a:ext>
                  </a:extLst>
                </p:cNvPr>
                <p:cNvSpPr/>
                <p:nvPr/>
              </p:nvSpPr>
              <p:spPr>
                <a:xfrm>
                  <a:off x="6608782" y="1955702"/>
                  <a:ext cx="390713" cy="722162"/>
                </a:xfrm>
                <a:custGeom>
                  <a:avLst/>
                  <a:gdLst/>
                  <a:ahLst/>
                  <a:cxnLst/>
                  <a:rect l="l" t="t" r="r" b="b"/>
                  <a:pathLst>
                    <a:path w="15460" h="28575" fill="none" extrusionOk="0">
                      <a:moveTo>
                        <a:pt x="0" y="0"/>
                      </a:moveTo>
                      <a:lnTo>
                        <a:pt x="15459" y="28575"/>
                      </a:lnTo>
                    </a:path>
                  </a:pathLst>
                </a:custGeom>
                <a:noFill/>
                <a:ln w="9525" cap="flat" cmpd="sng">
                  <a:solidFill>
                    <a:srgbClr val="869FB1"/>
                  </a:solidFill>
                  <a:prstDash val="dashDot"/>
                  <a:miter lim="54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294864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3">
          <a:extLst>
            <a:ext uri="{FF2B5EF4-FFF2-40B4-BE49-F238E27FC236}">
              <a16:creationId xmlns:a16="http://schemas.microsoft.com/office/drawing/2014/main" id="{D0168606-9CF8-964F-B31A-3A35E68D0359}"/>
            </a:ext>
          </a:extLst>
        </p:cNvPr>
        <p:cNvGrpSpPr/>
        <p:nvPr/>
      </p:nvGrpSpPr>
      <p:grpSpPr>
        <a:xfrm>
          <a:off x="0" y="0"/>
          <a:ext cx="0" cy="0"/>
          <a:chOff x="0" y="0"/>
          <a:chExt cx="0" cy="0"/>
        </a:xfrm>
      </p:grpSpPr>
      <p:grpSp>
        <p:nvGrpSpPr>
          <p:cNvPr id="2050" name="Google Shape;2050;p55">
            <a:extLst>
              <a:ext uri="{FF2B5EF4-FFF2-40B4-BE49-F238E27FC236}">
                <a16:creationId xmlns:a16="http://schemas.microsoft.com/office/drawing/2014/main" id="{31A535C2-1D4C-BD2E-4740-05CA6F1011FE}"/>
              </a:ext>
            </a:extLst>
          </p:cNvPr>
          <p:cNvGrpSpPr/>
          <p:nvPr/>
        </p:nvGrpSpPr>
        <p:grpSpPr>
          <a:xfrm>
            <a:off x="1455525" y="892200"/>
            <a:ext cx="6213900" cy="3359100"/>
            <a:chOff x="1465050" y="946225"/>
            <a:chExt cx="6213900" cy="3359100"/>
          </a:xfrm>
        </p:grpSpPr>
        <p:sp>
          <p:nvSpPr>
            <p:cNvPr id="2051" name="Google Shape;2051;p55">
              <a:extLst>
                <a:ext uri="{FF2B5EF4-FFF2-40B4-BE49-F238E27FC236}">
                  <a16:creationId xmlns:a16="http://schemas.microsoft.com/office/drawing/2014/main" id="{AD39D0EE-DE63-9203-CB33-63852931C909}"/>
                </a:ext>
              </a:extLst>
            </p:cNvPr>
            <p:cNvSpPr/>
            <p:nvPr/>
          </p:nvSpPr>
          <p:spPr>
            <a:xfrm flipH="1">
              <a:off x="1465050" y="946225"/>
              <a:ext cx="6213900" cy="3359100"/>
            </a:xfrm>
            <a:prstGeom prst="roundRect">
              <a:avLst>
                <a:gd name="adj" fmla="val 4601"/>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55">
              <a:extLst>
                <a:ext uri="{FF2B5EF4-FFF2-40B4-BE49-F238E27FC236}">
                  <a16:creationId xmlns:a16="http://schemas.microsoft.com/office/drawing/2014/main" id="{C1551CBB-3486-F354-DAB6-27BF0710B81D}"/>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55">
              <a:extLst>
                <a:ext uri="{FF2B5EF4-FFF2-40B4-BE49-F238E27FC236}">
                  <a16:creationId xmlns:a16="http://schemas.microsoft.com/office/drawing/2014/main" id="{E64F3422-9369-8AB9-4060-D15131EC4CD1}"/>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55">
              <a:extLst>
                <a:ext uri="{FF2B5EF4-FFF2-40B4-BE49-F238E27FC236}">
                  <a16:creationId xmlns:a16="http://schemas.microsoft.com/office/drawing/2014/main" id="{123BFC0D-08C7-AEBF-8363-6C6F26AEC2F3}"/>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55">
              <a:extLst>
                <a:ext uri="{FF2B5EF4-FFF2-40B4-BE49-F238E27FC236}">
                  <a16:creationId xmlns:a16="http://schemas.microsoft.com/office/drawing/2014/main" id="{376864C3-685D-DC34-17A9-865382890F83}"/>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6" name="Google Shape;2056;p55">
            <a:extLst>
              <a:ext uri="{FF2B5EF4-FFF2-40B4-BE49-F238E27FC236}">
                <a16:creationId xmlns:a16="http://schemas.microsoft.com/office/drawing/2014/main" id="{67140EA2-F207-7BD2-6DD3-4621482AC58C}"/>
              </a:ext>
            </a:extLst>
          </p:cNvPr>
          <p:cNvGrpSpPr/>
          <p:nvPr/>
        </p:nvGrpSpPr>
        <p:grpSpPr>
          <a:xfrm>
            <a:off x="1646025" y="1179875"/>
            <a:ext cx="6213900" cy="3359100"/>
            <a:chOff x="1465050" y="946225"/>
            <a:chExt cx="6213900" cy="3359100"/>
          </a:xfrm>
        </p:grpSpPr>
        <p:sp>
          <p:nvSpPr>
            <p:cNvPr id="2057" name="Google Shape;2057;p55">
              <a:extLst>
                <a:ext uri="{FF2B5EF4-FFF2-40B4-BE49-F238E27FC236}">
                  <a16:creationId xmlns:a16="http://schemas.microsoft.com/office/drawing/2014/main" id="{5223C132-8A31-9DD4-5E38-2D992985A052}"/>
                </a:ext>
              </a:extLst>
            </p:cNvPr>
            <p:cNvSpPr/>
            <p:nvPr/>
          </p:nvSpPr>
          <p:spPr>
            <a:xfrm flipH="1">
              <a:off x="1465050" y="946225"/>
              <a:ext cx="6213900" cy="3359100"/>
            </a:xfrm>
            <a:prstGeom prst="roundRect">
              <a:avLst>
                <a:gd name="adj" fmla="val 4601"/>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55">
              <a:extLst>
                <a:ext uri="{FF2B5EF4-FFF2-40B4-BE49-F238E27FC236}">
                  <a16:creationId xmlns:a16="http://schemas.microsoft.com/office/drawing/2014/main" id="{92B1BFE2-4223-2BBB-C5E7-585CA628BC91}"/>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55">
              <a:extLst>
                <a:ext uri="{FF2B5EF4-FFF2-40B4-BE49-F238E27FC236}">
                  <a16:creationId xmlns:a16="http://schemas.microsoft.com/office/drawing/2014/main" id="{7E0FABA6-20DF-078A-DD04-BDBF38FA9D6C}"/>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55">
              <a:extLst>
                <a:ext uri="{FF2B5EF4-FFF2-40B4-BE49-F238E27FC236}">
                  <a16:creationId xmlns:a16="http://schemas.microsoft.com/office/drawing/2014/main" id="{B3573DAF-4353-138E-3F1D-BB7EBB677E07}"/>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55">
              <a:extLst>
                <a:ext uri="{FF2B5EF4-FFF2-40B4-BE49-F238E27FC236}">
                  <a16:creationId xmlns:a16="http://schemas.microsoft.com/office/drawing/2014/main" id="{6AFCD4FE-C75E-4443-A816-6BD9AED86329}"/>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2" name="Google Shape;2062;p55">
            <a:extLst>
              <a:ext uri="{FF2B5EF4-FFF2-40B4-BE49-F238E27FC236}">
                <a16:creationId xmlns:a16="http://schemas.microsoft.com/office/drawing/2014/main" id="{B4A0D66E-020B-E582-200F-DCAE3CEB3B32}"/>
              </a:ext>
            </a:extLst>
          </p:cNvPr>
          <p:cNvSpPr txBox="1">
            <a:spLocks noGrp="1"/>
          </p:cNvSpPr>
          <p:nvPr>
            <p:ph type="title"/>
          </p:nvPr>
        </p:nvSpPr>
        <p:spPr>
          <a:xfrm>
            <a:off x="2130564" y="2097350"/>
            <a:ext cx="5719835" cy="11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2">
                    <a:lumMod val="90000"/>
                  </a:schemeClr>
                </a:solidFill>
                <a:latin typeface="Palatino" pitchFamily="2" charset="77"/>
                <a:ea typeface="Palatino" pitchFamily="2" charset="77"/>
                <a:cs typeface="Mishafi" pitchFamily="2" charset="-78"/>
              </a:rPr>
              <a:t>04</a:t>
            </a:r>
            <a:endParaRPr dirty="0">
              <a:solidFill>
                <a:schemeClr val="accent2">
                  <a:lumMod val="90000"/>
                </a:schemeClr>
              </a:solidFill>
              <a:latin typeface="Palatino" pitchFamily="2" charset="77"/>
              <a:ea typeface="Palatino" pitchFamily="2" charset="77"/>
              <a:cs typeface="Mishafi" pitchFamily="2" charset="-78"/>
            </a:endParaRPr>
          </a:p>
        </p:txBody>
      </p:sp>
      <p:sp>
        <p:nvSpPr>
          <p:cNvPr id="2063" name="Google Shape;2063;p55">
            <a:extLst>
              <a:ext uri="{FF2B5EF4-FFF2-40B4-BE49-F238E27FC236}">
                <a16:creationId xmlns:a16="http://schemas.microsoft.com/office/drawing/2014/main" id="{E8FA2705-DB35-745D-48C4-48A994C76B7D}"/>
              </a:ext>
            </a:extLst>
          </p:cNvPr>
          <p:cNvSpPr txBox="1">
            <a:spLocks noGrp="1"/>
          </p:cNvSpPr>
          <p:nvPr>
            <p:ph type="subTitle" idx="1"/>
          </p:nvPr>
        </p:nvSpPr>
        <p:spPr>
          <a:xfrm>
            <a:off x="2020801" y="3223849"/>
            <a:ext cx="5477174" cy="9174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2800" b="1" dirty="0" err="1">
                <a:solidFill>
                  <a:schemeClr val="dk1"/>
                </a:solidFill>
                <a:latin typeface="Alata"/>
                <a:cs typeface="Alata"/>
                <a:sym typeface="Alata"/>
              </a:rPr>
              <a:t>Radiologia</a:t>
            </a:r>
            <a:endParaRPr sz="2800" dirty="0">
              <a:solidFill>
                <a:schemeClr val="dk1"/>
              </a:solidFill>
              <a:latin typeface="Alata"/>
              <a:cs typeface="Alata"/>
            </a:endParaRPr>
          </a:p>
        </p:txBody>
      </p:sp>
    </p:spTree>
    <p:extLst>
      <p:ext uri="{BB962C8B-B14F-4D97-AF65-F5344CB8AC3E}">
        <p14:creationId xmlns:p14="http://schemas.microsoft.com/office/powerpoint/2010/main" val="3413244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D0E81B3F-6097-F72F-4E86-4DC0039F0DEC}"/>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7C51C584-119A-9D04-98C9-4B1EE24FABB9}"/>
              </a:ext>
            </a:extLst>
          </p:cNvPr>
          <p:cNvSpPr>
            <a:spLocks noGrp="1"/>
          </p:cNvSpPr>
          <p:nvPr>
            <p:ph type="title"/>
          </p:nvPr>
        </p:nvSpPr>
        <p:spPr/>
        <p:txBody>
          <a:bodyPr/>
          <a:lstStyle/>
          <a:p>
            <a:r>
              <a:rPr lang="de-CH" b="1" dirty="0" err="1">
                <a:solidFill>
                  <a:srgbClr val="5E288A"/>
                </a:solidFill>
              </a:rPr>
              <a:t>I</a:t>
            </a:r>
            <a:r>
              <a:rPr lang="de-CH" b="1" dirty="0" err="1"/>
              <a:t>ntroduzione</a:t>
            </a:r>
            <a:r>
              <a:rPr lang="de-CH" b="1" dirty="0"/>
              <a:t> ai </a:t>
            </a:r>
            <a:r>
              <a:rPr lang="de-CH" b="1" dirty="0" err="1"/>
              <a:t>bias</a:t>
            </a:r>
            <a:endParaRPr lang="it-IT" dirty="0">
              <a:solidFill>
                <a:srgbClr val="5E288A"/>
              </a:solidFill>
            </a:endParaRPr>
          </a:p>
        </p:txBody>
      </p:sp>
      <p:pic>
        <p:nvPicPr>
          <p:cNvPr id="2" name="Immagine 1">
            <a:extLst>
              <a:ext uri="{FF2B5EF4-FFF2-40B4-BE49-F238E27FC236}">
                <a16:creationId xmlns:a16="http://schemas.microsoft.com/office/drawing/2014/main" id="{23100683-A1C8-2F35-86DA-C581A53A7500}"/>
              </a:ext>
            </a:extLst>
          </p:cNvPr>
          <p:cNvPicPr>
            <a:picLocks noChangeAspect="1"/>
          </p:cNvPicPr>
          <p:nvPr/>
        </p:nvPicPr>
        <p:blipFill>
          <a:blip r:embed="rId3"/>
          <a:stretch>
            <a:fillRect/>
          </a:stretch>
        </p:blipFill>
        <p:spPr>
          <a:xfrm>
            <a:off x="4181302" y="1127249"/>
            <a:ext cx="4351000" cy="3466651"/>
          </a:xfrm>
          <a:prstGeom prst="rect">
            <a:avLst/>
          </a:prstGeom>
        </p:spPr>
      </p:pic>
      <p:sp>
        <p:nvSpPr>
          <p:cNvPr id="4" name="CasellaDiTesto 3">
            <a:extLst>
              <a:ext uri="{FF2B5EF4-FFF2-40B4-BE49-F238E27FC236}">
                <a16:creationId xmlns:a16="http://schemas.microsoft.com/office/drawing/2014/main" id="{15BA2F30-AB87-F036-2732-AF3D7F523CD9}"/>
              </a:ext>
            </a:extLst>
          </p:cNvPr>
          <p:cNvSpPr txBox="1"/>
          <p:nvPr/>
        </p:nvSpPr>
        <p:spPr>
          <a:xfrm>
            <a:off x="714300" y="1556087"/>
            <a:ext cx="3076304" cy="2246769"/>
          </a:xfrm>
          <a:prstGeom prst="rect">
            <a:avLst/>
          </a:prstGeom>
          <a:noFill/>
        </p:spPr>
        <p:txBody>
          <a:bodyPr wrap="square" rtlCol="0">
            <a:spAutoFit/>
          </a:bodyPr>
          <a:lstStyle/>
          <a:p>
            <a:r>
              <a:rPr lang="it-IT" dirty="0">
                <a:solidFill>
                  <a:srgbClr val="50525A"/>
                </a:solidFill>
              </a:rPr>
              <a:t>Introduciamo il concetto di </a:t>
            </a:r>
            <a:r>
              <a:rPr lang="it-IT" dirty="0" err="1">
                <a:solidFill>
                  <a:srgbClr val="50525A"/>
                </a:solidFill>
              </a:rPr>
              <a:t>bias</a:t>
            </a:r>
            <a:r>
              <a:rPr lang="it-IT" dirty="0">
                <a:solidFill>
                  <a:srgbClr val="50525A"/>
                </a:solidFill>
              </a:rPr>
              <a:t>: quando i dati non sono rappresentativi, l’AI impara ciò che vede più spesso. </a:t>
            </a:r>
          </a:p>
          <a:p>
            <a:endParaRPr lang="it-IT" dirty="0">
              <a:solidFill>
                <a:srgbClr val="50525A"/>
              </a:solidFill>
            </a:endParaRPr>
          </a:p>
          <a:p>
            <a:endParaRPr lang="it-IT" dirty="0">
              <a:solidFill>
                <a:srgbClr val="50525A"/>
              </a:solidFill>
            </a:endParaRPr>
          </a:p>
          <a:p>
            <a:r>
              <a:rPr lang="it-IT" dirty="0">
                <a:solidFill>
                  <a:srgbClr val="50525A"/>
                </a:solidFill>
              </a:rPr>
              <a:t>In radiologia, questo grafico evidenzia un </a:t>
            </a:r>
            <a:r>
              <a:rPr lang="it-IT" dirty="0" err="1">
                <a:solidFill>
                  <a:srgbClr val="50525A"/>
                </a:solidFill>
              </a:rPr>
              <a:t>bias</a:t>
            </a:r>
            <a:r>
              <a:rPr lang="it-IT" dirty="0">
                <a:solidFill>
                  <a:srgbClr val="50525A"/>
                </a:solidFill>
              </a:rPr>
              <a:t> anatomico: il torace è sovrarappresentato rispetto ad altri distretti.</a:t>
            </a:r>
          </a:p>
        </p:txBody>
      </p:sp>
    </p:spTree>
    <p:extLst>
      <p:ext uri="{BB962C8B-B14F-4D97-AF65-F5344CB8AC3E}">
        <p14:creationId xmlns:p14="http://schemas.microsoft.com/office/powerpoint/2010/main" val="2124100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3">
          <a:extLst>
            <a:ext uri="{FF2B5EF4-FFF2-40B4-BE49-F238E27FC236}">
              <a16:creationId xmlns:a16="http://schemas.microsoft.com/office/drawing/2014/main" id="{4BCE86D4-611B-DB66-DE4B-67FAC69E31D9}"/>
            </a:ext>
          </a:extLst>
        </p:cNvPr>
        <p:cNvGrpSpPr/>
        <p:nvPr/>
      </p:nvGrpSpPr>
      <p:grpSpPr>
        <a:xfrm>
          <a:off x="0" y="0"/>
          <a:ext cx="0" cy="0"/>
          <a:chOff x="0" y="0"/>
          <a:chExt cx="0" cy="0"/>
        </a:xfrm>
      </p:grpSpPr>
      <p:grpSp>
        <p:nvGrpSpPr>
          <p:cNvPr id="2050" name="Google Shape;2050;p55">
            <a:extLst>
              <a:ext uri="{FF2B5EF4-FFF2-40B4-BE49-F238E27FC236}">
                <a16:creationId xmlns:a16="http://schemas.microsoft.com/office/drawing/2014/main" id="{28785D99-B9E3-2B6D-B5D2-40D5C12A2A10}"/>
              </a:ext>
            </a:extLst>
          </p:cNvPr>
          <p:cNvGrpSpPr/>
          <p:nvPr/>
        </p:nvGrpSpPr>
        <p:grpSpPr>
          <a:xfrm>
            <a:off x="1455525" y="892200"/>
            <a:ext cx="6213900" cy="3359100"/>
            <a:chOff x="1465050" y="946225"/>
            <a:chExt cx="6213900" cy="3359100"/>
          </a:xfrm>
        </p:grpSpPr>
        <p:sp>
          <p:nvSpPr>
            <p:cNvPr id="2051" name="Google Shape;2051;p55">
              <a:extLst>
                <a:ext uri="{FF2B5EF4-FFF2-40B4-BE49-F238E27FC236}">
                  <a16:creationId xmlns:a16="http://schemas.microsoft.com/office/drawing/2014/main" id="{4556E0DE-B903-69E3-2241-BBD39E0F35BD}"/>
                </a:ext>
              </a:extLst>
            </p:cNvPr>
            <p:cNvSpPr/>
            <p:nvPr/>
          </p:nvSpPr>
          <p:spPr>
            <a:xfrm flipH="1">
              <a:off x="1465050" y="946225"/>
              <a:ext cx="6213900" cy="3359100"/>
            </a:xfrm>
            <a:prstGeom prst="roundRect">
              <a:avLst>
                <a:gd name="adj" fmla="val 4601"/>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55">
              <a:extLst>
                <a:ext uri="{FF2B5EF4-FFF2-40B4-BE49-F238E27FC236}">
                  <a16:creationId xmlns:a16="http://schemas.microsoft.com/office/drawing/2014/main" id="{CE1407D4-D29E-C00D-B546-6ED7C1492A9D}"/>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55">
              <a:extLst>
                <a:ext uri="{FF2B5EF4-FFF2-40B4-BE49-F238E27FC236}">
                  <a16:creationId xmlns:a16="http://schemas.microsoft.com/office/drawing/2014/main" id="{4559C3EF-4A34-4A0F-388C-00A44C9BE401}"/>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55">
              <a:extLst>
                <a:ext uri="{FF2B5EF4-FFF2-40B4-BE49-F238E27FC236}">
                  <a16:creationId xmlns:a16="http://schemas.microsoft.com/office/drawing/2014/main" id="{85D0A0FF-CC8E-80F3-3CCB-FE29F6326EDD}"/>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55">
              <a:extLst>
                <a:ext uri="{FF2B5EF4-FFF2-40B4-BE49-F238E27FC236}">
                  <a16:creationId xmlns:a16="http://schemas.microsoft.com/office/drawing/2014/main" id="{F6718358-E7AD-61BB-6E60-22FA442A4540}"/>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6" name="Google Shape;2056;p55">
            <a:extLst>
              <a:ext uri="{FF2B5EF4-FFF2-40B4-BE49-F238E27FC236}">
                <a16:creationId xmlns:a16="http://schemas.microsoft.com/office/drawing/2014/main" id="{CBE9BA37-F5C3-1669-5D18-A80F32BE66AF}"/>
              </a:ext>
            </a:extLst>
          </p:cNvPr>
          <p:cNvGrpSpPr/>
          <p:nvPr/>
        </p:nvGrpSpPr>
        <p:grpSpPr>
          <a:xfrm>
            <a:off x="1646025" y="1179875"/>
            <a:ext cx="6213900" cy="3359100"/>
            <a:chOff x="1465050" y="946225"/>
            <a:chExt cx="6213900" cy="3359100"/>
          </a:xfrm>
        </p:grpSpPr>
        <p:sp>
          <p:nvSpPr>
            <p:cNvPr id="2057" name="Google Shape;2057;p55">
              <a:extLst>
                <a:ext uri="{FF2B5EF4-FFF2-40B4-BE49-F238E27FC236}">
                  <a16:creationId xmlns:a16="http://schemas.microsoft.com/office/drawing/2014/main" id="{0391F692-55C2-AD6E-D643-373F57609204}"/>
                </a:ext>
              </a:extLst>
            </p:cNvPr>
            <p:cNvSpPr/>
            <p:nvPr/>
          </p:nvSpPr>
          <p:spPr>
            <a:xfrm flipH="1">
              <a:off x="1465050" y="946225"/>
              <a:ext cx="6213900" cy="3359100"/>
            </a:xfrm>
            <a:prstGeom prst="roundRect">
              <a:avLst>
                <a:gd name="adj" fmla="val 4601"/>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55">
              <a:extLst>
                <a:ext uri="{FF2B5EF4-FFF2-40B4-BE49-F238E27FC236}">
                  <a16:creationId xmlns:a16="http://schemas.microsoft.com/office/drawing/2014/main" id="{B298ACDA-73A7-FD94-04D4-837386A77E7B}"/>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55">
              <a:extLst>
                <a:ext uri="{FF2B5EF4-FFF2-40B4-BE49-F238E27FC236}">
                  <a16:creationId xmlns:a16="http://schemas.microsoft.com/office/drawing/2014/main" id="{CB11590C-54D1-7759-E645-755474E375B5}"/>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55">
              <a:extLst>
                <a:ext uri="{FF2B5EF4-FFF2-40B4-BE49-F238E27FC236}">
                  <a16:creationId xmlns:a16="http://schemas.microsoft.com/office/drawing/2014/main" id="{8CB3FF7A-1882-83B0-2A91-C04C82FE7C74}"/>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55">
              <a:extLst>
                <a:ext uri="{FF2B5EF4-FFF2-40B4-BE49-F238E27FC236}">
                  <a16:creationId xmlns:a16="http://schemas.microsoft.com/office/drawing/2014/main" id="{F7FDE45D-D505-D8F0-3B7B-CEC5CEFC8388}"/>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2" name="Google Shape;2062;p55">
            <a:extLst>
              <a:ext uri="{FF2B5EF4-FFF2-40B4-BE49-F238E27FC236}">
                <a16:creationId xmlns:a16="http://schemas.microsoft.com/office/drawing/2014/main" id="{CA2BC4AE-B4F8-EA52-9EA5-B937506F7370}"/>
              </a:ext>
            </a:extLst>
          </p:cNvPr>
          <p:cNvSpPr txBox="1">
            <a:spLocks noGrp="1"/>
          </p:cNvSpPr>
          <p:nvPr>
            <p:ph type="title"/>
          </p:nvPr>
        </p:nvSpPr>
        <p:spPr>
          <a:xfrm>
            <a:off x="2130564" y="2097350"/>
            <a:ext cx="5719835" cy="11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2">
                    <a:lumMod val="90000"/>
                  </a:schemeClr>
                </a:solidFill>
                <a:latin typeface="Palatino" pitchFamily="2" charset="77"/>
                <a:ea typeface="Palatino" pitchFamily="2" charset="77"/>
                <a:cs typeface="Mishafi" pitchFamily="2" charset="-78"/>
              </a:rPr>
              <a:t>05</a:t>
            </a:r>
            <a:endParaRPr dirty="0">
              <a:solidFill>
                <a:schemeClr val="accent2">
                  <a:lumMod val="90000"/>
                </a:schemeClr>
              </a:solidFill>
              <a:latin typeface="Palatino" pitchFamily="2" charset="77"/>
              <a:ea typeface="Palatino" pitchFamily="2" charset="77"/>
              <a:cs typeface="Mishafi" pitchFamily="2" charset="-78"/>
            </a:endParaRPr>
          </a:p>
        </p:txBody>
      </p:sp>
      <p:sp>
        <p:nvSpPr>
          <p:cNvPr id="2063" name="Google Shape;2063;p55">
            <a:extLst>
              <a:ext uri="{FF2B5EF4-FFF2-40B4-BE49-F238E27FC236}">
                <a16:creationId xmlns:a16="http://schemas.microsoft.com/office/drawing/2014/main" id="{6C46E63C-1BC0-FB5F-835D-E7636AA360D8}"/>
              </a:ext>
            </a:extLst>
          </p:cNvPr>
          <p:cNvSpPr txBox="1">
            <a:spLocks noGrp="1"/>
          </p:cNvSpPr>
          <p:nvPr>
            <p:ph type="subTitle" idx="1"/>
          </p:nvPr>
        </p:nvSpPr>
        <p:spPr>
          <a:xfrm>
            <a:off x="2143125" y="3223849"/>
            <a:ext cx="5219700" cy="9174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2800" b="1" dirty="0" err="1">
                <a:solidFill>
                  <a:schemeClr val="dk1"/>
                </a:solidFill>
                <a:latin typeface="Alata"/>
                <a:cs typeface="Alata"/>
                <a:sym typeface="Alata"/>
              </a:rPr>
              <a:t>Cardiologia</a:t>
            </a:r>
            <a:endParaRPr sz="2800" dirty="0">
              <a:solidFill>
                <a:schemeClr val="dk1"/>
              </a:solidFill>
              <a:latin typeface="Alata"/>
              <a:cs typeface="Alata"/>
            </a:endParaRPr>
          </a:p>
        </p:txBody>
      </p:sp>
    </p:spTree>
    <p:extLst>
      <p:ext uri="{BB962C8B-B14F-4D97-AF65-F5344CB8AC3E}">
        <p14:creationId xmlns:p14="http://schemas.microsoft.com/office/powerpoint/2010/main" val="373955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87C37795-4981-7ADD-3B89-649594A5E20F}"/>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96F5A01A-C0C6-1E0D-6809-7C9BDCB3F47D}"/>
              </a:ext>
            </a:extLst>
          </p:cNvPr>
          <p:cNvSpPr>
            <a:spLocks noGrp="1"/>
          </p:cNvSpPr>
          <p:nvPr>
            <p:ph type="title"/>
          </p:nvPr>
        </p:nvSpPr>
        <p:spPr/>
        <p:txBody>
          <a:bodyPr/>
          <a:lstStyle/>
          <a:p>
            <a:r>
              <a:rPr lang="de-CH" b="1" dirty="0" err="1">
                <a:solidFill>
                  <a:srgbClr val="5E288A"/>
                </a:solidFill>
              </a:rPr>
              <a:t>A</a:t>
            </a:r>
            <a:r>
              <a:rPr lang="de-CH" b="1" dirty="0" err="1"/>
              <a:t>ltri</a:t>
            </a:r>
            <a:r>
              <a:rPr lang="de-CH" b="1" dirty="0"/>
              <a:t> </a:t>
            </a:r>
            <a:r>
              <a:rPr lang="de-CH" b="1" dirty="0" err="1"/>
              <a:t>tipi</a:t>
            </a:r>
            <a:r>
              <a:rPr lang="de-CH" b="1" dirty="0"/>
              <a:t> di </a:t>
            </a:r>
            <a:r>
              <a:rPr lang="de-CH" b="1" dirty="0" err="1"/>
              <a:t>bias</a:t>
            </a:r>
            <a:endParaRPr lang="it-IT" dirty="0">
              <a:solidFill>
                <a:srgbClr val="5E288A"/>
              </a:solidFill>
            </a:endParaRPr>
          </a:p>
        </p:txBody>
      </p:sp>
      <p:pic>
        <p:nvPicPr>
          <p:cNvPr id="2" name="Immagine 1">
            <a:extLst>
              <a:ext uri="{FF2B5EF4-FFF2-40B4-BE49-F238E27FC236}">
                <a16:creationId xmlns:a16="http://schemas.microsoft.com/office/drawing/2014/main" id="{9BBE09C9-D1B2-3783-0F99-BDDA35130177}"/>
              </a:ext>
            </a:extLst>
          </p:cNvPr>
          <p:cNvPicPr>
            <a:picLocks noChangeAspect="1"/>
          </p:cNvPicPr>
          <p:nvPr/>
        </p:nvPicPr>
        <p:blipFill>
          <a:blip r:embed="rId3"/>
          <a:stretch>
            <a:fillRect/>
          </a:stretch>
        </p:blipFill>
        <p:spPr>
          <a:xfrm>
            <a:off x="4572000" y="1675129"/>
            <a:ext cx="4344708" cy="2689052"/>
          </a:xfrm>
          <a:prstGeom prst="rect">
            <a:avLst/>
          </a:prstGeom>
        </p:spPr>
      </p:pic>
      <p:sp>
        <p:nvSpPr>
          <p:cNvPr id="4" name="CasellaDiTesto 3">
            <a:extLst>
              <a:ext uri="{FF2B5EF4-FFF2-40B4-BE49-F238E27FC236}">
                <a16:creationId xmlns:a16="http://schemas.microsoft.com/office/drawing/2014/main" id="{273EAE70-677D-3B23-46C9-6F80475EBDA7}"/>
              </a:ext>
            </a:extLst>
          </p:cNvPr>
          <p:cNvSpPr txBox="1"/>
          <p:nvPr/>
        </p:nvSpPr>
        <p:spPr>
          <a:xfrm>
            <a:off x="714301" y="1675129"/>
            <a:ext cx="3425438" cy="1169551"/>
          </a:xfrm>
          <a:prstGeom prst="rect">
            <a:avLst/>
          </a:prstGeom>
          <a:noFill/>
        </p:spPr>
        <p:txBody>
          <a:bodyPr wrap="square" rtlCol="0">
            <a:spAutoFit/>
          </a:bodyPr>
          <a:lstStyle/>
          <a:p>
            <a:r>
              <a:rPr lang="it-IT" dirty="0">
                <a:solidFill>
                  <a:srgbClr val="50525A"/>
                </a:solidFill>
              </a:rPr>
              <a:t>Riferendoci ora all’ambito di cardiologia e, più nello specifico, a visite raccolte in strutture di aree geografiche diverse, emergono ulteriori tipologie di </a:t>
            </a:r>
            <a:r>
              <a:rPr lang="it-IT" dirty="0" err="1">
                <a:solidFill>
                  <a:srgbClr val="50525A"/>
                </a:solidFill>
              </a:rPr>
              <a:t>bias</a:t>
            </a:r>
            <a:r>
              <a:rPr lang="it-IT" dirty="0">
                <a:solidFill>
                  <a:srgbClr val="50525A"/>
                </a:solidFill>
              </a:rPr>
              <a:t> legate alla provenienza non uniforme dei dati.</a:t>
            </a:r>
          </a:p>
        </p:txBody>
      </p:sp>
      <p:grpSp>
        <p:nvGrpSpPr>
          <p:cNvPr id="5" name="Google Shape;5076;p68">
            <a:extLst>
              <a:ext uri="{FF2B5EF4-FFF2-40B4-BE49-F238E27FC236}">
                <a16:creationId xmlns:a16="http://schemas.microsoft.com/office/drawing/2014/main" id="{0BC9DE82-B660-569E-BAC0-7ED32B21307C}"/>
              </a:ext>
            </a:extLst>
          </p:cNvPr>
          <p:cNvGrpSpPr/>
          <p:nvPr/>
        </p:nvGrpSpPr>
        <p:grpSpPr>
          <a:xfrm>
            <a:off x="714300" y="3263244"/>
            <a:ext cx="2241344" cy="1330656"/>
            <a:chOff x="3597785" y="3065882"/>
            <a:chExt cx="2241344" cy="1330656"/>
          </a:xfrm>
        </p:grpSpPr>
        <p:grpSp>
          <p:nvGrpSpPr>
            <p:cNvPr id="6" name="Google Shape;5077;p68">
              <a:extLst>
                <a:ext uri="{FF2B5EF4-FFF2-40B4-BE49-F238E27FC236}">
                  <a16:creationId xmlns:a16="http://schemas.microsoft.com/office/drawing/2014/main" id="{8882C9B8-B9D8-3C2B-B2CC-262F230E0F60}"/>
                </a:ext>
              </a:extLst>
            </p:cNvPr>
            <p:cNvGrpSpPr/>
            <p:nvPr/>
          </p:nvGrpSpPr>
          <p:grpSpPr>
            <a:xfrm>
              <a:off x="5296908" y="3937355"/>
              <a:ext cx="143198" cy="32380"/>
              <a:chOff x="5296908" y="3937355"/>
              <a:chExt cx="143198" cy="32380"/>
            </a:xfrm>
          </p:grpSpPr>
          <p:sp>
            <p:nvSpPr>
              <p:cNvPr id="810" name="Google Shape;5078;p68">
                <a:extLst>
                  <a:ext uri="{FF2B5EF4-FFF2-40B4-BE49-F238E27FC236}">
                    <a16:creationId xmlns:a16="http://schemas.microsoft.com/office/drawing/2014/main" id="{70916B25-5DC9-5F05-EF10-D23070592D69}"/>
                  </a:ext>
                </a:extLst>
              </p:cNvPr>
              <p:cNvSpPr/>
              <p:nvPr/>
            </p:nvSpPr>
            <p:spPr>
              <a:xfrm>
                <a:off x="5319457" y="3952794"/>
                <a:ext cx="111895" cy="8"/>
              </a:xfrm>
              <a:custGeom>
                <a:avLst/>
                <a:gdLst/>
                <a:ahLst/>
                <a:cxnLst/>
                <a:rect l="l" t="t" r="r" b="b"/>
                <a:pathLst>
                  <a:path w="14227" h="1" fill="none" extrusionOk="0">
                    <a:moveTo>
                      <a:pt x="1" y="0"/>
                    </a:moveTo>
                    <a:lnTo>
                      <a:pt x="142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1" name="Google Shape;5079;p68">
                <a:extLst>
                  <a:ext uri="{FF2B5EF4-FFF2-40B4-BE49-F238E27FC236}">
                    <a16:creationId xmlns:a16="http://schemas.microsoft.com/office/drawing/2014/main" id="{0F9E2524-AE51-E262-2636-8404B331E334}"/>
                  </a:ext>
                </a:extLst>
              </p:cNvPr>
              <p:cNvGrpSpPr/>
              <p:nvPr/>
            </p:nvGrpSpPr>
            <p:grpSpPr>
              <a:xfrm>
                <a:off x="5402331" y="3937355"/>
                <a:ext cx="37776" cy="32380"/>
                <a:chOff x="5402331" y="3937355"/>
                <a:chExt cx="37776" cy="32380"/>
              </a:xfrm>
            </p:grpSpPr>
            <p:sp>
              <p:nvSpPr>
                <p:cNvPr id="815" name="Google Shape;5080;p68">
                  <a:extLst>
                    <a:ext uri="{FF2B5EF4-FFF2-40B4-BE49-F238E27FC236}">
                      <a16:creationId xmlns:a16="http://schemas.microsoft.com/office/drawing/2014/main" id="{3D9C1263-EE26-CD65-CBA9-4BB4823A26DA}"/>
                    </a:ext>
                  </a:extLst>
                </p:cNvPr>
                <p:cNvSpPr/>
                <p:nvPr/>
              </p:nvSpPr>
              <p:spPr>
                <a:xfrm>
                  <a:off x="5402331" y="3937355"/>
                  <a:ext cx="37776" cy="32380"/>
                </a:xfrm>
                <a:custGeom>
                  <a:avLst/>
                  <a:gdLst/>
                  <a:ahLst/>
                  <a:cxnLst/>
                  <a:rect l="l" t="t" r="r" b="b"/>
                  <a:pathLst>
                    <a:path w="4803" h="4117" extrusionOk="0">
                      <a:moveTo>
                        <a:pt x="2737" y="1"/>
                      </a:moveTo>
                      <a:cubicBezTo>
                        <a:pt x="2231" y="1"/>
                        <a:pt x="1714" y="189"/>
                        <a:pt x="1294" y="609"/>
                      </a:cubicBezTo>
                      <a:cubicBezTo>
                        <a:pt x="0" y="1903"/>
                        <a:pt x="919" y="4117"/>
                        <a:pt x="2746" y="4117"/>
                      </a:cubicBezTo>
                      <a:cubicBezTo>
                        <a:pt x="3883" y="4117"/>
                        <a:pt x="4802" y="3185"/>
                        <a:pt x="4802" y="2060"/>
                      </a:cubicBezTo>
                      <a:cubicBezTo>
                        <a:pt x="4802"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5081;p68">
                  <a:extLst>
                    <a:ext uri="{FF2B5EF4-FFF2-40B4-BE49-F238E27FC236}">
                      <a16:creationId xmlns:a16="http://schemas.microsoft.com/office/drawing/2014/main" id="{90E4C9D1-1393-97B3-7BC3-3A0A0583451B}"/>
                    </a:ext>
                  </a:extLst>
                </p:cNvPr>
                <p:cNvSpPr/>
                <p:nvPr/>
              </p:nvSpPr>
              <p:spPr>
                <a:xfrm>
                  <a:off x="5415174" y="3946990"/>
                  <a:ext cx="15321" cy="13064"/>
                </a:xfrm>
                <a:custGeom>
                  <a:avLst/>
                  <a:gdLst/>
                  <a:ahLst/>
                  <a:cxnLst/>
                  <a:rect l="l" t="t" r="r" b="b"/>
                  <a:pathLst>
                    <a:path w="1948" h="1661" extrusionOk="0">
                      <a:moveTo>
                        <a:pt x="1113" y="1"/>
                      </a:moveTo>
                      <a:cubicBezTo>
                        <a:pt x="375" y="1"/>
                        <a:pt x="0" y="896"/>
                        <a:pt x="532" y="1416"/>
                      </a:cubicBezTo>
                      <a:cubicBezTo>
                        <a:pt x="701" y="1585"/>
                        <a:pt x="910" y="1661"/>
                        <a:pt x="1114" y="1661"/>
                      </a:cubicBezTo>
                      <a:cubicBezTo>
                        <a:pt x="1540" y="1661"/>
                        <a:pt x="1948" y="1333"/>
                        <a:pt x="1948" y="835"/>
                      </a:cubicBezTo>
                      <a:cubicBezTo>
                        <a:pt x="1948" y="376"/>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 name="Google Shape;5082;p68">
                <a:extLst>
                  <a:ext uri="{FF2B5EF4-FFF2-40B4-BE49-F238E27FC236}">
                    <a16:creationId xmlns:a16="http://schemas.microsoft.com/office/drawing/2014/main" id="{A2161DB9-8413-7667-7C18-D5194EBAAD95}"/>
                  </a:ext>
                </a:extLst>
              </p:cNvPr>
              <p:cNvGrpSpPr/>
              <p:nvPr/>
            </p:nvGrpSpPr>
            <p:grpSpPr>
              <a:xfrm>
                <a:off x="5296908" y="3937355"/>
                <a:ext cx="37783" cy="32380"/>
                <a:chOff x="5296908" y="3937355"/>
                <a:chExt cx="37783" cy="32380"/>
              </a:xfrm>
            </p:grpSpPr>
            <p:sp>
              <p:nvSpPr>
                <p:cNvPr id="813" name="Google Shape;5083;p68">
                  <a:extLst>
                    <a:ext uri="{FF2B5EF4-FFF2-40B4-BE49-F238E27FC236}">
                      <a16:creationId xmlns:a16="http://schemas.microsoft.com/office/drawing/2014/main" id="{4FA03280-7C40-CFDA-B942-AA88C01863A0}"/>
                    </a:ext>
                  </a:extLst>
                </p:cNvPr>
                <p:cNvSpPr/>
                <p:nvPr/>
              </p:nvSpPr>
              <p:spPr>
                <a:xfrm>
                  <a:off x="5296908" y="3937355"/>
                  <a:ext cx="37783" cy="32380"/>
                </a:xfrm>
                <a:custGeom>
                  <a:avLst/>
                  <a:gdLst/>
                  <a:ahLst/>
                  <a:cxnLst/>
                  <a:rect l="l" t="t" r="r" b="b"/>
                  <a:pathLst>
                    <a:path w="4804" h="4117" extrusionOk="0">
                      <a:moveTo>
                        <a:pt x="2738" y="1"/>
                      </a:moveTo>
                      <a:cubicBezTo>
                        <a:pt x="2231" y="1"/>
                        <a:pt x="1715" y="189"/>
                        <a:pt x="1295" y="609"/>
                      </a:cubicBezTo>
                      <a:cubicBezTo>
                        <a:pt x="1" y="1903"/>
                        <a:pt x="920" y="4117"/>
                        <a:pt x="2747" y="4117"/>
                      </a:cubicBezTo>
                      <a:cubicBezTo>
                        <a:pt x="3884" y="4117"/>
                        <a:pt x="4803" y="3185"/>
                        <a:pt x="4803" y="2060"/>
                      </a:cubicBezTo>
                      <a:cubicBezTo>
                        <a:pt x="4803" y="818"/>
                        <a:pt x="3792"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5084;p68">
                  <a:extLst>
                    <a:ext uri="{FF2B5EF4-FFF2-40B4-BE49-F238E27FC236}">
                      <a16:creationId xmlns:a16="http://schemas.microsoft.com/office/drawing/2014/main" id="{0E3B7D9F-4150-F24F-CEF6-C06625417C68}"/>
                    </a:ext>
                  </a:extLst>
                </p:cNvPr>
                <p:cNvSpPr/>
                <p:nvPr/>
              </p:nvSpPr>
              <p:spPr>
                <a:xfrm>
                  <a:off x="5309846" y="3946990"/>
                  <a:ext cx="15235" cy="13064"/>
                </a:xfrm>
                <a:custGeom>
                  <a:avLst/>
                  <a:gdLst/>
                  <a:ahLst/>
                  <a:cxnLst/>
                  <a:rect l="l" t="t" r="r" b="b"/>
                  <a:pathLst>
                    <a:path w="1937" h="1661" extrusionOk="0">
                      <a:moveTo>
                        <a:pt x="1102" y="1"/>
                      </a:moveTo>
                      <a:cubicBezTo>
                        <a:pt x="364" y="1"/>
                        <a:pt x="1" y="896"/>
                        <a:pt x="521" y="1416"/>
                      </a:cubicBezTo>
                      <a:cubicBezTo>
                        <a:pt x="690" y="1585"/>
                        <a:pt x="899" y="1661"/>
                        <a:pt x="1103" y="1661"/>
                      </a:cubicBezTo>
                      <a:cubicBezTo>
                        <a:pt x="1528" y="1661"/>
                        <a:pt x="1936" y="1333"/>
                        <a:pt x="1936" y="835"/>
                      </a:cubicBezTo>
                      <a:cubicBezTo>
                        <a:pt x="1936" y="376"/>
                        <a:pt x="1561" y="1"/>
                        <a:pt x="110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 name="Google Shape;5085;p68">
              <a:extLst>
                <a:ext uri="{FF2B5EF4-FFF2-40B4-BE49-F238E27FC236}">
                  <a16:creationId xmlns:a16="http://schemas.microsoft.com/office/drawing/2014/main" id="{743AF717-664E-76E1-B77F-0601B82247B4}"/>
                </a:ext>
              </a:extLst>
            </p:cNvPr>
            <p:cNvGrpSpPr/>
            <p:nvPr/>
          </p:nvGrpSpPr>
          <p:grpSpPr>
            <a:xfrm>
              <a:off x="4724163" y="3119631"/>
              <a:ext cx="120838" cy="84218"/>
              <a:chOff x="4724163" y="3119631"/>
              <a:chExt cx="120838" cy="84218"/>
            </a:xfrm>
          </p:grpSpPr>
          <p:grpSp>
            <p:nvGrpSpPr>
              <p:cNvPr id="795" name="Google Shape;5086;p68">
                <a:extLst>
                  <a:ext uri="{FF2B5EF4-FFF2-40B4-BE49-F238E27FC236}">
                    <a16:creationId xmlns:a16="http://schemas.microsoft.com/office/drawing/2014/main" id="{460BFB3F-045D-C433-831E-39975F6640B6}"/>
                  </a:ext>
                </a:extLst>
              </p:cNvPr>
              <p:cNvGrpSpPr/>
              <p:nvPr/>
            </p:nvGrpSpPr>
            <p:grpSpPr>
              <a:xfrm>
                <a:off x="4746712" y="3132773"/>
                <a:ext cx="86869" cy="56424"/>
                <a:chOff x="4746712" y="3132773"/>
                <a:chExt cx="86869" cy="56424"/>
              </a:xfrm>
            </p:grpSpPr>
            <p:sp>
              <p:nvSpPr>
                <p:cNvPr id="808" name="Google Shape;5087;p68">
                  <a:extLst>
                    <a:ext uri="{FF2B5EF4-FFF2-40B4-BE49-F238E27FC236}">
                      <a16:creationId xmlns:a16="http://schemas.microsoft.com/office/drawing/2014/main" id="{989DF9F0-2CF6-4FAE-D780-DEA668FFE6C0}"/>
                    </a:ext>
                  </a:extLst>
                </p:cNvPr>
                <p:cNvSpPr/>
                <p:nvPr/>
              </p:nvSpPr>
              <p:spPr>
                <a:xfrm>
                  <a:off x="4746712" y="3132773"/>
                  <a:ext cx="86869" cy="56424"/>
                </a:xfrm>
                <a:custGeom>
                  <a:avLst/>
                  <a:gdLst/>
                  <a:ahLst/>
                  <a:cxnLst/>
                  <a:rect l="l" t="t" r="r" b="b"/>
                  <a:pathLst>
                    <a:path w="11045" h="7174" fill="none" extrusionOk="0">
                      <a:moveTo>
                        <a:pt x="0" y="1597"/>
                      </a:moveTo>
                      <a:cubicBezTo>
                        <a:pt x="242" y="1743"/>
                        <a:pt x="3532" y="7174"/>
                        <a:pt x="3532" y="7174"/>
                      </a:cubicBezTo>
                      <a:lnTo>
                        <a:pt x="6290" y="3315"/>
                      </a:lnTo>
                      <a:lnTo>
                        <a:pt x="11044" y="1"/>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5088;p68">
                  <a:extLst>
                    <a:ext uri="{FF2B5EF4-FFF2-40B4-BE49-F238E27FC236}">
                      <a16:creationId xmlns:a16="http://schemas.microsoft.com/office/drawing/2014/main" id="{286DFDD0-75D9-AB74-B8A1-772A019DCEB3}"/>
                    </a:ext>
                  </a:extLst>
                </p:cNvPr>
                <p:cNvSpPr/>
                <p:nvPr/>
              </p:nvSpPr>
              <p:spPr>
                <a:xfrm>
                  <a:off x="4746712" y="3145334"/>
                  <a:ext cx="49479" cy="13520"/>
                </a:xfrm>
                <a:custGeom>
                  <a:avLst/>
                  <a:gdLst/>
                  <a:ahLst/>
                  <a:cxnLst/>
                  <a:rect l="l" t="t" r="r" b="b"/>
                  <a:pathLst>
                    <a:path w="6291" h="1719" fill="none" extrusionOk="0">
                      <a:moveTo>
                        <a:pt x="0" y="0"/>
                      </a:moveTo>
                      <a:lnTo>
                        <a:pt x="6290" y="171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 name="Google Shape;5089;p68">
                <a:extLst>
                  <a:ext uri="{FF2B5EF4-FFF2-40B4-BE49-F238E27FC236}">
                    <a16:creationId xmlns:a16="http://schemas.microsoft.com/office/drawing/2014/main" id="{7316164A-9D7D-8122-0BD6-2528C73B068A}"/>
                  </a:ext>
                </a:extLst>
              </p:cNvPr>
              <p:cNvGrpSpPr/>
              <p:nvPr/>
            </p:nvGrpSpPr>
            <p:grpSpPr>
              <a:xfrm>
                <a:off x="4773634" y="3143336"/>
                <a:ext cx="37776" cy="32451"/>
                <a:chOff x="4773634" y="3143336"/>
                <a:chExt cx="37776" cy="32451"/>
              </a:xfrm>
            </p:grpSpPr>
            <p:sp>
              <p:nvSpPr>
                <p:cNvPr id="806" name="Google Shape;5090;p68">
                  <a:extLst>
                    <a:ext uri="{FF2B5EF4-FFF2-40B4-BE49-F238E27FC236}">
                      <a16:creationId xmlns:a16="http://schemas.microsoft.com/office/drawing/2014/main" id="{0FAD194B-9ABD-DE2B-78B9-8B4736DA4D1D}"/>
                    </a:ext>
                  </a:extLst>
                </p:cNvPr>
                <p:cNvSpPr/>
                <p:nvPr/>
              </p:nvSpPr>
              <p:spPr>
                <a:xfrm>
                  <a:off x="4773634" y="3143336"/>
                  <a:ext cx="37776" cy="32451"/>
                </a:xfrm>
                <a:custGeom>
                  <a:avLst/>
                  <a:gdLst/>
                  <a:ahLst/>
                  <a:cxnLst/>
                  <a:rect l="l" t="t" r="r" b="b"/>
                  <a:pathLst>
                    <a:path w="4803" h="4126" extrusionOk="0">
                      <a:moveTo>
                        <a:pt x="2730" y="0"/>
                      </a:moveTo>
                      <a:cubicBezTo>
                        <a:pt x="2226" y="0"/>
                        <a:pt x="1713" y="187"/>
                        <a:pt x="1295" y="605"/>
                      </a:cubicBezTo>
                      <a:cubicBezTo>
                        <a:pt x="1" y="1900"/>
                        <a:pt x="920" y="4125"/>
                        <a:pt x="2746" y="4125"/>
                      </a:cubicBezTo>
                      <a:cubicBezTo>
                        <a:pt x="3884" y="4125"/>
                        <a:pt x="4803" y="3206"/>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5091;p68">
                  <a:extLst>
                    <a:ext uri="{FF2B5EF4-FFF2-40B4-BE49-F238E27FC236}">
                      <a16:creationId xmlns:a16="http://schemas.microsoft.com/office/drawing/2014/main" id="{FB180E08-FE60-ACE9-FE94-B3BC1E95B1EC}"/>
                    </a:ext>
                  </a:extLst>
                </p:cNvPr>
                <p:cNvSpPr/>
                <p:nvPr/>
              </p:nvSpPr>
              <p:spPr>
                <a:xfrm>
                  <a:off x="4788664" y="3153041"/>
                  <a:ext cx="13048" cy="13040"/>
                </a:xfrm>
                <a:custGeom>
                  <a:avLst/>
                  <a:gdLst/>
                  <a:ahLst/>
                  <a:cxnLst/>
                  <a:rect l="l" t="t" r="r" b="b"/>
                  <a:pathLst>
                    <a:path w="1659" h="1658" extrusionOk="0">
                      <a:moveTo>
                        <a:pt x="835" y="0"/>
                      </a:moveTo>
                      <a:cubicBezTo>
                        <a:pt x="376" y="0"/>
                        <a:pt x="1" y="375"/>
                        <a:pt x="1" y="835"/>
                      </a:cubicBezTo>
                      <a:cubicBezTo>
                        <a:pt x="1" y="1295"/>
                        <a:pt x="376" y="1657"/>
                        <a:pt x="835" y="1657"/>
                      </a:cubicBezTo>
                      <a:cubicBezTo>
                        <a:pt x="1295" y="1657"/>
                        <a:pt x="1658" y="1295"/>
                        <a:pt x="1658" y="835"/>
                      </a:cubicBezTo>
                      <a:cubicBezTo>
                        <a:pt x="1658"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7" name="Google Shape;5092;p68">
                <a:extLst>
                  <a:ext uri="{FF2B5EF4-FFF2-40B4-BE49-F238E27FC236}">
                    <a16:creationId xmlns:a16="http://schemas.microsoft.com/office/drawing/2014/main" id="{729154B5-466C-0316-617D-42600FAA89BE}"/>
                  </a:ext>
                </a:extLst>
              </p:cNvPr>
              <p:cNvGrpSpPr/>
              <p:nvPr/>
            </p:nvGrpSpPr>
            <p:grpSpPr>
              <a:xfrm>
                <a:off x="4724163" y="3131248"/>
                <a:ext cx="37776" cy="32459"/>
                <a:chOff x="4724163" y="3131248"/>
                <a:chExt cx="37776" cy="32459"/>
              </a:xfrm>
            </p:grpSpPr>
            <p:sp>
              <p:nvSpPr>
                <p:cNvPr id="804" name="Google Shape;5093;p68">
                  <a:extLst>
                    <a:ext uri="{FF2B5EF4-FFF2-40B4-BE49-F238E27FC236}">
                      <a16:creationId xmlns:a16="http://schemas.microsoft.com/office/drawing/2014/main" id="{43497037-6CD1-EC64-CED4-CCED0F8138DE}"/>
                    </a:ext>
                  </a:extLst>
                </p:cNvPr>
                <p:cNvSpPr/>
                <p:nvPr/>
              </p:nvSpPr>
              <p:spPr>
                <a:xfrm>
                  <a:off x="4724163" y="3131248"/>
                  <a:ext cx="37776" cy="32459"/>
                </a:xfrm>
                <a:custGeom>
                  <a:avLst/>
                  <a:gdLst/>
                  <a:ahLst/>
                  <a:cxnLst/>
                  <a:rect l="l" t="t" r="r" b="b"/>
                  <a:pathLst>
                    <a:path w="4803" h="4127" extrusionOk="0">
                      <a:moveTo>
                        <a:pt x="2730" y="1"/>
                      </a:moveTo>
                      <a:cubicBezTo>
                        <a:pt x="2226" y="1"/>
                        <a:pt x="1712" y="188"/>
                        <a:pt x="1295" y="606"/>
                      </a:cubicBezTo>
                      <a:cubicBezTo>
                        <a:pt x="0" y="1900"/>
                        <a:pt x="920" y="4114"/>
                        <a:pt x="2746"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5094;p68">
                  <a:extLst>
                    <a:ext uri="{FF2B5EF4-FFF2-40B4-BE49-F238E27FC236}">
                      <a16:creationId xmlns:a16="http://schemas.microsoft.com/office/drawing/2014/main" id="{BC2593D9-B01C-DE97-72C1-FA04D8A27651}"/>
                    </a:ext>
                  </a:extLst>
                </p:cNvPr>
                <p:cNvSpPr/>
                <p:nvPr/>
              </p:nvSpPr>
              <p:spPr>
                <a:xfrm>
                  <a:off x="4739288" y="3140953"/>
                  <a:ext cx="13040" cy="13048"/>
                </a:xfrm>
                <a:custGeom>
                  <a:avLst/>
                  <a:gdLst/>
                  <a:ahLst/>
                  <a:cxnLst/>
                  <a:rect l="l" t="t" r="r" b="b"/>
                  <a:pathLst>
                    <a:path w="1658" h="1659" extrusionOk="0">
                      <a:moveTo>
                        <a:pt x="823" y="1"/>
                      </a:moveTo>
                      <a:cubicBezTo>
                        <a:pt x="363" y="1"/>
                        <a:pt x="1" y="376"/>
                        <a:pt x="1" y="823"/>
                      </a:cubicBezTo>
                      <a:cubicBezTo>
                        <a:pt x="1"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 name="Google Shape;5095;p68">
                <a:extLst>
                  <a:ext uri="{FF2B5EF4-FFF2-40B4-BE49-F238E27FC236}">
                    <a16:creationId xmlns:a16="http://schemas.microsoft.com/office/drawing/2014/main" id="{DA2F6241-2213-308B-DD03-89AF5A24A91D}"/>
                  </a:ext>
                </a:extLst>
              </p:cNvPr>
              <p:cNvGrpSpPr/>
              <p:nvPr/>
            </p:nvGrpSpPr>
            <p:grpSpPr>
              <a:xfrm>
                <a:off x="4755081" y="3176054"/>
                <a:ext cx="32357" cy="27795"/>
                <a:chOff x="4755081" y="3176054"/>
                <a:chExt cx="32357" cy="27795"/>
              </a:xfrm>
            </p:grpSpPr>
            <p:sp>
              <p:nvSpPr>
                <p:cNvPr id="802" name="Google Shape;5096;p68">
                  <a:extLst>
                    <a:ext uri="{FF2B5EF4-FFF2-40B4-BE49-F238E27FC236}">
                      <a16:creationId xmlns:a16="http://schemas.microsoft.com/office/drawing/2014/main" id="{418CF184-AA46-7922-BC3C-0267DBF8E2BB}"/>
                    </a:ext>
                  </a:extLst>
                </p:cNvPr>
                <p:cNvSpPr/>
                <p:nvPr/>
              </p:nvSpPr>
              <p:spPr>
                <a:xfrm>
                  <a:off x="4755081" y="3176054"/>
                  <a:ext cx="32357" cy="27795"/>
                </a:xfrm>
                <a:custGeom>
                  <a:avLst/>
                  <a:gdLst/>
                  <a:ahLst/>
                  <a:cxnLst/>
                  <a:rect l="l" t="t" r="r" b="b"/>
                  <a:pathLst>
                    <a:path w="4114" h="3534" extrusionOk="0">
                      <a:moveTo>
                        <a:pt x="2338" y="0"/>
                      </a:moveTo>
                      <a:cubicBezTo>
                        <a:pt x="1904" y="0"/>
                        <a:pt x="1462" y="162"/>
                        <a:pt x="1101" y="522"/>
                      </a:cubicBezTo>
                      <a:cubicBezTo>
                        <a:pt x="1" y="1635"/>
                        <a:pt x="787" y="3534"/>
                        <a:pt x="2360" y="3534"/>
                      </a:cubicBezTo>
                      <a:cubicBezTo>
                        <a:pt x="3327" y="3534"/>
                        <a:pt x="4114" y="2735"/>
                        <a:pt x="4114" y="1768"/>
                      </a:cubicBezTo>
                      <a:cubicBezTo>
                        <a:pt x="4114" y="704"/>
                        <a:pt x="3245" y="0"/>
                        <a:pt x="23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5097;p68">
                  <a:extLst>
                    <a:ext uri="{FF2B5EF4-FFF2-40B4-BE49-F238E27FC236}">
                      <a16:creationId xmlns:a16="http://schemas.microsoft.com/office/drawing/2014/main" id="{DCEC812B-DF86-89C6-E1A0-F6C70F0AF1BE}"/>
                    </a:ext>
                  </a:extLst>
                </p:cNvPr>
                <p:cNvSpPr/>
                <p:nvPr/>
              </p:nvSpPr>
              <p:spPr>
                <a:xfrm>
                  <a:off x="4767924" y="3185768"/>
                  <a:ext cx="9902" cy="8392"/>
                </a:xfrm>
                <a:custGeom>
                  <a:avLst/>
                  <a:gdLst/>
                  <a:ahLst/>
                  <a:cxnLst/>
                  <a:rect l="l" t="t" r="r" b="b"/>
                  <a:pathLst>
                    <a:path w="1259" h="1067" extrusionOk="0">
                      <a:moveTo>
                        <a:pt x="714" y="0"/>
                      </a:moveTo>
                      <a:cubicBezTo>
                        <a:pt x="243" y="0"/>
                        <a:pt x="1" y="569"/>
                        <a:pt x="339" y="908"/>
                      </a:cubicBezTo>
                      <a:cubicBezTo>
                        <a:pt x="449" y="1017"/>
                        <a:pt x="584" y="1066"/>
                        <a:pt x="716" y="1066"/>
                      </a:cubicBezTo>
                      <a:cubicBezTo>
                        <a:pt x="993" y="1066"/>
                        <a:pt x="1259" y="852"/>
                        <a:pt x="1259" y="533"/>
                      </a:cubicBezTo>
                      <a:cubicBezTo>
                        <a:pt x="1259" y="230"/>
                        <a:pt x="1017" y="0"/>
                        <a:pt x="7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9" name="Google Shape;5098;p68">
                <a:extLst>
                  <a:ext uri="{FF2B5EF4-FFF2-40B4-BE49-F238E27FC236}">
                    <a16:creationId xmlns:a16="http://schemas.microsoft.com/office/drawing/2014/main" id="{1181BF51-879A-4B7F-9D67-9298274B04D4}"/>
                  </a:ext>
                </a:extLst>
              </p:cNvPr>
              <p:cNvGrpSpPr/>
              <p:nvPr/>
            </p:nvGrpSpPr>
            <p:grpSpPr>
              <a:xfrm>
                <a:off x="4812550" y="3119631"/>
                <a:ext cx="32451" cy="27803"/>
                <a:chOff x="4812550" y="3119631"/>
                <a:chExt cx="32451" cy="27803"/>
              </a:xfrm>
            </p:grpSpPr>
            <p:sp>
              <p:nvSpPr>
                <p:cNvPr id="800" name="Google Shape;5099;p68">
                  <a:extLst>
                    <a:ext uri="{FF2B5EF4-FFF2-40B4-BE49-F238E27FC236}">
                      <a16:creationId xmlns:a16="http://schemas.microsoft.com/office/drawing/2014/main" id="{F0A765C0-4236-311C-634C-86EF26FCAF11}"/>
                    </a:ext>
                  </a:extLst>
                </p:cNvPr>
                <p:cNvSpPr/>
                <p:nvPr/>
              </p:nvSpPr>
              <p:spPr>
                <a:xfrm>
                  <a:off x="4812550" y="3119631"/>
                  <a:ext cx="32451" cy="27803"/>
                </a:xfrm>
                <a:custGeom>
                  <a:avLst/>
                  <a:gdLst/>
                  <a:ahLst/>
                  <a:cxnLst/>
                  <a:rect l="l" t="t" r="r" b="b"/>
                  <a:pathLst>
                    <a:path w="4126" h="3535" extrusionOk="0">
                      <a:moveTo>
                        <a:pt x="2350" y="1"/>
                      </a:moveTo>
                      <a:cubicBezTo>
                        <a:pt x="1916" y="1"/>
                        <a:pt x="1473" y="162"/>
                        <a:pt x="1113" y="522"/>
                      </a:cubicBezTo>
                      <a:cubicBezTo>
                        <a:pt x="0" y="1635"/>
                        <a:pt x="798" y="3534"/>
                        <a:pt x="2371" y="3534"/>
                      </a:cubicBezTo>
                      <a:cubicBezTo>
                        <a:pt x="3339" y="3534"/>
                        <a:pt x="4125" y="2748"/>
                        <a:pt x="4125" y="1768"/>
                      </a:cubicBezTo>
                      <a:cubicBezTo>
                        <a:pt x="4125" y="705"/>
                        <a:pt x="3256" y="1"/>
                        <a:pt x="235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5100;p68">
                  <a:extLst>
                    <a:ext uri="{FF2B5EF4-FFF2-40B4-BE49-F238E27FC236}">
                      <a16:creationId xmlns:a16="http://schemas.microsoft.com/office/drawing/2014/main" id="{77E68608-B465-84E3-89B2-D986B223DD0A}"/>
                    </a:ext>
                  </a:extLst>
                </p:cNvPr>
                <p:cNvSpPr/>
                <p:nvPr/>
              </p:nvSpPr>
              <p:spPr>
                <a:xfrm>
                  <a:off x="4826912" y="3129352"/>
                  <a:ext cx="8478" cy="8376"/>
                </a:xfrm>
                <a:custGeom>
                  <a:avLst/>
                  <a:gdLst/>
                  <a:ahLst/>
                  <a:cxnLst/>
                  <a:rect l="l" t="t" r="r" b="b"/>
                  <a:pathLst>
                    <a:path w="1078" h="1065" extrusionOk="0">
                      <a:moveTo>
                        <a:pt x="533" y="0"/>
                      </a:moveTo>
                      <a:cubicBezTo>
                        <a:pt x="243" y="0"/>
                        <a:pt x="1" y="242"/>
                        <a:pt x="1" y="532"/>
                      </a:cubicBezTo>
                      <a:cubicBezTo>
                        <a:pt x="1" y="835"/>
                        <a:pt x="243" y="1065"/>
                        <a:pt x="533" y="1065"/>
                      </a:cubicBezTo>
                      <a:cubicBezTo>
                        <a:pt x="835" y="1065"/>
                        <a:pt x="1077" y="835"/>
                        <a:pt x="1077" y="532"/>
                      </a:cubicBezTo>
                      <a:cubicBezTo>
                        <a:pt x="1077" y="242"/>
                        <a:pt x="835" y="0"/>
                        <a:pt x="53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 name="Google Shape;5101;p68">
              <a:extLst>
                <a:ext uri="{FF2B5EF4-FFF2-40B4-BE49-F238E27FC236}">
                  <a16:creationId xmlns:a16="http://schemas.microsoft.com/office/drawing/2014/main" id="{27C9B9C0-766C-A3DB-FAEF-1AC72B1DAA06}"/>
                </a:ext>
              </a:extLst>
            </p:cNvPr>
            <p:cNvGrpSpPr/>
            <p:nvPr/>
          </p:nvGrpSpPr>
          <p:grpSpPr>
            <a:xfrm>
              <a:off x="5382826" y="4027197"/>
              <a:ext cx="268967" cy="250422"/>
              <a:chOff x="5382826" y="4027197"/>
              <a:chExt cx="268967" cy="250422"/>
            </a:xfrm>
          </p:grpSpPr>
          <p:grpSp>
            <p:nvGrpSpPr>
              <p:cNvPr id="767" name="Google Shape;5102;p68">
                <a:extLst>
                  <a:ext uri="{FF2B5EF4-FFF2-40B4-BE49-F238E27FC236}">
                    <a16:creationId xmlns:a16="http://schemas.microsoft.com/office/drawing/2014/main" id="{F88B07F1-2453-3D10-2C0F-7FD26991AA55}"/>
                  </a:ext>
                </a:extLst>
              </p:cNvPr>
              <p:cNvGrpSpPr/>
              <p:nvPr/>
            </p:nvGrpSpPr>
            <p:grpSpPr>
              <a:xfrm>
                <a:off x="5405280" y="4042510"/>
                <a:ext cx="237570" cy="218647"/>
                <a:chOff x="5405280" y="4042510"/>
                <a:chExt cx="237570" cy="218647"/>
              </a:xfrm>
            </p:grpSpPr>
            <p:sp>
              <p:nvSpPr>
                <p:cNvPr id="789" name="Google Shape;5103;p68">
                  <a:extLst>
                    <a:ext uri="{FF2B5EF4-FFF2-40B4-BE49-F238E27FC236}">
                      <a16:creationId xmlns:a16="http://schemas.microsoft.com/office/drawing/2014/main" id="{85A6EB0C-A514-F210-AE1B-4B848D27D786}"/>
                    </a:ext>
                  </a:extLst>
                </p:cNvPr>
                <p:cNvSpPr/>
                <p:nvPr/>
              </p:nvSpPr>
              <p:spPr>
                <a:xfrm>
                  <a:off x="5405280" y="4042510"/>
                  <a:ext cx="144999" cy="173832"/>
                </a:xfrm>
                <a:custGeom>
                  <a:avLst/>
                  <a:gdLst/>
                  <a:ahLst/>
                  <a:cxnLst/>
                  <a:rect l="l" t="t" r="r" b="b"/>
                  <a:pathLst>
                    <a:path w="18436" h="22102" fill="none" extrusionOk="0">
                      <a:moveTo>
                        <a:pt x="0" y="12037"/>
                      </a:moveTo>
                      <a:cubicBezTo>
                        <a:pt x="702" y="12073"/>
                        <a:pt x="12302" y="22101"/>
                        <a:pt x="12302" y="22101"/>
                      </a:cubicBezTo>
                      <a:lnTo>
                        <a:pt x="11819" y="13005"/>
                      </a:lnTo>
                      <a:lnTo>
                        <a:pt x="18435" y="1"/>
                      </a:lnTo>
                      <a:lnTo>
                        <a:pt x="0" y="125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5104;p68">
                  <a:extLst>
                    <a:ext uri="{FF2B5EF4-FFF2-40B4-BE49-F238E27FC236}">
                      <a16:creationId xmlns:a16="http://schemas.microsoft.com/office/drawing/2014/main" id="{3F24831B-1106-CE66-EB83-9A850FA1B25D}"/>
                    </a:ext>
                  </a:extLst>
                </p:cNvPr>
                <p:cNvSpPr/>
                <p:nvPr/>
              </p:nvSpPr>
              <p:spPr>
                <a:xfrm>
                  <a:off x="5502036" y="4125093"/>
                  <a:ext cx="134350" cy="135585"/>
                </a:xfrm>
                <a:custGeom>
                  <a:avLst/>
                  <a:gdLst/>
                  <a:ahLst/>
                  <a:cxnLst/>
                  <a:rect l="l" t="t" r="r" b="b"/>
                  <a:pathLst>
                    <a:path w="17082" h="17239" fill="none" extrusionOk="0">
                      <a:moveTo>
                        <a:pt x="13513" y="17239"/>
                      </a:moveTo>
                      <a:lnTo>
                        <a:pt x="12690" y="8614"/>
                      </a:lnTo>
                      <a:lnTo>
                        <a:pt x="17081" y="1"/>
                      </a:lnTo>
                      <a:lnTo>
                        <a:pt x="0" y="2021"/>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5105;p68">
                  <a:extLst>
                    <a:ext uri="{FF2B5EF4-FFF2-40B4-BE49-F238E27FC236}">
                      <a16:creationId xmlns:a16="http://schemas.microsoft.com/office/drawing/2014/main" id="{74D28B90-EAB2-217C-5F7D-6C3E7982DE04}"/>
                    </a:ext>
                  </a:extLst>
                </p:cNvPr>
                <p:cNvSpPr/>
                <p:nvPr/>
              </p:nvSpPr>
              <p:spPr>
                <a:xfrm>
                  <a:off x="5543704" y="4042990"/>
                  <a:ext cx="99146" cy="81639"/>
                </a:xfrm>
                <a:custGeom>
                  <a:avLst/>
                  <a:gdLst/>
                  <a:ahLst/>
                  <a:cxnLst/>
                  <a:rect l="l" t="t" r="r" b="b"/>
                  <a:pathLst>
                    <a:path w="12606" h="10380" fill="none" extrusionOk="0">
                      <a:moveTo>
                        <a:pt x="1" y="0"/>
                      </a:moveTo>
                      <a:lnTo>
                        <a:pt x="12606" y="1037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5106;p68">
                  <a:extLst>
                    <a:ext uri="{FF2B5EF4-FFF2-40B4-BE49-F238E27FC236}">
                      <a16:creationId xmlns:a16="http://schemas.microsoft.com/office/drawing/2014/main" id="{F967E9AE-6866-0656-F907-AC8E18F59499}"/>
                    </a:ext>
                  </a:extLst>
                </p:cNvPr>
                <p:cNvSpPr/>
                <p:nvPr/>
              </p:nvSpPr>
              <p:spPr>
                <a:xfrm>
                  <a:off x="5501941" y="4140980"/>
                  <a:ext cx="103708" cy="51862"/>
                </a:xfrm>
                <a:custGeom>
                  <a:avLst/>
                  <a:gdLst/>
                  <a:ahLst/>
                  <a:cxnLst/>
                  <a:rect l="l" t="t" r="r" b="b"/>
                  <a:pathLst>
                    <a:path w="13186" h="6594" fill="none" extrusionOk="0">
                      <a:moveTo>
                        <a:pt x="13186" y="6594"/>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5107;p68">
                  <a:extLst>
                    <a:ext uri="{FF2B5EF4-FFF2-40B4-BE49-F238E27FC236}">
                      <a16:creationId xmlns:a16="http://schemas.microsoft.com/office/drawing/2014/main" id="{BACEFE73-A7F1-7447-5A15-57EBE3F89690}"/>
                    </a:ext>
                  </a:extLst>
                </p:cNvPr>
                <p:cNvSpPr/>
                <p:nvPr/>
              </p:nvSpPr>
              <p:spPr>
                <a:xfrm>
                  <a:off x="5495854" y="4211010"/>
                  <a:ext cx="105989" cy="50147"/>
                </a:xfrm>
                <a:custGeom>
                  <a:avLst/>
                  <a:gdLst/>
                  <a:ahLst/>
                  <a:cxnLst/>
                  <a:rect l="l" t="t" r="r" b="b"/>
                  <a:pathLst>
                    <a:path w="13476" h="6376" fill="none" extrusionOk="0">
                      <a:moveTo>
                        <a:pt x="0" y="0"/>
                      </a:moveTo>
                      <a:lnTo>
                        <a:pt x="13476" y="637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5108;p68">
                  <a:extLst>
                    <a:ext uri="{FF2B5EF4-FFF2-40B4-BE49-F238E27FC236}">
                      <a16:creationId xmlns:a16="http://schemas.microsoft.com/office/drawing/2014/main" id="{39AF8122-F584-678F-6767-AB393DDF9F23}"/>
                    </a:ext>
                  </a:extLst>
                </p:cNvPr>
                <p:cNvSpPr/>
                <p:nvPr/>
              </p:nvSpPr>
              <p:spPr>
                <a:xfrm>
                  <a:off x="5405280" y="4134420"/>
                  <a:ext cx="96669" cy="6567"/>
                </a:xfrm>
                <a:custGeom>
                  <a:avLst/>
                  <a:gdLst/>
                  <a:ahLst/>
                  <a:cxnLst/>
                  <a:rect l="l" t="t" r="r" b="b"/>
                  <a:pathLst>
                    <a:path w="12291" h="835" fill="none" extrusionOk="0">
                      <a:moveTo>
                        <a:pt x="12290" y="835"/>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8" name="Google Shape;5109;p68">
                <a:extLst>
                  <a:ext uri="{FF2B5EF4-FFF2-40B4-BE49-F238E27FC236}">
                    <a16:creationId xmlns:a16="http://schemas.microsoft.com/office/drawing/2014/main" id="{3C81DED4-FEEA-9CCF-713E-6CBBA9562EAF}"/>
                  </a:ext>
                </a:extLst>
              </p:cNvPr>
              <p:cNvGrpSpPr/>
              <p:nvPr/>
            </p:nvGrpSpPr>
            <p:grpSpPr>
              <a:xfrm>
                <a:off x="5382826" y="4125549"/>
                <a:ext cx="37776" cy="32380"/>
                <a:chOff x="5382826" y="4125549"/>
                <a:chExt cx="37776" cy="32380"/>
              </a:xfrm>
            </p:grpSpPr>
            <p:sp>
              <p:nvSpPr>
                <p:cNvPr id="787" name="Google Shape;5110;p68">
                  <a:extLst>
                    <a:ext uri="{FF2B5EF4-FFF2-40B4-BE49-F238E27FC236}">
                      <a16:creationId xmlns:a16="http://schemas.microsoft.com/office/drawing/2014/main" id="{CF480628-15E2-F34E-6F74-1DCA6B2F0581}"/>
                    </a:ext>
                  </a:extLst>
                </p:cNvPr>
                <p:cNvSpPr/>
                <p:nvPr/>
              </p:nvSpPr>
              <p:spPr>
                <a:xfrm>
                  <a:off x="5382826" y="4125549"/>
                  <a:ext cx="37776" cy="32380"/>
                </a:xfrm>
                <a:custGeom>
                  <a:avLst/>
                  <a:gdLst/>
                  <a:ahLst/>
                  <a:cxnLst/>
                  <a:rect l="l" t="t" r="r" b="b"/>
                  <a:pathLst>
                    <a:path w="4803" h="4117" extrusionOk="0">
                      <a:moveTo>
                        <a:pt x="2734" y="0"/>
                      </a:moveTo>
                      <a:cubicBezTo>
                        <a:pt x="2229" y="0"/>
                        <a:pt x="1714" y="188"/>
                        <a:pt x="1295" y="608"/>
                      </a:cubicBezTo>
                      <a:cubicBezTo>
                        <a:pt x="0" y="1902"/>
                        <a:pt x="907" y="4116"/>
                        <a:pt x="2746" y="4116"/>
                      </a:cubicBezTo>
                      <a:cubicBezTo>
                        <a:pt x="3871" y="4116"/>
                        <a:pt x="4790" y="3197"/>
                        <a:pt x="4803" y="2060"/>
                      </a:cubicBezTo>
                      <a:cubicBezTo>
                        <a:pt x="4794" y="817"/>
                        <a:pt x="3787" y="0"/>
                        <a:pt x="273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5111;p68">
                  <a:extLst>
                    <a:ext uri="{FF2B5EF4-FFF2-40B4-BE49-F238E27FC236}">
                      <a16:creationId xmlns:a16="http://schemas.microsoft.com/office/drawing/2014/main" id="{DEF57A70-54C5-5787-C91B-B07E7FBAD859}"/>
                    </a:ext>
                  </a:extLst>
                </p:cNvPr>
                <p:cNvSpPr/>
                <p:nvPr/>
              </p:nvSpPr>
              <p:spPr>
                <a:xfrm>
                  <a:off x="5395669" y="4135176"/>
                  <a:ext cx="15227" cy="13072"/>
                </a:xfrm>
                <a:custGeom>
                  <a:avLst/>
                  <a:gdLst/>
                  <a:ahLst/>
                  <a:cxnLst/>
                  <a:rect l="l" t="t" r="r" b="b"/>
                  <a:pathLst>
                    <a:path w="1936" h="1662" extrusionOk="0">
                      <a:moveTo>
                        <a:pt x="1113" y="1"/>
                      </a:moveTo>
                      <a:cubicBezTo>
                        <a:pt x="375" y="1"/>
                        <a:pt x="0" y="896"/>
                        <a:pt x="520" y="1416"/>
                      </a:cubicBezTo>
                      <a:cubicBezTo>
                        <a:pt x="689" y="1585"/>
                        <a:pt x="898" y="1661"/>
                        <a:pt x="1103" y="1661"/>
                      </a:cubicBezTo>
                      <a:cubicBezTo>
                        <a:pt x="1528" y="1661"/>
                        <a:pt x="1936" y="1334"/>
                        <a:pt x="1936" y="836"/>
                      </a:cubicBezTo>
                      <a:cubicBezTo>
                        <a:pt x="1936" y="376"/>
                        <a:pt x="1561"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 name="Google Shape;5112;p68">
                <a:extLst>
                  <a:ext uri="{FF2B5EF4-FFF2-40B4-BE49-F238E27FC236}">
                    <a16:creationId xmlns:a16="http://schemas.microsoft.com/office/drawing/2014/main" id="{396EAC1E-32A8-BB58-4119-E6D4366D418C}"/>
                  </a:ext>
                </a:extLst>
              </p:cNvPr>
              <p:cNvGrpSpPr/>
              <p:nvPr/>
            </p:nvGrpSpPr>
            <p:grpSpPr>
              <a:xfrm>
                <a:off x="5475680" y="4195587"/>
                <a:ext cx="37783" cy="32364"/>
                <a:chOff x="5475680" y="4195587"/>
                <a:chExt cx="37783" cy="32364"/>
              </a:xfrm>
            </p:grpSpPr>
            <p:sp>
              <p:nvSpPr>
                <p:cNvPr id="785" name="Google Shape;5113;p68">
                  <a:extLst>
                    <a:ext uri="{FF2B5EF4-FFF2-40B4-BE49-F238E27FC236}">
                      <a16:creationId xmlns:a16="http://schemas.microsoft.com/office/drawing/2014/main" id="{1BC15FFD-E6D2-E75E-681E-050B73463E46}"/>
                    </a:ext>
                  </a:extLst>
                </p:cNvPr>
                <p:cNvSpPr/>
                <p:nvPr/>
              </p:nvSpPr>
              <p:spPr>
                <a:xfrm>
                  <a:off x="5475680" y="4195587"/>
                  <a:ext cx="37783" cy="32364"/>
                </a:xfrm>
                <a:custGeom>
                  <a:avLst/>
                  <a:gdLst/>
                  <a:ahLst/>
                  <a:cxnLst/>
                  <a:rect l="l" t="t" r="r" b="b"/>
                  <a:pathLst>
                    <a:path w="4804" h="4115" extrusionOk="0">
                      <a:moveTo>
                        <a:pt x="2732" y="1"/>
                      </a:moveTo>
                      <a:cubicBezTo>
                        <a:pt x="2228" y="1"/>
                        <a:pt x="1713" y="188"/>
                        <a:pt x="1295" y="606"/>
                      </a:cubicBezTo>
                      <a:cubicBezTo>
                        <a:pt x="1" y="1901"/>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5114;p68">
                  <a:extLst>
                    <a:ext uri="{FF2B5EF4-FFF2-40B4-BE49-F238E27FC236}">
                      <a16:creationId xmlns:a16="http://schemas.microsoft.com/office/drawing/2014/main" id="{304424B9-54DE-5F9C-A5E5-687A8649A152}"/>
                    </a:ext>
                  </a:extLst>
                </p:cNvPr>
                <p:cNvSpPr/>
                <p:nvPr/>
              </p:nvSpPr>
              <p:spPr>
                <a:xfrm>
                  <a:off x="5488523" y="4205300"/>
                  <a:ext cx="15329" cy="13040"/>
                </a:xfrm>
                <a:custGeom>
                  <a:avLst/>
                  <a:gdLst/>
                  <a:ahLst/>
                  <a:cxnLst/>
                  <a:rect l="l" t="t" r="r" b="b"/>
                  <a:pathLst>
                    <a:path w="1949" h="1658" extrusionOk="0">
                      <a:moveTo>
                        <a:pt x="1114" y="0"/>
                      </a:moveTo>
                      <a:cubicBezTo>
                        <a:pt x="376" y="0"/>
                        <a:pt x="1" y="883"/>
                        <a:pt x="533" y="1416"/>
                      </a:cubicBezTo>
                      <a:cubicBezTo>
                        <a:pt x="700" y="1583"/>
                        <a:pt x="905" y="1657"/>
                        <a:pt x="1106" y="1657"/>
                      </a:cubicBezTo>
                      <a:cubicBezTo>
                        <a:pt x="1531" y="1657"/>
                        <a:pt x="1940" y="1324"/>
                        <a:pt x="1948" y="823"/>
                      </a:cubicBezTo>
                      <a:cubicBezTo>
                        <a:pt x="1948" y="363"/>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0" name="Google Shape;5115;p68">
                <a:extLst>
                  <a:ext uri="{FF2B5EF4-FFF2-40B4-BE49-F238E27FC236}">
                    <a16:creationId xmlns:a16="http://schemas.microsoft.com/office/drawing/2014/main" id="{A155BA24-E800-474F-E1EC-E81126AB83F5}"/>
                  </a:ext>
                </a:extLst>
              </p:cNvPr>
              <p:cNvGrpSpPr/>
              <p:nvPr/>
            </p:nvGrpSpPr>
            <p:grpSpPr>
              <a:xfrm>
                <a:off x="5532575" y="4027197"/>
                <a:ext cx="33308" cy="32262"/>
                <a:chOff x="5532575" y="4027197"/>
                <a:chExt cx="33308" cy="32262"/>
              </a:xfrm>
            </p:grpSpPr>
            <p:sp>
              <p:nvSpPr>
                <p:cNvPr id="783" name="Google Shape;5116;p68">
                  <a:extLst>
                    <a:ext uri="{FF2B5EF4-FFF2-40B4-BE49-F238E27FC236}">
                      <a16:creationId xmlns:a16="http://schemas.microsoft.com/office/drawing/2014/main" id="{20E6BB29-157C-463F-2F79-62340487E250}"/>
                    </a:ext>
                  </a:extLst>
                </p:cNvPr>
                <p:cNvSpPr/>
                <p:nvPr/>
              </p:nvSpPr>
              <p:spPr>
                <a:xfrm>
                  <a:off x="5532575" y="4027197"/>
                  <a:ext cx="33308" cy="32262"/>
                </a:xfrm>
                <a:custGeom>
                  <a:avLst/>
                  <a:gdLst/>
                  <a:ahLst/>
                  <a:cxnLst/>
                  <a:rect l="l" t="t" r="r" b="b"/>
                  <a:pathLst>
                    <a:path w="4235" h="4102" extrusionOk="0">
                      <a:moveTo>
                        <a:pt x="1984" y="0"/>
                      </a:moveTo>
                      <a:cubicBezTo>
                        <a:pt x="871" y="49"/>
                        <a:pt x="0" y="1004"/>
                        <a:pt x="37" y="2117"/>
                      </a:cubicBezTo>
                      <a:cubicBezTo>
                        <a:pt x="73" y="3227"/>
                        <a:pt x="980" y="4101"/>
                        <a:pt x="2084" y="4101"/>
                      </a:cubicBezTo>
                      <a:cubicBezTo>
                        <a:pt x="2099" y="4101"/>
                        <a:pt x="2114" y="4101"/>
                        <a:pt x="2130" y="4101"/>
                      </a:cubicBezTo>
                      <a:lnTo>
                        <a:pt x="2275" y="4101"/>
                      </a:lnTo>
                      <a:cubicBezTo>
                        <a:pt x="3375" y="4028"/>
                        <a:pt x="4234" y="3085"/>
                        <a:pt x="4186" y="1984"/>
                      </a:cubicBezTo>
                      <a:cubicBezTo>
                        <a:pt x="4150" y="871"/>
                        <a:pt x="3242" y="0"/>
                        <a:pt x="21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5117;p68">
                  <a:extLst>
                    <a:ext uri="{FF2B5EF4-FFF2-40B4-BE49-F238E27FC236}">
                      <a16:creationId xmlns:a16="http://schemas.microsoft.com/office/drawing/2014/main" id="{BC318348-6216-9BC8-EA30-78F5AA4BF9C3}"/>
                    </a:ext>
                  </a:extLst>
                </p:cNvPr>
                <p:cNvSpPr/>
                <p:nvPr/>
              </p:nvSpPr>
              <p:spPr>
                <a:xfrm>
                  <a:off x="5540661" y="4036792"/>
                  <a:ext cx="15502" cy="13064"/>
                </a:xfrm>
                <a:custGeom>
                  <a:avLst/>
                  <a:gdLst/>
                  <a:ahLst/>
                  <a:cxnLst/>
                  <a:rect l="l" t="t" r="r" b="b"/>
                  <a:pathLst>
                    <a:path w="1971" h="1661" extrusionOk="0">
                      <a:moveTo>
                        <a:pt x="1098" y="1"/>
                      </a:moveTo>
                      <a:cubicBezTo>
                        <a:pt x="1083" y="1"/>
                        <a:pt x="1068" y="1"/>
                        <a:pt x="1053" y="2"/>
                      </a:cubicBezTo>
                      <a:cubicBezTo>
                        <a:pt x="315" y="50"/>
                        <a:pt x="1" y="970"/>
                        <a:pt x="557" y="1453"/>
                      </a:cubicBezTo>
                      <a:cubicBezTo>
                        <a:pt x="721" y="1596"/>
                        <a:pt x="913" y="1660"/>
                        <a:pt x="1100" y="1660"/>
                      </a:cubicBezTo>
                      <a:cubicBezTo>
                        <a:pt x="1548" y="1660"/>
                        <a:pt x="1970" y="1296"/>
                        <a:pt x="1936" y="776"/>
                      </a:cubicBezTo>
                      <a:cubicBezTo>
                        <a:pt x="1901" y="332"/>
                        <a:pt x="1527" y="1"/>
                        <a:pt x="109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5118;p68">
                <a:extLst>
                  <a:ext uri="{FF2B5EF4-FFF2-40B4-BE49-F238E27FC236}">
                    <a16:creationId xmlns:a16="http://schemas.microsoft.com/office/drawing/2014/main" id="{6B466868-7317-8DD9-3E4B-F5271B47066B}"/>
                  </a:ext>
                </a:extLst>
              </p:cNvPr>
              <p:cNvGrpSpPr/>
              <p:nvPr/>
            </p:nvGrpSpPr>
            <p:grpSpPr>
              <a:xfrm>
                <a:off x="5590706" y="4245348"/>
                <a:ext cx="33497" cy="32270"/>
                <a:chOff x="5590706" y="4245348"/>
                <a:chExt cx="33497" cy="32270"/>
              </a:xfrm>
            </p:grpSpPr>
            <p:sp>
              <p:nvSpPr>
                <p:cNvPr id="781" name="Google Shape;5119;p68">
                  <a:extLst>
                    <a:ext uri="{FF2B5EF4-FFF2-40B4-BE49-F238E27FC236}">
                      <a16:creationId xmlns:a16="http://schemas.microsoft.com/office/drawing/2014/main" id="{2D7FF765-3493-35A6-E55B-2E18DD10F7AB}"/>
                    </a:ext>
                  </a:extLst>
                </p:cNvPr>
                <p:cNvSpPr/>
                <p:nvPr/>
              </p:nvSpPr>
              <p:spPr>
                <a:xfrm>
                  <a:off x="5590706" y="4245348"/>
                  <a:ext cx="33497" cy="32270"/>
                </a:xfrm>
                <a:custGeom>
                  <a:avLst/>
                  <a:gdLst/>
                  <a:ahLst/>
                  <a:cxnLst/>
                  <a:rect l="l" t="t" r="r" b="b"/>
                  <a:pathLst>
                    <a:path w="4259" h="4103" extrusionOk="0">
                      <a:moveTo>
                        <a:pt x="2175" y="0"/>
                      </a:moveTo>
                      <a:cubicBezTo>
                        <a:pt x="2160" y="0"/>
                        <a:pt x="2145" y="1"/>
                        <a:pt x="2130" y="1"/>
                      </a:cubicBezTo>
                      <a:lnTo>
                        <a:pt x="1984" y="1"/>
                      </a:lnTo>
                      <a:cubicBezTo>
                        <a:pt x="872" y="49"/>
                        <a:pt x="1" y="993"/>
                        <a:pt x="37" y="2118"/>
                      </a:cubicBezTo>
                      <a:cubicBezTo>
                        <a:pt x="73" y="3228"/>
                        <a:pt x="980" y="4102"/>
                        <a:pt x="2085" y="4102"/>
                      </a:cubicBezTo>
                      <a:cubicBezTo>
                        <a:pt x="2100" y="4102"/>
                        <a:pt x="2115" y="4102"/>
                        <a:pt x="2130" y="4102"/>
                      </a:cubicBezTo>
                      <a:lnTo>
                        <a:pt x="2275" y="4102"/>
                      </a:lnTo>
                      <a:cubicBezTo>
                        <a:pt x="3388" y="4041"/>
                        <a:pt x="4259" y="3098"/>
                        <a:pt x="4222" y="1985"/>
                      </a:cubicBezTo>
                      <a:cubicBezTo>
                        <a:pt x="4175" y="875"/>
                        <a:pt x="3279" y="0"/>
                        <a:pt x="21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5120;p68">
                  <a:extLst>
                    <a:ext uri="{FF2B5EF4-FFF2-40B4-BE49-F238E27FC236}">
                      <a16:creationId xmlns:a16="http://schemas.microsoft.com/office/drawing/2014/main" id="{0481710B-AF9C-D4D8-C3B5-A1497456B915}"/>
                    </a:ext>
                  </a:extLst>
                </p:cNvPr>
                <p:cNvSpPr/>
                <p:nvPr/>
              </p:nvSpPr>
              <p:spPr>
                <a:xfrm>
                  <a:off x="5598791" y="4254944"/>
                  <a:ext cx="15408" cy="13048"/>
                </a:xfrm>
                <a:custGeom>
                  <a:avLst/>
                  <a:gdLst/>
                  <a:ahLst/>
                  <a:cxnLst/>
                  <a:rect l="l" t="t" r="r" b="b"/>
                  <a:pathLst>
                    <a:path w="1959" h="1659" extrusionOk="0">
                      <a:moveTo>
                        <a:pt x="1106" y="0"/>
                      </a:moveTo>
                      <a:cubicBezTo>
                        <a:pt x="1085" y="0"/>
                        <a:pt x="1063" y="1"/>
                        <a:pt x="1041" y="3"/>
                      </a:cubicBezTo>
                      <a:cubicBezTo>
                        <a:pt x="303" y="51"/>
                        <a:pt x="1" y="970"/>
                        <a:pt x="557" y="1454"/>
                      </a:cubicBezTo>
                      <a:cubicBezTo>
                        <a:pt x="720" y="1596"/>
                        <a:pt x="909" y="1659"/>
                        <a:pt x="1093" y="1659"/>
                      </a:cubicBezTo>
                      <a:cubicBezTo>
                        <a:pt x="1538" y="1659"/>
                        <a:pt x="1958" y="1290"/>
                        <a:pt x="1924" y="777"/>
                      </a:cubicBezTo>
                      <a:cubicBezTo>
                        <a:pt x="1901" y="339"/>
                        <a:pt x="1538" y="0"/>
                        <a:pt x="110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5121;p68">
                <a:extLst>
                  <a:ext uri="{FF2B5EF4-FFF2-40B4-BE49-F238E27FC236}">
                    <a16:creationId xmlns:a16="http://schemas.microsoft.com/office/drawing/2014/main" id="{3FD7B0F7-84C4-9D63-B94B-014CAAE9E114}"/>
                  </a:ext>
                </a:extLst>
              </p:cNvPr>
              <p:cNvGrpSpPr/>
              <p:nvPr/>
            </p:nvGrpSpPr>
            <p:grpSpPr>
              <a:xfrm>
                <a:off x="5618681" y="4109677"/>
                <a:ext cx="33112" cy="32357"/>
                <a:chOff x="5618681" y="4109677"/>
                <a:chExt cx="33112" cy="32357"/>
              </a:xfrm>
            </p:grpSpPr>
            <p:sp>
              <p:nvSpPr>
                <p:cNvPr id="779" name="Google Shape;5122;p68">
                  <a:extLst>
                    <a:ext uri="{FF2B5EF4-FFF2-40B4-BE49-F238E27FC236}">
                      <a16:creationId xmlns:a16="http://schemas.microsoft.com/office/drawing/2014/main" id="{B7682296-E93C-6FDB-CC4E-B6633EE93F4F}"/>
                    </a:ext>
                  </a:extLst>
                </p:cNvPr>
                <p:cNvSpPr/>
                <p:nvPr/>
              </p:nvSpPr>
              <p:spPr>
                <a:xfrm>
                  <a:off x="5618681" y="4109677"/>
                  <a:ext cx="33112" cy="32357"/>
                </a:xfrm>
                <a:custGeom>
                  <a:avLst/>
                  <a:gdLst/>
                  <a:ahLst/>
                  <a:cxnLst/>
                  <a:rect l="l" t="t" r="r" b="b"/>
                  <a:pathLst>
                    <a:path w="4210" h="4114" extrusionOk="0">
                      <a:moveTo>
                        <a:pt x="1984" y="1"/>
                      </a:moveTo>
                      <a:cubicBezTo>
                        <a:pt x="871" y="61"/>
                        <a:pt x="0" y="1005"/>
                        <a:pt x="36" y="2130"/>
                      </a:cubicBezTo>
                      <a:cubicBezTo>
                        <a:pt x="84" y="3235"/>
                        <a:pt x="992" y="4114"/>
                        <a:pt x="2106" y="4114"/>
                      </a:cubicBezTo>
                      <a:cubicBezTo>
                        <a:pt x="2114" y="4114"/>
                        <a:pt x="2121" y="4114"/>
                        <a:pt x="2129" y="4114"/>
                      </a:cubicBezTo>
                      <a:lnTo>
                        <a:pt x="2274" y="4114"/>
                      </a:lnTo>
                      <a:cubicBezTo>
                        <a:pt x="3375" y="4029"/>
                        <a:pt x="4210" y="3086"/>
                        <a:pt x="4173" y="1985"/>
                      </a:cubicBezTo>
                      <a:cubicBezTo>
                        <a:pt x="4137" y="884"/>
                        <a:pt x="3230" y="13"/>
                        <a:pt x="21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5123;p68">
                  <a:extLst>
                    <a:ext uri="{FF2B5EF4-FFF2-40B4-BE49-F238E27FC236}">
                      <a16:creationId xmlns:a16="http://schemas.microsoft.com/office/drawing/2014/main" id="{3BA571C1-8320-E29D-D328-C8F0CCE28702}"/>
                    </a:ext>
                  </a:extLst>
                </p:cNvPr>
                <p:cNvSpPr/>
                <p:nvPr/>
              </p:nvSpPr>
              <p:spPr>
                <a:xfrm>
                  <a:off x="5626767" y="4119280"/>
                  <a:ext cx="15494" cy="13056"/>
                </a:xfrm>
                <a:custGeom>
                  <a:avLst/>
                  <a:gdLst/>
                  <a:ahLst/>
                  <a:cxnLst/>
                  <a:rect l="l" t="t" r="r" b="b"/>
                  <a:pathLst>
                    <a:path w="1970" h="1660" extrusionOk="0">
                      <a:moveTo>
                        <a:pt x="1098" y="1"/>
                      </a:moveTo>
                      <a:cubicBezTo>
                        <a:pt x="1083" y="1"/>
                        <a:pt x="1068" y="1"/>
                        <a:pt x="1053" y="2"/>
                      </a:cubicBezTo>
                      <a:cubicBezTo>
                        <a:pt x="315" y="62"/>
                        <a:pt x="0" y="970"/>
                        <a:pt x="557" y="1453"/>
                      </a:cubicBezTo>
                      <a:cubicBezTo>
                        <a:pt x="721" y="1596"/>
                        <a:pt x="913" y="1660"/>
                        <a:pt x="1100" y="1660"/>
                      </a:cubicBezTo>
                      <a:cubicBezTo>
                        <a:pt x="1547" y="1660"/>
                        <a:pt x="1970" y="1296"/>
                        <a:pt x="1936" y="776"/>
                      </a:cubicBezTo>
                      <a:cubicBezTo>
                        <a:pt x="1901" y="332"/>
                        <a:pt x="1527" y="1"/>
                        <a:pt x="109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 name="Google Shape;5124;p68">
                <a:extLst>
                  <a:ext uri="{FF2B5EF4-FFF2-40B4-BE49-F238E27FC236}">
                    <a16:creationId xmlns:a16="http://schemas.microsoft.com/office/drawing/2014/main" id="{700DD54E-0503-AA86-1D44-439720D6F76E}"/>
                  </a:ext>
                </a:extLst>
              </p:cNvPr>
              <p:cNvGrpSpPr/>
              <p:nvPr/>
            </p:nvGrpSpPr>
            <p:grpSpPr>
              <a:xfrm>
                <a:off x="5479298" y="4128262"/>
                <a:ext cx="31405" cy="26906"/>
                <a:chOff x="5479298" y="4128262"/>
                <a:chExt cx="31405" cy="26906"/>
              </a:xfrm>
            </p:grpSpPr>
            <p:sp>
              <p:nvSpPr>
                <p:cNvPr id="777" name="Google Shape;5125;p68">
                  <a:extLst>
                    <a:ext uri="{FF2B5EF4-FFF2-40B4-BE49-F238E27FC236}">
                      <a16:creationId xmlns:a16="http://schemas.microsoft.com/office/drawing/2014/main" id="{F9129634-7A69-7446-D7E8-3C24EF3DF7B4}"/>
                    </a:ext>
                  </a:extLst>
                </p:cNvPr>
                <p:cNvSpPr/>
                <p:nvPr/>
              </p:nvSpPr>
              <p:spPr>
                <a:xfrm>
                  <a:off x="5479298" y="4128262"/>
                  <a:ext cx="31405" cy="26906"/>
                </a:xfrm>
                <a:custGeom>
                  <a:avLst/>
                  <a:gdLst/>
                  <a:ahLst/>
                  <a:cxnLst/>
                  <a:rect l="l" t="t" r="r" b="b"/>
                  <a:pathLst>
                    <a:path w="3993" h="3421" extrusionOk="0">
                      <a:moveTo>
                        <a:pt x="2273" y="1"/>
                      </a:moveTo>
                      <a:cubicBezTo>
                        <a:pt x="1853" y="1"/>
                        <a:pt x="1425" y="157"/>
                        <a:pt x="1077" y="505"/>
                      </a:cubicBezTo>
                      <a:cubicBezTo>
                        <a:pt x="0" y="1582"/>
                        <a:pt x="762" y="3420"/>
                        <a:pt x="2287" y="3420"/>
                      </a:cubicBezTo>
                      <a:cubicBezTo>
                        <a:pt x="3230" y="3420"/>
                        <a:pt x="3992" y="2658"/>
                        <a:pt x="3992" y="1715"/>
                      </a:cubicBezTo>
                      <a:cubicBezTo>
                        <a:pt x="3992" y="683"/>
                        <a:pt x="3150"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5126;p68">
                  <a:extLst>
                    <a:ext uri="{FF2B5EF4-FFF2-40B4-BE49-F238E27FC236}">
                      <a16:creationId xmlns:a16="http://schemas.microsoft.com/office/drawing/2014/main" id="{C9518C97-EE65-8597-A304-8DA13056914F}"/>
                    </a:ext>
                  </a:extLst>
                </p:cNvPr>
                <p:cNvSpPr/>
                <p:nvPr/>
              </p:nvSpPr>
              <p:spPr>
                <a:xfrm>
                  <a:off x="5493471" y="4137936"/>
                  <a:ext cx="7621" cy="7621"/>
                </a:xfrm>
                <a:custGeom>
                  <a:avLst/>
                  <a:gdLst/>
                  <a:ahLst/>
                  <a:cxnLst/>
                  <a:rect l="l" t="t" r="r" b="b"/>
                  <a:pathLst>
                    <a:path w="969" h="969" extrusionOk="0">
                      <a:moveTo>
                        <a:pt x="485" y="1"/>
                      </a:moveTo>
                      <a:cubicBezTo>
                        <a:pt x="218" y="1"/>
                        <a:pt x="1" y="218"/>
                        <a:pt x="1" y="485"/>
                      </a:cubicBezTo>
                      <a:cubicBezTo>
                        <a:pt x="1" y="751"/>
                        <a:pt x="218" y="968"/>
                        <a:pt x="485" y="968"/>
                      </a:cubicBezTo>
                      <a:cubicBezTo>
                        <a:pt x="751" y="968"/>
                        <a:pt x="968" y="751"/>
                        <a:pt x="968" y="485"/>
                      </a:cubicBezTo>
                      <a:cubicBezTo>
                        <a:pt x="968"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4" name="Google Shape;5127;p68">
                <a:extLst>
                  <a:ext uri="{FF2B5EF4-FFF2-40B4-BE49-F238E27FC236}">
                    <a16:creationId xmlns:a16="http://schemas.microsoft.com/office/drawing/2014/main" id="{066D8FFE-EEF6-9EE6-42A0-4BEC922FFD9E}"/>
                  </a:ext>
                </a:extLst>
              </p:cNvPr>
              <p:cNvGrpSpPr/>
              <p:nvPr/>
            </p:nvGrpSpPr>
            <p:grpSpPr>
              <a:xfrm>
                <a:off x="5582903" y="4180116"/>
                <a:ext cx="31499" cy="26898"/>
                <a:chOff x="5582903" y="4180116"/>
                <a:chExt cx="31499" cy="26898"/>
              </a:xfrm>
            </p:grpSpPr>
            <p:sp>
              <p:nvSpPr>
                <p:cNvPr id="775" name="Google Shape;5128;p68">
                  <a:extLst>
                    <a:ext uri="{FF2B5EF4-FFF2-40B4-BE49-F238E27FC236}">
                      <a16:creationId xmlns:a16="http://schemas.microsoft.com/office/drawing/2014/main" id="{62E65006-83BB-4A42-EEB1-0457E0A52A8F}"/>
                    </a:ext>
                  </a:extLst>
                </p:cNvPr>
                <p:cNvSpPr/>
                <p:nvPr/>
              </p:nvSpPr>
              <p:spPr>
                <a:xfrm>
                  <a:off x="5582903" y="4180116"/>
                  <a:ext cx="31499" cy="26898"/>
                </a:xfrm>
                <a:custGeom>
                  <a:avLst/>
                  <a:gdLst/>
                  <a:ahLst/>
                  <a:cxnLst/>
                  <a:rect l="l" t="t" r="r" b="b"/>
                  <a:pathLst>
                    <a:path w="4005" h="3420" extrusionOk="0">
                      <a:moveTo>
                        <a:pt x="2276" y="1"/>
                      </a:moveTo>
                      <a:cubicBezTo>
                        <a:pt x="1855" y="1"/>
                        <a:pt x="1425" y="156"/>
                        <a:pt x="1077" y="505"/>
                      </a:cubicBezTo>
                      <a:cubicBezTo>
                        <a:pt x="1" y="1581"/>
                        <a:pt x="763" y="3420"/>
                        <a:pt x="2287" y="3420"/>
                      </a:cubicBezTo>
                      <a:cubicBezTo>
                        <a:pt x="3231" y="3420"/>
                        <a:pt x="4005" y="2658"/>
                        <a:pt x="4005" y="1714"/>
                      </a:cubicBezTo>
                      <a:cubicBezTo>
                        <a:pt x="4005"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5129;p68">
                  <a:extLst>
                    <a:ext uri="{FF2B5EF4-FFF2-40B4-BE49-F238E27FC236}">
                      <a16:creationId xmlns:a16="http://schemas.microsoft.com/office/drawing/2014/main" id="{3F37C3A7-389D-76CE-ECD7-68B75C03E52B}"/>
                    </a:ext>
                  </a:extLst>
                </p:cNvPr>
                <p:cNvSpPr/>
                <p:nvPr/>
              </p:nvSpPr>
              <p:spPr>
                <a:xfrm>
                  <a:off x="5597084" y="4189790"/>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 name="Google Shape;5130;p68">
              <a:extLst>
                <a:ext uri="{FF2B5EF4-FFF2-40B4-BE49-F238E27FC236}">
                  <a16:creationId xmlns:a16="http://schemas.microsoft.com/office/drawing/2014/main" id="{E045AE8E-68CB-2683-F27C-DCB32E2E5AC5}"/>
                </a:ext>
              </a:extLst>
            </p:cNvPr>
            <p:cNvGrpSpPr/>
            <p:nvPr/>
          </p:nvGrpSpPr>
          <p:grpSpPr>
            <a:xfrm>
              <a:off x="3977681" y="3230323"/>
              <a:ext cx="94584" cy="84085"/>
              <a:chOff x="3977681" y="3230323"/>
              <a:chExt cx="94584" cy="84085"/>
            </a:xfrm>
          </p:grpSpPr>
          <p:grpSp>
            <p:nvGrpSpPr>
              <p:cNvPr id="751" name="Google Shape;5131;p68">
                <a:extLst>
                  <a:ext uri="{FF2B5EF4-FFF2-40B4-BE49-F238E27FC236}">
                    <a16:creationId xmlns:a16="http://schemas.microsoft.com/office/drawing/2014/main" id="{E8EBBA68-D6CD-7846-A99E-67571F82A6C2}"/>
                  </a:ext>
                </a:extLst>
              </p:cNvPr>
              <p:cNvGrpSpPr/>
              <p:nvPr/>
            </p:nvGrpSpPr>
            <p:grpSpPr>
              <a:xfrm>
                <a:off x="4000135" y="3243041"/>
                <a:ext cx="59570" cy="57186"/>
                <a:chOff x="4000135" y="3243041"/>
                <a:chExt cx="59570" cy="57186"/>
              </a:xfrm>
            </p:grpSpPr>
            <p:sp>
              <p:nvSpPr>
                <p:cNvPr id="764" name="Google Shape;5132;p68">
                  <a:extLst>
                    <a:ext uri="{FF2B5EF4-FFF2-40B4-BE49-F238E27FC236}">
                      <a16:creationId xmlns:a16="http://schemas.microsoft.com/office/drawing/2014/main" id="{04E42D45-0F0C-4B16-10C5-9DE7B65F34D4}"/>
                    </a:ext>
                  </a:extLst>
                </p:cNvPr>
                <p:cNvSpPr/>
                <p:nvPr/>
              </p:nvSpPr>
              <p:spPr>
                <a:xfrm>
                  <a:off x="4000135" y="3243041"/>
                  <a:ext cx="59570" cy="57092"/>
                </a:xfrm>
                <a:custGeom>
                  <a:avLst/>
                  <a:gdLst/>
                  <a:ahLst/>
                  <a:cxnLst/>
                  <a:rect l="l" t="t" r="r" b="b"/>
                  <a:pathLst>
                    <a:path w="7574" h="7259" fill="none" extrusionOk="0">
                      <a:moveTo>
                        <a:pt x="1" y="2323"/>
                      </a:moveTo>
                      <a:lnTo>
                        <a:pt x="2577" y="7259"/>
                      </a:lnTo>
                      <a:lnTo>
                        <a:pt x="7573" y="4114"/>
                      </a:lnTo>
                      <a:lnTo>
                        <a:pt x="5541" y="1"/>
                      </a:lnTo>
                      <a:lnTo>
                        <a:pt x="352" y="232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5133;p68">
                  <a:extLst>
                    <a:ext uri="{FF2B5EF4-FFF2-40B4-BE49-F238E27FC236}">
                      <a16:creationId xmlns:a16="http://schemas.microsoft.com/office/drawing/2014/main" id="{E430B901-5314-1EA8-60F8-CFB5C0714F83}"/>
                    </a:ext>
                  </a:extLst>
                </p:cNvPr>
                <p:cNvSpPr/>
                <p:nvPr/>
              </p:nvSpPr>
              <p:spPr>
                <a:xfrm>
                  <a:off x="4024210" y="3246847"/>
                  <a:ext cx="15706" cy="53380"/>
                </a:xfrm>
                <a:custGeom>
                  <a:avLst/>
                  <a:gdLst/>
                  <a:ahLst/>
                  <a:cxnLst/>
                  <a:rect l="l" t="t" r="r" b="b"/>
                  <a:pathLst>
                    <a:path w="1997" h="6787" fill="none" extrusionOk="0">
                      <a:moveTo>
                        <a:pt x="0" y="6787"/>
                      </a:moveTo>
                      <a:lnTo>
                        <a:pt x="199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5134;p68">
                  <a:extLst>
                    <a:ext uri="{FF2B5EF4-FFF2-40B4-BE49-F238E27FC236}">
                      <a16:creationId xmlns:a16="http://schemas.microsoft.com/office/drawing/2014/main" id="{0A090DCC-C311-1783-D022-66D249126170}"/>
                    </a:ext>
                  </a:extLst>
                </p:cNvPr>
                <p:cNvSpPr/>
                <p:nvPr/>
              </p:nvSpPr>
              <p:spPr>
                <a:xfrm>
                  <a:off x="4002896" y="3261311"/>
                  <a:ext cx="56809" cy="14086"/>
                </a:xfrm>
                <a:custGeom>
                  <a:avLst/>
                  <a:gdLst/>
                  <a:ahLst/>
                  <a:cxnLst/>
                  <a:rect l="l" t="t" r="r" b="b"/>
                  <a:pathLst>
                    <a:path w="7223" h="1791" fill="none" extrusionOk="0">
                      <a:moveTo>
                        <a:pt x="7222" y="179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 name="Google Shape;5135;p68">
                <a:extLst>
                  <a:ext uri="{FF2B5EF4-FFF2-40B4-BE49-F238E27FC236}">
                    <a16:creationId xmlns:a16="http://schemas.microsoft.com/office/drawing/2014/main" id="{115503C0-1086-1CBC-5E87-107ADA710E90}"/>
                  </a:ext>
                </a:extLst>
              </p:cNvPr>
              <p:cNvGrpSpPr/>
              <p:nvPr/>
            </p:nvGrpSpPr>
            <p:grpSpPr>
              <a:xfrm>
                <a:off x="3977681" y="3245872"/>
                <a:ext cx="37783" cy="32380"/>
                <a:chOff x="3977681" y="3245872"/>
                <a:chExt cx="37783" cy="32380"/>
              </a:xfrm>
            </p:grpSpPr>
            <p:sp>
              <p:nvSpPr>
                <p:cNvPr id="762" name="Google Shape;5136;p68">
                  <a:extLst>
                    <a:ext uri="{FF2B5EF4-FFF2-40B4-BE49-F238E27FC236}">
                      <a16:creationId xmlns:a16="http://schemas.microsoft.com/office/drawing/2014/main" id="{EBD40B35-7F5A-52C4-607E-7D70EB1A7DCB}"/>
                    </a:ext>
                  </a:extLst>
                </p:cNvPr>
                <p:cNvSpPr/>
                <p:nvPr/>
              </p:nvSpPr>
              <p:spPr>
                <a:xfrm>
                  <a:off x="3977681" y="3245872"/>
                  <a:ext cx="37783" cy="32380"/>
                </a:xfrm>
                <a:custGeom>
                  <a:avLst/>
                  <a:gdLst/>
                  <a:ahLst/>
                  <a:cxnLst/>
                  <a:rect l="l" t="t" r="r" b="b"/>
                  <a:pathLst>
                    <a:path w="4804" h="4117" extrusionOk="0">
                      <a:moveTo>
                        <a:pt x="2726" y="1"/>
                      </a:moveTo>
                      <a:cubicBezTo>
                        <a:pt x="2219" y="1"/>
                        <a:pt x="1703" y="189"/>
                        <a:pt x="1283" y="608"/>
                      </a:cubicBezTo>
                      <a:cubicBezTo>
                        <a:pt x="1" y="1903"/>
                        <a:pt x="908" y="4117"/>
                        <a:pt x="2747" y="4117"/>
                      </a:cubicBezTo>
                      <a:cubicBezTo>
                        <a:pt x="3872" y="4104"/>
                        <a:pt x="4791" y="3185"/>
                        <a:pt x="4803" y="2060"/>
                      </a:cubicBezTo>
                      <a:cubicBezTo>
                        <a:pt x="4795" y="818"/>
                        <a:pt x="3782" y="1"/>
                        <a:pt x="272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5137;p68">
                  <a:extLst>
                    <a:ext uri="{FF2B5EF4-FFF2-40B4-BE49-F238E27FC236}">
                      <a16:creationId xmlns:a16="http://schemas.microsoft.com/office/drawing/2014/main" id="{9A243771-F2F5-684B-1162-5F20EEFEC3E0}"/>
                    </a:ext>
                  </a:extLst>
                </p:cNvPr>
                <p:cNvSpPr/>
                <p:nvPr/>
              </p:nvSpPr>
              <p:spPr>
                <a:xfrm>
                  <a:off x="3992718" y="3255507"/>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 name="Google Shape;5138;p68">
                <a:extLst>
                  <a:ext uri="{FF2B5EF4-FFF2-40B4-BE49-F238E27FC236}">
                    <a16:creationId xmlns:a16="http://schemas.microsoft.com/office/drawing/2014/main" id="{21164735-FD7D-80EA-D1E8-0C08A396EDFB}"/>
                  </a:ext>
                </a:extLst>
              </p:cNvPr>
              <p:cNvGrpSpPr/>
              <p:nvPr/>
            </p:nvGrpSpPr>
            <p:grpSpPr>
              <a:xfrm>
                <a:off x="4040860" y="3262672"/>
                <a:ext cx="31405" cy="27001"/>
                <a:chOff x="4040860" y="3262672"/>
                <a:chExt cx="31405" cy="27001"/>
              </a:xfrm>
            </p:grpSpPr>
            <p:sp>
              <p:nvSpPr>
                <p:cNvPr id="760" name="Google Shape;5139;p68">
                  <a:extLst>
                    <a:ext uri="{FF2B5EF4-FFF2-40B4-BE49-F238E27FC236}">
                      <a16:creationId xmlns:a16="http://schemas.microsoft.com/office/drawing/2014/main" id="{06B6DBA2-EE5B-0FDB-295F-E3E8CECA974D}"/>
                    </a:ext>
                  </a:extLst>
                </p:cNvPr>
                <p:cNvSpPr/>
                <p:nvPr/>
              </p:nvSpPr>
              <p:spPr>
                <a:xfrm>
                  <a:off x="4040860" y="3262672"/>
                  <a:ext cx="31405" cy="27001"/>
                </a:xfrm>
                <a:custGeom>
                  <a:avLst/>
                  <a:gdLst/>
                  <a:ahLst/>
                  <a:cxnLst/>
                  <a:rect l="l" t="t" r="r" b="b"/>
                  <a:pathLst>
                    <a:path w="3993" h="3433" extrusionOk="0">
                      <a:moveTo>
                        <a:pt x="2272" y="1"/>
                      </a:moveTo>
                      <a:cubicBezTo>
                        <a:pt x="1853" y="1"/>
                        <a:pt x="1425" y="157"/>
                        <a:pt x="1077" y="505"/>
                      </a:cubicBezTo>
                      <a:cubicBezTo>
                        <a:pt x="0" y="1581"/>
                        <a:pt x="762" y="3420"/>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5140;p68">
                  <a:extLst>
                    <a:ext uri="{FF2B5EF4-FFF2-40B4-BE49-F238E27FC236}">
                      <a16:creationId xmlns:a16="http://schemas.microsoft.com/office/drawing/2014/main" id="{6E9B016A-CA6E-4269-A06C-D446BC7EE3F0}"/>
                    </a:ext>
                  </a:extLst>
                </p:cNvPr>
                <p:cNvSpPr/>
                <p:nvPr/>
              </p:nvSpPr>
              <p:spPr>
                <a:xfrm>
                  <a:off x="4054938" y="3272346"/>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 name="Google Shape;5141;p68">
                <a:extLst>
                  <a:ext uri="{FF2B5EF4-FFF2-40B4-BE49-F238E27FC236}">
                    <a16:creationId xmlns:a16="http://schemas.microsoft.com/office/drawing/2014/main" id="{1D220F88-01AC-A285-7EDC-7C42C1B6224B}"/>
                  </a:ext>
                </a:extLst>
              </p:cNvPr>
              <p:cNvGrpSpPr/>
              <p:nvPr/>
            </p:nvGrpSpPr>
            <p:grpSpPr>
              <a:xfrm>
                <a:off x="4021072" y="3230323"/>
                <a:ext cx="31397" cy="26906"/>
                <a:chOff x="4021072" y="3230323"/>
                <a:chExt cx="31397" cy="26906"/>
              </a:xfrm>
            </p:grpSpPr>
            <p:sp>
              <p:nvSpPr>
                <p:cNvPr id="758" name="Google Shape;5142;p68">
                  <a:extLst>
                    <a:ext uri="{FF2B5EF4-FFF2-40B4-BE49-F238E27FC236}">
                      <a16:creationId xmlns:a16="http://schemas.microsoft.com/office/drawing/2014/main" id="{894C30DB-D134-F235-E8EE-9F0AC6ADD19C}"/>
                    </a:ext>
                  </a:extLst>
                </p:cNvPr>
                <p:cNvSpPr/>
                <p:nvPr/>
              </p:nvSpPr>
              <p:spPr>
                <a:xfrm>
                  <a:off x="4021072" y="3230323"/>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5143;p68">
                  <a:extLst>
                    <a:ext uri="{FF2B5EF4-FFF2-40B4-BE49-F238E27FC236}">
                      <a16:creationId xmlns:a16="http://schemas.microsoft.com/office/drawing/2014/main" id="{32E7A38B-05CF-E866-7062-1D9FDB5C167C}"/>
                    </a:ext>
                  </a:extLst>
                </p:cNvPr>
                <p:cNvSpPr/>
                <p:nvPr/>
              </p:nvSpPr>
              <p:spPr>
                <a:xfrm>
                  <a:off x="403524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5" name="Google Shape;5144;p68">
                <a:extLst>
                  <a:ext uri="{FF2B5EF4-FFF2-40B4-BE49-F238E27FC236}">
                    <a16:creationId xmlns:a16="http://schemas.microsoft.com/office/drawing/2014/main" id="{FC7423BB-ECB8-5027-6424-3D42F13429BA}"/>
                  </a:ext>
                </a:extLst>
              </p:cNvPr>
              <p:cNvGrpSpPr/>
              <p:nvPr/>
            </p:nvGrpSpPr>
            <p:grpSpPr>
              <a:xfrm>
                <a:off x="4001472" y="3287462"/>
                <a:ext cx="31499" cy="26945"/>
                <a:chOff x="4001472" y="3287462"/>
                <a:chExt cx="31499" cy="26945"/>
              </a:xfrm>
            </p:grpSpPr>
            <p:sp>
              <p:nvSpPr>
                <p:cNvPr id="756" name="Google Shape;5145;p68">
                  <a:extLst>
                    <a:ext uri="{FF2B5EF4-FFF2-40B4-BE49-F238E27FC236}">
                      <a16:creationId xmlns:a16="http://schemas.microsoft.com/office/drawing/2014/main" id="{532C2974-E6D8-204D-8766-F9B704366FEB}"/>
                    </a:ext>
                  </a:extLst>
                </p:cNvPr>
                <p:cNvSpPr/>
                <p:nvPr/>
              </p:nvSpPr>
              <p:spPr>
                <a:xfrm>
                  <a:off x="4001472" y="3287462"/>
                  <a:ext cx="31499" cy="26945"/>
                </a:xfrm>
                <a:custGeom>
                  <a:avLst/>
                  <a:gdLst/>
                  <a:ahLst/>
                  <a:cxnLst/>
                  <a:rect l="l" t="t" r="r" b="b"/>
                  <a:pathLst>
                    <a:path w="4005" h="3426" extrusionOk="0">
                      <a:moveTo>
                        <a:pt x="2276" y="1"/>
                      </a:moveTo>
                      <a:cubicBezTo>
                        <a:pt x="1854" y="1"/>
                        <a:pt x="1425" y="158"/>
                        <a:pt x="1077" y="510"/>
                      </a:cubicBezTo>
                      <a:cubicBezTo>
                        <a:pt x="0" y="1587"/>
                        <a:pt x="762" y="3425"/>
                        <a:pt x="2286" y="3425"/>
                      </a:cubicBezTo>
                      <a:cubicBezTo>
                        <a:pt x="3230" y="3425"/>
                        <a:pt x="3992" y="2663"/>
                        <a:pt x="4004" y="1720"/>
                      </a:cubicBezTo>
                      <a:cubicBezTo>
                        <a:pt x="4004" y="688"/>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5146;p68">
                  <a:extLst>
                    <a:ext uri="{FF2B5EF4-FFF2-40B4-BE49-F238E27FC236}">
                      <a16:creationId xmlns:a16="http://schemas.microsoft.com/office/drawing/2014/main" id="{8198A5D2-0E5E-5E0B-55EA-0C0D853BE233}"/>
                    </a:ext>
                  </a:extLst>
                </p:cNvPr>
                <p:cNvSpPr/>
                <p:nvPr/>
              </p:nvSpPr>
              <p:spPr>
                <a:xfrm>
                  <a:off x="4014410" y="3297175"/>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06"/>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 name="Google Shape;5147;p68">
              <a:extLst>
                <a:ext uri="{FF2B5EF4-FFF2-40B4-BE49-F238E27FC236}">
                  <a16:creationId xmlns:a16="http://schemas.microsoft.com/office/drawing/2014/main" id="{B25888D3-265A-4B45-F853-772FE3453AF5}"/>
                </a:ext>
              </a:extLst>
            </p:cNvPr>
            <p:cNvGrpSpPr/>
            <p:nvPr/>
          </p:nvGrpSpPr>
          <p:grpSpPr>
            <a:xfrm>
              <a:off x="4084715" y="3258865"/>
              <a:ext cx="184961" cy="137268"/>
              <a:chOff x="4084715" y="3258865"/>
              <a:chExt cx="184961" cy="137268"/>
            </a:xfrm>
          </p:grpSpPr>
          <p:grpSp>
            <p:nvGrpSpPr>
              <p:cNvPr id="728" name="Google Shape;5148;p68">
                <a:extLst>
                  <a:ext uri="{FF2B5EF4-FFF2-40B4-BE49-F238E27FC236}">
                    <a16:creationId xmlns:a16="http://schemas.microsoft.com/office/drawing/2014/main" id="{AFB4039B-CDC9-2B3E-4F58-18C4A1BB60E8}"/>
                  </a:ext>
                </a:extLst>
              </p:cNvPr>
              <p:cNvGrpSpPr/>
              <p:nvPr/>
            </p:nvGrpSpPr>
            <p:grpSpPr>
              <a:xfrm>
                <a:off x="4107453" y="3271583"/>
                <a:ext cx="153470" cy="110275"/>
                <a:chOff x="4107453" y="3271583"/>
                <a:chExt cx="153470" cy="110275"/>
              </a:xfrm>
            </p:grpSpPr>
            <p:sp>
              <p:nvSpPr>
                <p:cNvPr id="747" name="Google Shape;5149;p68">
                  <a:extLst>
                    <a:ext uri="{FF2B5EF4-FFF2-40B4-BE49-F238E27FC236}">
                      <a16:creationId xmlns:a16="http://schemas.microsoft.com/office/drawing/2014/main" id="{BB29AB62-4981-FF2D-0AE0-86D5C36C095E}"/>
                    </a:ext>
                  </a:extLst>
                </p:cNvPr>
                <p:cNvSpPr/>
                <p:nvPr/>
              </p:nvSpPr>
              <p:spPr>
                <a:xfrm>
                  <a:off x="4107453" y="3271583"/>
                  <a:ext cx="153470" cy="110275"/>
                </a:xfrm>
                <a:custGeom>
                  <a:avLst/>
                  <a:gdLst/>
                  <a:ahLst/>
                  <a:cxnLst/>
                  <a:rect l="l" t="t" r="r" b="b"/>
                  <a:pathLst>
                    <a:path w="19513" h="14021" fill="none" extrusionOk="0">
                      <a:moveTo>
                        <a:pt x="19513" y="14021"/>
                      </a:moveTo>
                      <a:lnTo>
                        <a:pt x="14844" y="968"/>
                      </a:lnTo>
                      <a:lnTo>
                        <a:pt x="5674" y="1"/>
                      </a:lnTo>
                      <a:lnTo>
                        <a:pt x="1" y="968"/>
                      </a:lnTo>
                      <a:lnTo>
                        <a:pt x="8977" y="2674"/>
                      </a:lnTo>
                      <a:lnTo>
                        <a:pt x="14360" y="10102"/>
                      </a:lnTo>
                      <a:lnTo>
                        <a:pt x="19029" y="140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5150;p68">
                  <a:extLst>
                    <a:ext uri="{FF2B5EF4-FFF2-40B4-BE49-F238E27FC236}">
                      <a16:creationId xmlns:a16="http://schemas.microsoft.com/office/drawing/2014/main" id="{F13CCF2B-1749-4CEF-B2FE-FFE0159592EE}"/>
                    </a:ext>
                  </a:extLst>
                </p:cNvPr>
                <p:cNvSpPr/>
                <p:nvPr/>
              </p:nvSpPr>
              <p:spPr>
                <a:xfrm>
                  <a:off x="4155886" y="3271968"/>
                  <a:ext cx="22171" cy="20559"/>
                </a:xfrm>
                <a:custGeom>
                  <a:avLst/>
                  <a:gdLst/>
                  <a:ahLst/>
                  <a:cxnLst/>
                  <a:rect l="l" t="t" r="r" b="b"/>
                  <a:pathLst>
                    <a:path w="2819" h="2614" fill="none" extrusionOk="0">
                      <a:moveTo>
                        <a:pt x="2819" y="2613"/>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5151;p68">
                  <a:extLst>
                    <a:ext uri="{FF2B5EF4-FFF2-40B4-BE49-F238E27FC236}">
                      <a16:creationId xmlns:a16="http://schemas.microsoft.com/office/drawing/2014/main" id="{CFB88C0F-B206-17E6-59DD-A5B288936409}"/>
                    </a:ext>
                  </a:extLst>
                </p:cNvPr>
                <p:cNvSpPr/>
                <p:nvPr/>
              </p:nvSpPr>
              <p:spPr>
                <a:xfrm>
                  <a:off x="4178049" y="3279196"/>
                  <a:ext cx="42345" cy="13331"/>
                </a:xfrm>
                <a:custGeom>
                  <a:avLst/>
                  <a:gdLst/>
                  <a:ahLst/>
                  <a:cxnLst/>
                  <a:rect l="l" t="t" r="r" b="b"/>
                  <a:pathLst>
                    <a:path w="5384" h="1695" fill="none" extrusionOk="0">
                      <a:moveTo>
                        <a:pt x="1" y="1694"/>
                      </a:moveTo>
                      <a:lnTo>
                        <a:pt x="538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5152;p68">
                  <a:extLst>
                    <a:ext uri="{FF2B5EF4-FFF2-40B4-BE49-F238E27FC236}">
                      <a16:creationId xmlns:a16="http://schemas.microsoft.com/office/drawing/2014/main" id="{01643DD4-6466-B80B-1AE7-2DEA387BE4CD}"/>
                    </a:ext>
                  </a:extLst>
                </p:cNvPr>
                <p:cNvSpPr/>
                <p:nvPr/>
              </p:nvSpPr>
              <p:spPr>
                <a:xfrm>
                  <a:off x="4220387" y="3279196"/>
                  <a:ext cx="8" cy="71745"/>
                </a:xfrm>
                <a:custGeom>
                  <a:avLst/>
                  <a:gdLst/>
                  <a:ahLst/>
                  <a:cxnLst/>
                  <a:rect l="l" t="t" r="r" b="b"/>
                  <a:pathLst>
                    <a:path w="1" h="9122" fill="none" extrusionOk="0">
                      <a:moveTo>
                        <a:pt x="1" y="0"/>
                      </a:moveTo>
                      <a:lnTo>
                        <a:pt x="1" y="91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9" name="Google Shape;5153;p68">
                <a:extLst>
                  <a:ext uri="{FF2B5EF4-FFF2-40B4-BE49-F238E27FC236}">
                    <a16:creationId xmlns:a16="http://schemas.microsoft.com/office/drawing/2014/main" id="{25C6B1DC-BF78-2850-79AB-912996164D7A}"/>
                  </a:ext>
                </a:extLst>
              </p:cNvPr>
              <p:cNvGrpSpPr/>
              <p:nvPr/>
            </p:nvGrpSpPr>
            <p:grpSpPr>
              <a:xfrm>
                <a:off x="4136947" y="3258865"/>
                <a:ext cx="31499" cy="27001"/>
                <a:chOff x="4136947" y="3258865"/>
                <a:chExt cx="31499" cy="27001"/>
              </a:xfrm>
            </p:grpSpPr>
            <p:sp>
              <p:nvSpPr>
                <p:cNvPr id="745" name="Google Shape;5154;p68">
                  <a:extLst>
                    <a:ext uri="{FF2B5EF4-FFF2-40B4-BE49-F238E27FC236}">
                      <a16:creationId xmlns:a16="http://schemas.microsoft.com/office/drawing/2014/main" id="{72FE3EA4-5748-13A0-0B79-30CBBED01A5C}"/>
                    </a:ext>
                  </a:extLst>
                </p:cNvPr>
                <p:cNvSpPr/>
                <p:nvPr/>
              </p:nvSpPr>
              <p:spPr>
                <a:xfrm>
                  <a:off x="4136947" y="3258865"/>
                  <a:ext cx="31499" cy="27001"/>
                </a:xfrm>
                <a:custGeom>
                  <a:avLst/>
                  <a:gdLst/>
                  <a:ahLst/>
                  <a:cxnLst/>
                  <a:rect l="l" t="t" r="r" b="b"/>
                  <a:pathLst>
                    <a:path w="4005" h="3433" extrusionOk="0">
                      <a:moveTo>
                        <a:pt x="2285" y="1"/>
                      </a:moveTo>
                      <a:cubicBezTo>
                        <a:pt x="1866" y="1"/>
                        <a:pt x="1438" y="157"/>
                        <a:pt x="1090" y="505"/>
                      </a:cubicBezTo>
                      <a:cubicBezTo>
                        <a:pt x="1" y="1581"/>
                        <a:pt x="775" y="3432"/>
                        <a:pt x="2299" y="3432"/>
                      </a:cubicBezTo>
                      <a:cubicBezTo>
                        <a:pt x="3243" y="3420"/>
                        <a:pt x="4005" y="2658"/>
                        <a:pt x="4005" y="1715"/>
                      </a:cubicBezTo>
                      <a:cubicBezTo>
                        <a:pt x="4005"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5155;p68">
                  <a:extLst>
                    <a:ext uri="{FF2B5EF4-FFF2-40B4-BE49-F238E27FC236}">
                      <a16:creationId xmlns:a16="http://schemas.microsoft.com/office/drawing/2014/main" id="{E260B967-FC17-9ED6-380A-97C7FF85175E}"/>
                    </a:ext>
                  </a:extLst>
                </p:cNvPr>
                <p:cNvSpPr/>
                <p:nvPr/>
              </p:nvSpPr>
              <p:spPr>
                <a:xfrm>
                  <a:off x="4151222" y="3268539"/>
                  <a:ext cx="7621" cy="7621"/>
                </a:xfrm>
                <a:custGeom>
                  <a:avLst/>
                  <a:gdLst/>
                  <a:ahLst/>
                  <a:cxnLst/>
                  <a:rect l="l" t="t" r="r" b="b"/>
                  <a:pathLst>
                    <a:path w="969" h="969" extrusionOk="0">
                      <a:moveTo>
                        <a:pt x="484" y="1"/>
                      </a:moveTo>
                      <a:cubicBezTo>
                        <a:pt x="206" y="1"/>
                        <a:pt x="0" y="218"/>
                        <a:pt x="0" y="485"/>
                      </a:cubicBezTo>
                      <a:cubicBezTo>
                        <a:pt x="0" y="751"/>
                        <a:pt x="206"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 name="Google Shape;5156;p68">
                <a:extLst>
                  <a:ext uri="{FF2B5EF4-FFF2-40B4-BE49-F238E27FC236}">
                    <a16:creationId xmlns:a16="http://schemas.microsoft.com/office/drawing/2014/main" id="{0DCA880B-642F-AB78-D24B-82CA703197FD}"/>
                  </a:ext>
                </a:extLst>
              </p:cNvPr>
              <p:cNvGrpSpPr/>
              <p:nvPr/>
            </p:nvGrpSpPr>
            <p:grpSpPr>
              <a:xfrm>
                <a:off x="4084715" y="3266478"/>
                <a:ext cx="31468" cy="26898"/>
                <a:chOff x="4084715" y="3266478"/>
                <a:chExt cx="31468" cy="26898"/>
              </a:xfrm>
            </p:grpSpPr>
            <p:sp>
              <p:nvSpPr>
                <p:cNvPr id="743" name="Google Shape;5157;p68">
                  <a:extLst>
                    <a:ext uri="{FF2B5EF4-FFF2-40B4-BE49-F238E27FC236}">
                      <a16:creationId xmlns:a16="http://schemas.microsoft.com/office/drawing/2014/main" id="{F7644EE5-C892-C414-4BEB-869CB8BCCDC2}"/>
                    </a:ext>
                  </a:extLst>
                </p:cNvPr>
                <p:cNvSpPr/>
                <p:nvPr/>
              </p:nvSpPr>
              <p:spPr>
                <a:xfrm>
                  <a:off x="4084715" y="3266478"/>
                  <a:ext cx="31468" cy="26898"/>
                </a:xfrm>
                <a:custGeom>
                  <a:avLst/>
                  <a:gdLst/>
                  <a:ahLst/>
                  <a:cxnLst/>
                  <a:rect l="l" t="t" r="r" b="b"/>
                  <a:pathLst>
                    <a:path w="4001" h="3420" extrusionOk="0">
                      <a:moveTo>
                        <a:pt x="2279" y="1"/>
                      </a:moveTo>
                      <a:cubicBezTo>
                        <a:pt x="1859" y="1"/>
                        <a:pt x="1429" y="157"/>
                        <a:pt x="1077" y="505"/>
                      </a:cubicBezTo>
                      <a:cubicBezTo>
                        <a:pt x="1" y="1581"/>
                        <a:pt x="763" y="3420"/>
                        <a:pt x="2287" y="3420"/>
                      </a:cubicBezTo>
                      <a:cubicBezTo>
                        <a:pt x="3231" y="3420"/>
                        <a:pt x="3993" y="2658"/>
                        <a:pt x="3993" y="1726"/>
                      </a:cubicBezTo>
                      <a:cubicBezTo>
                        <a:pt x="4001" y="686"/>
                        <a:pt x="3161" y="1"/>
                        <a:pt x="227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5158;p68">
                  <a:extLst>
                    <a:ext uri="{FF2B5EF4-FFF2-40B4-BE49-F238E27FC236}">
                      <a16:creationId xmlns:a16="http://schemas.microsoft.com/office/drawing/2014/main" id="{F634A5E5-DE24-8645-00F5-66DA4BF2F3FA}"/>
                    </a:ext>
                  </a:extLst>
                </p:cNvPr>
                <p:cNvSpPr/>
                <p:nvPr/>
              </p:nvSpPr>
              <p:spPr>
                <a:xfrm>
                  <a:off x="4098896" y="3276152"/>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 name="Google Shape;5159;p68">
                <a:extLst>
                  <a:ext uri="{FF2B5EF4-FFF2-40B4-BE49-F238E27FC236}">
                    <a16:creationId xmlns:a16="http://schemas.microsoft.com/office/drawing/2014/main" id="{5258A26B-72A1-413B-68C6-F29554032659}"/>
                  </a:ext>
                </a:extLst>
              </p:cNvPr>
              <p:cNvGrpSpPr/>
              <p:nvPr/>
            </p:nvGrpSpPr>
            <p:grpSpPr>
              <a:xfrm>
                <a:off x="4159213" y="3279849"/>
                <a:ext cx="31405" cy="26945"/>
                <a:chOff x="4159213" y="3279849"/>
                <a:chExt cx="31405" cy="26945"/>
              </a:xfrm>
            </p:grpSpPr>
            <p:sp>
              <p:nvSpPr>
                <p:cNvPr id="741" name="Google Shape;5160;p68">
                  <a:extLst>
                    <a:ext uri="{FF2B5EF4-FFF2-40B4-BE49-F238E27FC236}">
                      <a16:creationId xmlns:a16="http://schemas.microsoft.com/office/drawing/2014/main" id="{9C0F2E24-D8DF-E235-E844-20637F7B2623}"/>
                    </a:ext>
                  </a:extLst>
                </p:cNvPr>
                <p:cNvSpPr/>
                <p:nvPr/>
              </p:nvSpPr>
              <p:spPr>
                <a:xfrm>
                  <a:off x="4159213" y="3279849"/>
                  <a:ext cx="31405" cy="26945"/>
                </a:xfrm>
                <a:custGeom>
                  <a:avLst/>
                  <a:gdLst/>
                  <a:ahLst/>
                  <a:cxnLst/>
                  <a:rect l="l" t="t" r="r" b="b"/>
                  <a:pathLst>
                    <a:path w="3993" h="3426" extrusionOk="0">
                      <a:moveTo>
                        <a:pt x="2273" y="1"/>
                      </a:moveTo>
                      <a:cubicBezTo>
                        <a:pt x="1853" y="1"/>
                        <a:pt x="1425" y="158"/>
                        <a:pt x="1077" y="510"/>
                      </a:cubicBezTo>
                      <a:cubicBezTo>
                        <a:pt x="1" y="1587"/>
                        <a:pt x="763" y="3426"/>
                        <a:pt x="2287" y="3426"/>
                      </a:cubicBezTo>
                      <a:cubicBezTo>
                        <a:pt x="3230" y="3426"/>
                        <a:pt x="3992" y="2663"/>
                        <a:pt x="3992" y="1720"/>
                      </a:cubicBezTo>
                      <a:cubicBezTo>
                        <a:pt x="3992" y="689"/>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5161;p68">
                  <a:extLst>
                    <a:ext uri="{FF2B5EF4-FFF2-40B4-BE49-F238E27FC236}">
                      <a16:creationId xmlns:a16="http://schemas.microsoft.com/office/drawing/2014/main" id="{EF8C9B16-1928-3B07-50A8-F9B2ECB6F07D}"/>
                    </a:ext>
                  </a:extLst>
                </p:cNvPr>
                <p:cNvSpPr/>
                <p:nvPr/>
              </p:nvSpPr>
              <p:spPr>
                <a:xfrm>
                  <a:off x="4173385" y="3289570"/>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 name="Google Shape;5162;p68">
                <a:extLst>
                  <a:ext uri="{FF2B5EF4-FFF2-40B4-BE49-F238E27FC236}">
                    <a16:creationId xmlns:a16="http://schemas.microsoft.com/office/drawing/2014/main" id="{A084B389-85F1-8BBF-04D4-10276BC91D98}"/>
                  </a:ext>
                </a:extLst>
              </p:cNvPr>
              <p:cNvGrpSpPr/>
              <p:nvPr/>
            </p:nvGrpSpPr>
            <p:grpSpPr>
              <a:xfrm>
                <a:off x="4201550" y="3266502"/>
                <a:ext cx="31405" cy="26883"/>
                <a:chOff x="4201550" y="3266502"/>
                <a:chExt cx="31405" cy="26883"/>
              </a:xfrm>
            </p:grpSpPr>
            <p:sp>
              <p:nvSpPr>
                <p:cNvPr id="739" name="Google Shape;5163;p68">
                  <a:extLst>
                    <a:ext uri="{FF2B5EF4-FFF2-40B4-BE49-F238E27FC236}">
                      <a16:creationId xmlns:a16="http://schemas.microsoft.com/office/drawing/2014/main" id="{BAC42385-0F65-E5E7-C3B0-916E2DF538E7}"/>
                    </a:ext>
                  </a:extLst>
                </p:cNvPr>
                <p:cNvSpPr/>
                <p:nvPr/>
              </p:nvSpPr>
              <p:spPr>
                <a:xfrm>
                  <a:off x="4201550" y="3266502"/>
                  <a:ext cx="31405" cy="26883"/>
                </a:xfrm>
                <a:custGeom>
                  <a:avLst/>
                  <a:gdLst/>
                  <a:ahLst/>
                  <a:cxnLst/>
                  <a:rect l="l" t="t" r="r" b="b"/>
                  <a:pathLst>
                    <a:path w="3993" h="3418" extrusionOk="0">
                      <a:moveTo>
                        <a:pt x="2266" y="1"/>
                      </a:moveTo>
                      <a:cubicBezTo>
                        <a:pt x="1849" y="1"/>
                        <a:pt x="1423" y="155"/>
                        <a:pt x="1077" y="502"/>
                      </a:cubicBezTo>
                      <a:cubicBezTo>
                        <a:pt x="1" y="1566"/>
                        <a:pt x="751" y="3417"/>
                        <a:pt x="2275" y="3417"/>
                      </a:cubicBezTo>
                      <a:cubicBezTo>
                        <a:pt x="2282" y="3417"/>
                        <a:pt x="2290" y="3417"/>
                        <a:pt x="2297" y="3417"/>
                      </a:cubicBezTo>
                      <a:cubicBezTo>
                        <a:pt x="3230" y="3417"/>
                        <a:pt x="3993" y="2660"/>
                        <a:pt x="3993" y="1723"/>
                      </a:cubicBezTo>
                      <a:cubicBezTo>
                        <a:pt x="3993" y="689"/>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5164;p68">
                  <a:extLst>
                    <a:ext uri="{FF2B5EF4-FFF2-40B4-BE49-F238E27FC236}">
                      <a16:creationId xmlns:a16="http://schemas.microsoft.com/office/drawing/2014/main" id="{C88FD10D-B733-6BAB-60ED-E878E82FFFC6}"/>
                    </a:ext>
                  </a:extLst>
                </p:cNvPr>
                <p:cNvSpPr/>
                <p:nvPr/>
              </p:nvSpPr>
              <p:spPr>
                <a:xfrm>
                  <a:off x="4214331" y="3276247"/>
                  <a:ext cx="8919" cy="7582"/>
                </a:xfrm>
                <a:custGeom>
                  <a:avLst/>
                  <a:gdLst/>
                  <a:ahLst/>
                  <a:cxnLst/>
                  <a:rect l="l" t="t" r="r" b="b"/>
                  <a:pathLst>
                    <a:path w="1134" h="964" extrusionOk="0">
                      <a:moveTo>
                        <a:pt x="635" y="0"/>
                      </a:moveTo>
                      <a:cubicBezTo>
                        <a:pt x="209" y="0"/>
                        <a:pt x="0" y="512"/>
                        <a:pt x="311" y="823"/>
                      </a:cubicBezTo>
                      <a:cubicBezTo>
                        <a:pt x="408" y="920"/>
                        <a:pt x="528" y="964"/>
                        <a:pt x="646" y="964"/>
                      </a:cubicBezTo>
                      <a:cubicBezTo>
                        <a:pt x="895" y="964"/>
                        <a:pt x="1134" y="771"/>
                        <a:pt x="1134" y="484"/>
                      </a:cubicBezTo>
                      <a:cubicBezTo>
                        <a:pt x="1134" y="206"/>
                        <a:pt x="916" y="0"/>
                        <a:pt x="650" y="0"/>
                      </a:cubicBezTo>
                      <a:cubicBezTo>
                        <a:pt x="645" y="0"/>
                        <a:pt x="640" y="0"/>
                        <a:pt x="6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3" name="Google Shape;5165;p68">
                <a:extLst>
                  <a:ext uri="{FF2B5EF4-FFF2-40B4-BE49-F238E27FC236}">
                    <a16:creationId xmlns:a16="http://schemas.microsoft.com/office/drawing/2014/main" id="{B06C831D-D73A-A77B-D41C-70796BF4C386}"/>
                  </a:ext>
                </a:extLst>
              </p:cNvPr>
              <p:cNvGrpSpPr/>
              <p:nvPr/>
            </p:nvGrpSpPr>
            <p:grpSpPr>
              <a:xfrm>
                <a:off x="4201550" y="3338278"/>
                <a:ext cx="31405" cy="26930"/>
                <a:chOff x="4201550" y="3338278"/>
                <a:chExt cx="31405" cy="26930"/>
              </a:xfrm>
            </p:grpSpPr>
            <p:sp>
              <p:nvSpPr>
                <p:cNvPr id="737" name="Google Shape;5166;p68">
                  <a:extLst>
                    <a:ext uri="{FF2B5EF4-FFF2-40B4-BE49-F238E27FC236}">
                      <a16:creationId xmlns:a16="http://schemas.microsoft.com/office/drawing/2014/main" id="{3E83D5D7-4840-2090-90A3-A82B832D7CCC}"/>
                    </a:ext>
                  </a:extLst>
                </p:cNvPr>
                <p:cNvSpPr/>
                <p:nvPr/>
              </p:nvSpPr>
              <p:spPr>
                <a:xfrm>
                  <a:off x="4201550" y="3338278"/>
                  <a:ext cx="31405" cy="26930"/>
                </a:xfrm>
                <a:custGeom>
                  <a:avLst/>
                  <a:gdLst/>
                  <a:ahLst/>
                  <a:cxnLst/>
                  <a:rect l="l" t="t" r="r" b="b"/>
                  <a:pathLst>
                    <a:path w="3993" h="3424" extrusionOk="0">
                      <a:moveTo>
                        <a:pt x="2266" y="1"/>
                      </a:moveTo>
                      <a:cubicBezTo>
                        <a:pt x="1848" y="1"/>
                        <a:pt x="1423" y="154"/>
                        <a:pt x="1077" y="497"/>
                      </a:cubicBezTo>
                      <a:cubicBezTo>
                        <a:pt x="1" y="1573"/>
                        <a:pt x="751" y="3412"/>
                        <a:pt x="2275" y="3424"/>
                      </a:cubicBezTo>
                      <a:cubicBezTo>
                        <a:pt x="3218" y="3424"/>
                        <a:pt x="3993" y="2662"/>
                        <a:pt x="3993" y="1718"/>
                      </a:cubicBezTo>
                      <a:cubicBezTo>
                        <a:pt x="3993" y="684"/>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5167;p68">
                  <a:extLst>
                    <a:ext uri="{FF2B5EF4-FFF2-40B4-BE49-F238E27FC236}">
                      <a16:creationId xmlns:a16="http://schemas.microsoft.com/office/drawing/2014/main" id="{3247FF03-D57B-9CD6-BE8A-1A19C5EFA02A}"/>
                    </a:ext>
                  </a:extLst>
                </p:cNvPr>
                <p:cNvSpPr/>
                <p:nvPr/>
              </p:nvSpPr>
              <p:spPr>
                <a:xfrm>
                  <a:off x="4214331" y="3347976"/>
                  <a:ext cx="8919" cy="7590"/>
                </a:xfrm>
                <a:custGeom>
                  <a:avLst/>
                  <a:gdLst/>
                  <a:ahLst/>
                  <a:cxnLst/>
                  <a:rect l="l" t="t" r="r" b="b"/>
                  <a:pathLst>
                    <a:path w="1134" h="965" extrusionOk="0">
                      <a:moveTo>
                        <a:pt x="671" y="1"/>
                      </a:moveTo>
                      <a:cubicBezTo>
                        <a:pt x="664" y="1"/>
                        <a:pt x="657" y="1"/>
                        <a:pt x="650" y="1"/>
                      </a:cubicBezTo>
                      <a:cubicBezTo>
                        <a:pt x="645" y="1"/>
                        <a:pt x="640" y="1"/>
                        <a:pt x="635" y="1"/>
                      </a:cubicBezTo>
                      <a:cubicBezTo>
                        <a:pt x="209" y="1"/>
                        <a:pt x="0" y="513"/>
                        <a:pt x="311" y="824"/>
                      </a:cubicBezTo>
                      <a:cubicBezTo>
                        <a:pt x="408" y="921"/>
                        <a:pt x="528" y="965"/>
                        <a:pt x="646" y="965"/>
                      </a:cubicBezTo>
                      <a:cubicBezTo>
                        <a:pt x="895" y="965"/>
                        <a:pt x="1134" y="772"/>
                        <a:pt x="1134" y="485"/>
                      </a:cubicBezTo>
                      <a:cubicBezTo>
                        <a:pt x="1134" y="214"/>
                        <a:pt x="927" y="1"/>
                        <a:pt x="67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 name="Google Shape;5168;p68">
                <a:extLst>
                  <a:ext uri="{FF2B5EF4-FFF2-40B4-BE49-F238E27FC236}">
                    <a16:creationId xmlns:a16="http://schemas.microsoft.com/office/drawing/2014/main" id="{3CCD1044-C5D2-632E-68C1-0327EE1B722C}"/>
                  </a:ext>
                </a:extLst>
              </p:cNvPr>
              <p:cNvGrpSpPr/>
              <p:nvPr/>
            </p:nvGrpSpPr>
            <p:grpSpPr>
              <a:xfrm>
                <a:off x="4238272" y="3369132"/>
                <a:ext cx="31405" cy="27001"/>
                <a:chOff x="4238272" y="3369132"/>
                <a:chExt cx="31405" cy="27001"/>
              </a:xfrm>
            </p:grpSpPr>
            <p:sp>
              <p:nvSpPr>
                <p:cNvPr id="735" name="Google Shape;5169;p68">
                  <a:extLst>
                    <a:ext uri="{FF2B5EF4-FFF2-40B4-BE49-F238E27FC236}">
                      <a16:creationId xmlns:a16="http://schemas.microsoft.com/office/drawing/2014/main" id="{87E961BD-7A43-6252-093F-9F280973FDD3}"/>
                    </a:ext>
                  </a:extLst>
                </p:cNvPr>
                <p:cNvSpPr/>
                <p:nvPr/>
              </p:nvSpPr>
              <p:spPr>
                <a:xfrm>
                  <a:off x="4238272" y="3369132"/>
                  <a:ext cx="31405" cy="27001"/>
                </a:xfrm>
                <a:custGeom>
                  <a:avLst/>
                  <a:gdLst/>
                  <a:ahLst/>
                  <a:cxnLst/>
                  <a:rect l="l" t="t" r="r" b="b"/>
                  <a:pathLst>
                    <a:path w="3993" h="3433" extrusionOk="0">
                      <a:moveTo>
                        <a:pt x="2273" y="1"/>
                      </a:moveTo>
                      <a:cubicBezTo>
                        <a:pt x="1854" y="1"/>
                        <a:pt x="1426" y="157"/>
                        <a:pt x="1078"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5170;p68">
                  <a:extLst>
                    <a:ext uri="{FF2B5EF4-FFF2-40B4-BE49-F238E27FC236}">
                      <a16:creationId xmlns:a16="http://schemas.microsoft.com/office/drawing/2014/main" id="{51FD6054-76DF-EC79-41AB-8803248C7A63}"/>
                    </a:ext>
                  </a:extLst>
                </p:cNvPr>
                <p:cNvSpPr/>
                <p:nvPr/>
              </p:nvSpPr>
              <p:spPr>
                <a:xfrm>
                  <a:off x="4251217" y="3378806"/>
                  <a:ext cx="8856" cy="7605"/>
                </a:xfrm>
                <a:custGeom>
                  <a:avLst/>
                  <a:gdLst/>
                  <a:ahLst/>
                  <a:cxnLst/>
                  <a:rect l="l" t="t" r="r" b="b"/>
                  <a:pathLst>
                    <a:path w="1126" h="967" extrusionOk="0">
                      <a:moveTo>
                        <a:pt x="641" y="1"/>
                      </a:moveTo>
                      <a:cubicBezTo>
                        <a:pt x="206" y="1"/>
                        <a:pt x="0" y="521"/>
                        <a:pt x="303" y="823"/>
                      </a:cubicBezTo>
                      <a:cubicBezTo>
                        <a:pt x="401" y="922"/>
                        <a:pt x="524" y="967"/>
                        <a:pt x="643" y="967"/>
                      </a:cubicBezTo>
                      <a:cubicBezTo>
                        <a:pt x="889" y="967"/>
                        <a:pt x="1125" y="778"/>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 name="Google Shape;5171;p68">
              <a:extLst>
                <a:ext uri="{FF2B5EF4-FFF2-40B4-BE49-F238E27FC236}">
                  <a16:creationId xmlns:a16="http://schemas.microsoft.com/office/drawing/2014/main" id="{A55BBAD3-3448-D48A-44C2-EBEBB26F777E}"/>
                </a:ext>
              </a:extLst>
            </p:cNvPr>
            <p:cNvGrpSpPr/>
            <p:nvPr/>
          </p:nvGrpSpPr>
          <p:grpSpPr>
            <a:xfrm>
              <a:off x="4068639" y="3200169"/>
              <a:ext cx="77643" cy="37272"/>
              <a:chOff x="4068639" y="3200169"/>
              <a:chExt cx="77643" cy="37272"/>
            </a:xfrm>
          </p:grpSpPr>
          <p:sp>
            <p:nvSpPr>
              <p:cNvPr id="721" name="Google Shape;5172;p68">
                <a:extLst>
                  <a:ext uri="{FF2B5EF4-FFF2-40B4-BE49-F238E27FC236}">
                    <a16:creationId xmlns:a16="http://schemas.microsoft.com/office/drawing/2014/main" id="{B0401178-A38A-1898-ED53-684B56659BEF}"/>
                  </a:ext>
                </a:extLst>
              </p:cNvPr>
              <p:cNvSpPr/>
              <p:nvPr/>
            </p:nvSpPr>
            <p:spPr>
              <a:xfrm>
                <a:off x="4087570" y="3212886"/>
                <a:ext cx="49958" cy="10374"/>
              </a:xfrm>
              <a:custGeom>
                <a:avLst/>
                <a:gdLst/>
                <a:ahLst/>
                <a:cxnLst/>
                <a:rect l="l" t="t" r="r" b="b"/>
                <a:pathLst>
                  <a:path w="6352" h="1319" fill="none" extrusionOk="0">
                    <a:moveTo>
                      <a:pt x="1" y="1319"/>
                    </a:moveTo>
                    <a:lnTo>
                      <a:pt x="635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2" name="Google Shape;5173;p68">
                <a:extLst>
                  <a:ext uri="{FF2B5EF4-FFF2-40B4-BE49-F238E27FC236}">
                    <a16:creationId xmlns:a16="http://schemas.microsoft.com/office/drawing/2014/main" id="{B3996941-8E48-631E-3CCF-99609A7E5CDF}"/>
                  </a:ext>
                </a:extLst>
              </p:cNvPr>
              <p:cNvGrpSpPr/>
              <p:nvPr/>
            </p:nvGrpSpPr>
            <p:grpSpPr>
              <a:xfrm>
                <a:off x="4114878" y="3200169"/>
                <a:ext cx="31405" cy="26993"/>
                <a:chOff x="4114878" y="3200169"/>
                <a:chExt cx="31405" cy="26993"/>
              </a:xfrm>
            </p:grpSpPr>
            <p:sp>
              <p:nvSpPr>
                <p:cNvPr id="726" name="Google Shape;5174;p68">
                  <a:extLst>
                    <a:ext uri="{FF2B5EF4-FFF2-40B4-BE49-F238E27FC236}">
                      <a16:creationId xmlns:a16="http://schemas.microsoft.com/office/drawing/2014/main" id="{1374F261-8DBD-85A2-FC4D-0E2B1B145153}"/>
                    </a:ext>
                  </a:extLst>
                </p:cNvPr>
                <p:cNvSpPr/>
                <p:nvPr/>
              </p:nvSpPr>
              <p:spPr>
                <a:xfrm>
                  <a:off x="4114878" y="3200169"/>
                  <a:ext cx="31405" cy="26993"/>
                </a:xfrm>
                <a:custGeom>
                  <a:avLst/>
                  <a:gdLst/>
                  <a:ahLst/>
                  <a:cxnLst/>
                  <a:rect l="l" t="t" r="r" b="b"/>
                  <a:pathLst>
                    <a:path w="3993" h="3432" extrusionOk="0">
                      <a:moveTo>
                        <a:pt x="2273" y="0"/>
                      </a:moveTo>
                      <a:cubicBezTo>
                        <a:pt x="1853" y="0"/>
                        <a:pt x="1425" y="156"/>
                        <a:pt x="1077" y="504"/>
                      </a:cubicBezTo>
                      <a:cubicBezTo>
                        <a:pt x="0" y="1581"/>
                        <a:pt x="763" y="3432"/>
                        <a:pt x="2287" y="3432"/>
                      </a:cubicBezTo>
                      <a:cubicBezTo>
                        <a:pt x="3230" y="3432"/>
                        <a:pt x="3992" y="2657"/>
                        <a:pt x="3992" y="1714"/>
                      </a:cubicBezTo>
                      <a:cubicBezTo>
                        <a:pt x="3992"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5175;p68">
                  <a:extLst>
                    <a:ext uri="{FF2B5EF4-FFF2-40B4-BE49-F238E27FC236}">
                      <a16:creationId xmlns:a16="http://schemas.microsoft.com/office/drawing/2014/main" id="{2DA7EB72-167D-0440-1BF8-EDCB6A56BEDE}"/>
                    </a:ext>
                  </a:extLst>
                </p:cNvPr>
                <p:cNvSpPr/>
                <p:nvPr/>
              </p:nvSpPr>
              <p:spPr>
                <a:xfrm>
                  <a:off x="4127721" y="3209835"/>
                  <a:ext cx="8950" cy="7684"/>
                </a:xfrm>
                <a:custGeom>
                  <a:avLst/>
                  <a:gdLst/>
                  <a:ahLst/>
                  <a:cxnLst/>
                  <a:rect l="l" t="t" r="r" b="b"/>
                  <a:pathLst>
                    <a:path w="1138" h="977" extrusionOk="0">
                      <a:moveTo>
                        <a:pt x="654" y="1"/>
                      </a:moveTo>
                      <a:cubicBezTo>
                        <a:pt x="218" y="1"/>
                        <a:pt x="1" y="521"/>
                        <a:pt x="303" y="836"/>
                      </a:cubicBezTo>
                      <a:cubicBezTo>
                        <a:pt x="400" y="933"/>
                        <a:pt x="519" y="976"/>
                        <a:pt x="637" y="976"/>
                      </a:cubicBezTo>
                      <a:cubicBezTo>
                        <a:pt x="887" y="976"/>
                        <a:pt x="1129" y="781"/>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3" name="Google Shape;5176;p68">
                <a:extLst>
                  <a:ext uri="{FF2B5EF4-FFF2-40B4-BE49-F238E27FC236}">
                    <a16:creationId xmlns:a16="http://schemas.microsoft.com/office/drawing/2014/main" id="{71BF6B35-30A2-E719-6E5A-D22FB17A10FC}"/>
                  </a:ext>
                </a:extLst>
              </p:cNvPr>
              <p:cNvGrpSpPr/>
              <p:nvPr/>
            </p:nvGrpSpPr>
            <p:grpSpPr>
              <a:xfrm>
                <a:off x="4068639" y="3210535"/>
                <a:ext cx="31499" cy="26906"/>
                <a:chOff x="4068639" y="3210535"/>
                <a:chExt cx="31499" cy="26906"/>
              </a:xfrm>
            </p:grpSpPr>
            <p:sp>
              <p:nvSpPr>
                <p:cNvPr id="724" name="Google Shape;5177;p68">
                  <a:extLst>
                    <a:ext uri="{FF2B5EF4-FFF2-40B4-BE49-F238E27FC236}">
                      <a16:creationId xmlns:a16="http://schemas.microsoft.com/office/drawing/2014/main" id="{3D090735-9A8F-E0B6-3A4C-26950A3C6962}"/>
                    </a:ext>
                  </a:extLst>
                </p:cNvPr>
                <p:cNvSpPr/>
                <p:nvPr/>
              </p:nvSpPr>
              <p:spPr>
                <a:xfrm>
                  <a:off x="4068639" y="3210535"/>
                  <a:ext cx="31499" cy="26906"/>
                </a:xfrm>
                <a:custGeom>
                  <a:avLst/>
                  <a:gdLst/>
                  <a:ahLst/>
                  <a:cxnLst/>
                  <a:rect l="l" t="t" r="r" b="b"/>
                  <a:pathLst>
                    <a:path w="4005" h="3421" extrusionOk="0">
                      <a:moveTo>
                        <a:pt x="2285" y="1"/>
                      </a:moveTo>
                      <a:cubicBezTo>
                        <a:pt x="1865" y="1"/>
                        <a:pt x="1437" y="157"/>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5178;p68">
                  <a:extLst>
                    <a:ext uri="{FF2B5EF4-FFF2-40B4-BE49-F238E27FC236}">
                      <a16:creationId xmlns:a16="http://schemas.microsoft.com/office/drawing/2014/main" id="{EBE267AC-1C1F-2242-4131-7E3BA792746C}"/>
                    </a:ext>
                  </a:extLst>
                </p:cNvPr>
                <p:cNvSpPr/>
                <p:nvPr/>
              </p:nvSpPr>
              <p:spPr>
                <a:xfrm>
                  <a:off x="4081577" y="3220209"/>
                  <a:ext cx="8856" cy="7582"/>
                </a:xfrm>
                <a:custGeom>
                  <a:avLst/>
                  <a:gdLst/>
                  <a:ahLst/>
                  <a:cxnLst/>
                  <a:rect l="l" t="t" r="r" b="b"/>
                  <a:pathLst>
                    <a:path w="1126" h="964" extrusionOk="0">
                      <a:moveTo>
                        <a:pt x="642" y="1"/>
                      </a:moveTo>
                      <a:cubicBezTo>
                        <a:pt x="218" y="1"/>
                        <a:pt x="1" y="521"/>
                        <a:pt x="303" y="823"/>
                      </a:cubicBezTo>
                      <a:cubicBezTo>
                        <a:pt x="400" y="920"/>
                        <a:pt x="520" y="964"/>
                        <a:pt x="638" y="964"/>
                      </a:cubicBezTo>
                      <a:cubicBezTo>
                        <a:pt x="887" y="964"/>
                        <a:pt x="1126" y="771"/>
                        <a:pt x="1126" y="484"/>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 name="Google Shape;5179;p68">
              <a:extLst>
                <a:ext uri="{FF2B5EF4-FFF2-40B4-BE49-F238E27FC236}">
                  <a16:creationId xmlns:a16="http://schemas.microsoft.com/office/drawing/2014/main" id="{5AF0B1E7-5664-0889-0BEF-43B6907457BA}"/>
                </a:ext>
              </a:extLst>
            </p:cNvPr>
            <p:cNvGrpSpPr/>
            <p:nvPr/>
          </p:nvGrpSpPr>
          <p:grpSpPr>
            <a:xfrm>
              <a:off x="3869702" y="3066935"/>
              <a:ext cx="382664" cy="190294"/>
              <a:chOff x="3869702" y="3066935"/>
              <a:chExt cx="382664" cy="190294"/>
            </a:xfrm>
          </p:grpSpPr>
          <p:grpSp>
            <p:nvGrpSpPr>
              <p:cNvPr id="687" name="Google Shape;5180;p68">
                <a:extLst>
                  <a:ext uri="{FF2B5EF4-FFF2-40B4-BE49-F238E27FC236}">
                    <a16:creationId xmlns:a16="http://schemas.microsoft.com/office/drawing/2014/main" id="{9ED44FE9-8601-E883-35B1-C245C5269B8A}"/>
                  </a:ext>
                </a:extLst>
              </p:cNvPr>
              <p:cNvGrpSpPr/>
              <p:nvPr/>
            </p:nvGrpSpPr>
            <p:grpSpPr>
              <a:xfrm>
                <a:off x="3888633" y="3082351"/>
                <a:ext cx="351172" cy="160698"/>
                <a:chOff x="3888633" y="3082351"/>
                <a:chExt cx="351172" cy="160698"/>
              </a:xfrm>
            </p:grpSpPr>
            <p:sp>
              <p:nvSpPr>
                <p:cNvPr id="715" name="Google Shape;5181;p68">
                  <a:extLst>
                    <a:ext uri="{FF2B5EF4-FFF2-40B4-BE49-F238E27FC236}">
                      <a16:creationId xmlns:a16="http://schemas.microsoft.com/office/drawing/2014/main" id="{4B779B19-B0DB-9DDE-7D21-DAED21A553ED}"/>
                    </a:ext>
                  </a:extLst>
                </p:cNvPr>
                <p:cNvSpPr/>
                <p:nvPr/>
              </p:nvSpPr>
              <p:spPr>
                <a:xfrm>
                  <a:off x="3892440" y="3082351"/>
                  <a:ext cx="347366" cy="160698"/>
                </a:xfrm>
                <a:custGeom>
                  <a:avLst/>
                  <a:gdLst/>
                  <a:ahLst/>
                  <a:cxnLst/>
                  <a:rect l="l" t="t" r="r" b="b"/>
                  <a:pathLst>
                    <a:path w="44166" h="20432" fill="none" extrusionOk="0">
                      <a:moveTo>
                        <a:pt x="7041" y="11529"/>
                      </a:moveTo>
                      <a:lnTo>
                        <a:pt x="22440" y="4162"/>
                      </a:lnTo>
                      <a:lnTo>
                        <a:pt x="34815" y="0"/>
                      </a:lnTo>
                      <a:lnTo>
                        <a:pt x="44166" y="484"/>
                      </a:lnTo>
                      <a:lnTo>
                        <a:pt x="38964" y="8565"/>
                      </a:lnTo>
                      <a:lnTo>
                        <a:pt x="33012" y="10065"/>
                      </a:lnTo>
                      <a:lnTo>
                        <a:pt x="22440" y="4839"/>
                      </a:lnTo>
                      <a:lnTo>
                        <a:pt x="18750" y="15424"/>
                      </a:lnTo>
                      <a:cubicBezTo>
                        <a:pt x="18750" y="15424"/>
                        <a:pt x="6206" y="11154"/>
                        <a:pt x="6557" y="11516"/>
                      </a:cubicBezTo>
                      <a:lnTo>
                        <a:pt x="0" y="2043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5182;p68">
                  <a:extLst>
                    <a:ext uri="{FF2B5EF4-FFF2-40B4-BE49-F238E27FC236}">
                      <a16:creationId xmlns:a16="http://schemas.microsoft.com/office/drawing/2014/main" id="{6ECE3B56-3AF5-A627-9BD9-0C4944C6F042}"/>
                    </a:ext>
                  </a:extLst>
                </p:cNvPr>
                <p:cNvSpPr/>
                <p:nvPr/>
              </p:nvSpPr>
              <p:spPr>
                <a:xfrm>
                  <a:off x="3888633" y="3172924"/>
                  <a:ext cx="72979" cy="70124"/>
                </a:xfrm>
                <a:custGeom>
                  <a:avLst/>
                  <a:gdLst/>
                  <a:ahLst/>
                  <a:cxnLst/>
                  <a:rect l="l" t="t" r="r" b="b"/>
                  <a:pathLst>
                    <a:path w="9279" h="8916" fill="none" extrusionOk="0">
                      <a:moveTo>
                        <a:pt x="0" y="8916"/>
                      </a:moveTo>
                      <a:lnTo>
                        <a:pt x="9279" y="6883"/>
                      </a:lnTo>
                      <a:lnTo>
                        <a:pt x="704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5183;p68">
                  <a:extLst>
                    <a:ext uri="{FF2B5EF4-FFF2-40B4-BE49-F238E27FC236}">
                      <a16:creationId xmlns:a16="http://schemas.microsoft.com/office/drawing/2014/main" id="{ED3EBDBA-E501-FFEB-400D-E9F826C6CA64}"/>
                    </a:ext>
                  </a:extLst>
                </p:cNvPr>
                <p:cNvSpPr/>
                <p:nvPr/>
              </p:nvSpPr>
              <p:spPr>
                <a:xfrm>
                  <a:off x="3960370" y="3203653"/>
                  <a:ext cx="79547" cy="19607"/>
                </a:xfrm>
                <a:custGeom>
                  <a:avLst/>
                  <a:gdLst/>
                  <a:ahLst/>
                  <a:cxnLst/>
                  <a:rect l="l" t="t" r="r" b="b"/>
                  <a:pathLst>
                    <a:path w="10114" h="2493" fill="none" extrusionOk="0">
                      <a:moveTo>
                        <a:pt x="0" y="2493"/>
                      </a:moveTo>
                      <a:lnTo>
                        <a:pt x="1011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5184;p68">
                  <a:extLst>
                    <a:ext uri="{FF2B5EF4-FFF2-40B4-BE49-F238E27FC236}">
                      <a16:creationId xmlns:a16="http://schemas.microsoft.com/office/drawing/2014/main" id="{D5C0E2CA-EBF2-D535-6C08-2DB1DF95CAD5}"/>
                    </a:ext>
                  </a:extLst>
                </p:cNvPr>
                <p:cNvSpPr/>
                <p:nvPr/>
              </p:nvSpPr>
              <p:spPr>
                <a:xfrm>
                  <a:off x="4043613" y="3161504"/>
                  <a:ext cx="108474" cy="42156"/>
                </a:xfrm>
                <a:custGeom>
                  <a:avLst/>
                  <a:gdLst/>
                  <a:ahLst/>
                  <a:cxnLst/>
                  <a:rect l="l" t="t" r="r" b="b"/>
                  <a:pathLst>
                    <a:path w="13792" h="5360" fill="none" extrusionOk="0">
                      <a:moveTo>
                        <a:pt x="1" y="5360"/>
                      </a:moveTo>
                      <a:lnTo>
                        <a:pt x="1379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5185;p68">
                  <a:extLst>
                    <a:ext uri="{FF2B5EF4-FFF2-40B4-BE49-F238E27FC236}">
                      <a16:creationId xmlns:a16="http://schemas.microsoft.com/office/drawing/2014/main" id="{64E09B2A-F203-DECE-8CC7-E71DE904EB73}"/>
                    </a:ext>
                  </a:extLst>
                </p:cNvPr>
                <p:cNvSpPr/>
                <p:nvPr/>
              </p:nvSpPr>
              <p:spPr>
                <a:xfrm>
                  <a:off x="4152079" y="3082351"/>
                  <a:ext cx="17224" cy="82968"/>
                </a:xfrm>
                <a:custGeom>
                  <a:avLst/>
                  <a:gdLst/>
                  <a:ahLst/>
                  <a:cxnLst/>
                  <a:rect l="l" t="t" r="r" b="b"/>
                  <a:pathLst>
                    <a:path w="2190" h="10549" fill="none" extrusionOk="0">
                      <a:moveTo>
                        <a:pt x="0" y="10549"/>
                      </a:moveTo>
                      <a:lnTo>
                        <a:pt x="219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5186;p68">
                  <a:extLst>
                    <a:ext uri="{FF2B5EF4-FFF2-40B4-BE49-F238E27FC236}">
                      <a16:creationId xmlns:a16="http://schemas.microsoft.com/office/drawing/2014/main" id="{7BDF4793-980C-C589-EE3D-DBA65923C394}"/>
                    </a:ext>
                  </a:extLst>
                </p:cNvPr>
                <p:cNvSpPr/>
                <p:nvPr/>
              </p:nvSpPr>
              <p:spPr>
                <a:xfrm>
                  <a:off x="4169296" y="3082351"/>
                  <a:ext cx="25797" cy="63557"/>
                </a:xfrm>
                <a:custGeom>
                  <a:avLst/>
                  <a:gdLst/>
                  <a:ahLst/>
                  <a:cxnLst/>
                  <a:rect l="l" t="t" r="r" b="b"/>
                  <a:pathLst>
                    <a:path w="3280" h="8081" fill="none" extrusionOk="0">
                      <a:moveTo>
                        <a:pt x="1" y="0"/>
                      </a:moveTo>
                      <a:lnTo>
                        <a:pt x="3279" y="808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8" name="Google Shape;5187;p68">
                <a:extLst>
                  <a:ext uri="{FF2B5EF4-FFF2-40B4-BE49-F238E27FC236}">
                    <a16:creationId xmlns:a16="http://schemas.microsoft.com/office/drawing/2014/main" id="{E96CA480-85E8-8A3C-A629-29F5A69079DD}"/>
                  </a:ext>
                </a:extLst>
              </p:cNvPr>
              <p:cNvGrpSpPr/>
              <p:nvPr/>
            </p:nvGrpSpPr>
            <p:grpSpPr>
              <a:xfrm>
                <a:off x="4143703" y="3066935"/>
                <a:ext cx="37783" cy="32357"/>
                <a:chOff x="4143703" y="3066935"/>
                <a:chExt cx="37783" cy="32357"/>
              </a:xfrm>
            </p:grpSpPr>
            <p:sp>
              <p:nvSpPr>
                <p:cNvPr id="713" name="Google Shape;5188;p68">
                  <a:extLst>
                    <a:ext uri="{FF2B5EF4-FFF2-40B4-BE49-F238E27FC236}">
                      <a16:creationId xmlns:a16="http://schemas.microsoft.com/office/drawing/2014/main" id="{5958262B-53BE-A07A-AA67-7623B2C33103}"/>
                    </a:ext>
                  </a:extLst>
                </p:cNvPr>
                <p:cNvSpPr/>
                <p:nvPr/>
              </p:nvSpPr>
              <p:spPr>
                <a:xfrm>
                  <a:off x="4143703" y="3066935"/>
                  <a:ext cx="37783" cy="32357"/>
                </a:xfrm>
                <a:custGeom>
                  <a:avLst/>
                  <a:gdLst/>
                  <a:ahLst/>
                  <a:cxnLst/>
                  <a:rect l="l" t="t" r="r" b="b"/>
                  <a:pathLst>
                    <a:path w="4804" h="4114" extrusionOk="0">
                      <a:moveTo>
                        <a:pt x="2731" y="0"/>
                      </a:moveTo>
                      <a:cubicBezTo>
                        <a:pt x="2227" y="0"/>
                        <a:pt x="1713" y="188"/>
                        <a:pt x="1295" y="605"/>
                      </a:cubicBezTo>
                      <a:cubicBezTo>
                        <a:pt x="1" y="1900"/>
                        <a:pt x="920" y="4114"/>
                        <a:pt x="2747" y="4114"/>
                      </a:cubicBezTo>
                      <a:cubicBezTo>
                        <a:pt x="3884" y="4114"/>
                        <a:pt x="4803" y="3194"/>
                        <a:pt x="4803" y="2069"/>
                      </a:cubicBezTo>
                      <a:cubicBezTo>
                        <a:pt x="4803" y="824"/>
                        <a:pt x="3788" y="0"/>
                        <a:pt x="27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5189;p68">
                  <a:extLst>
                    <a:ext uri="{FF2B5EF4-FFF2-40B4-BE49-F238E27FC236}">
                      <a16:creationId xmlns:a16="http://schemas.microsoft.com/office/drawing/2014/main" id="{A1C7DE27-1D03-2B70-B2F1-A524FD2F17C9}"/>
                    </a:ext>
                  </a:extLst>
                </p:cNvPr>
                <p:cNvSpPr/>
                <p:nvPr/>
              </p:nvSpPr>
              <p:spPr>
                <a:xfrm>
                  <a:off x="4158741" y="3076641"/>
                  <a:ext cx="13040" cy="13040"/>
                </a:xfrm>
                <a:custGeom>
                  <a:avLst/>
                  <a:gdLst/>
                  <a:ahLst/>
                  <a:cxnLst/>
                  <a:rect l="l" t="t" r="r" b="b"/>
                  <a:pathLst>
                    <a:path w="1658" h="1658" extrusionOk="0">
                      <a:moveTo>
                        <a:pt x="835" y="1"/>
                      </a:moveTo>
                      <a:cubicBezTo>
                        <a:pt x="375" y="1"/>
                        <a:pt x="0" y="376"/>
                        <a:pt x="0" y="823"/>
                      </a:cubicBezTo>
                      <a:cubicBezTo>
                        <a:pt x="0" y="1283"/>
                        <a:pt x="375" y="1658"/>
                        <a:pt x="835" y="1658"/>
                      </a:cubicBezTo>
                      <a:cubicBezTo>
                        <a:pt x="1294" y="1658"/>
                        <a:pt x="1657" y="1283"/>
                        <a:pt x="1657" y="823"/>
                      </a:cubicBezTo>
                      <a:cubicBezTo>
                        <a:pt x="1657" y="376"/>
                        <a:pt x="1294"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9" name="Google Shape;5190;p68">
                <a:extLst>
                  <a:ext uri="{FF2B5EF4-FFF2-40B4-BE49-F238E27FC236}">
                    <a16:creationId xmlns:a16="http://schemas.microsoft.com/office/drawing/2014/main" id="{75C3F98F-9F0E-4A99-5FCF-B19CEDD3C0E3}"/>
                  </a:ext>
                </a:extLst>
              </p:cNvPr>
              <p:cNvGrpSpPr/>
              <p:nvPr/>
            </p:nvGrpSpPr>
            <p:grpSpPr>
              <a:xfrm>
                <a:off x="4044565" y="3103563"/>
                <a:ext cx="37783" cy="32451"/>
                <a:chOff x="4044565" y="3103563"/>
                <a:chExt cx="37783" cy="32451"/>
              </a:xfrm>
            </p:grpSpPr>
            <p:sp>
              <p:nvSpPr>
                <p:cNvPr id="711" name="Google Shape;5191;p68">
                  <a:extLst>
                    <a:ext uri="{FF2B5EF4-FFF2-40B4-BE49-F238E27FC236}">
                      <a16:creationId xmlns:a16="http://schemas.microsoft.com/office/drawing/2014/main" id="{CF0DFAE3-8B62-6304-1010-E0D97F59039F}"/>
                    </a:ext>
                  </a:extLst>
                </p:cNvPr>
                <p:cNvSpPr/>
                <p:nvPr/>
              </p:nvSpPr>
              <p:spPr>
                <a:xfrm>
                  <a:off x="4044565" y="3103563"/>
                  <a:ext cx="37783" cy="32451"/>
                </a:xfrm>
                <a:custGeom>
                  <a:avLst/>
                  <a:gdLst/>
                  <a:ahLst/>
                  <a:cxnLst/>
                  <a:rect l="l" t="t" r="r" b="b"/>
                  <a:pathLst>
                    <a:path w="4804" h="4126" extrusionOk="0">
                      <a:moveTo>
                        <a:pt x="2731" y="1"/>
                      </a:moveTo>
                      <a:cubicBezTo>
                        <a:pt x="2227" y="1"/>
                        <a:pt x="1713" y="188"/>
                        <a:pt x="1295" y="606"/>
                      </a:cubicBezTo>
                      <a:cubicBezTo>
                        <a:pt x="1" y="1900"/>
                        <a:pt x="908" y="4114"/>
                        <a:pt x="2747" y="4126"/>
                      </a:cubicBezTo>
                      <a:cubicBezTo>
                        <a:pt x="3884" y="4114"/>
                        <a:pt x="4803" y="3194"/>
                        <a:pt x="4803" y="2069"/>
                      </a:cubicBezTo>
                      <a:cubicBezTo>
                        <a:pt x="4803" y="824"/>
                        <a:pt x="3788" y="1"/>
                        <a:pt x="273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5192;p68">
                  <a:extLst>
                    <a:ext uri="{FF2B5EF4-FFF2-40B4-BE49-F238E27FC236}">
                      <a16:creationId xmlns:a16="http://schemas.microsoft.com/office/drawing/2014/main" id="{1C25BA62-50D3-0B94-BF63-94DEF49C2E5D}"/>
                    </a:ext>
                  </a:extLst>
                </p:cNvPr>
                <p:cNvSpPr/>
                <p:nvPr/>
              </p:nvSpPr>
              <p:spPr>
                <a:xfrm>
                  <a:off x="4059602" y="3113268"/>
                  <a:ext cx="13040" cy="13048"/>
                </a:xfrm>
                <a:custGeom>
                  <a:avLst/>
                  <a:gdLst/>
                  <a:ahLst/>
                  <a:cxnLst/>
                  <a:rect l="l" t="t" r="r" b="b"/>
                  <a:pathLst>
                    <a:path w="1658" h="1659" extrusionOk="0">
                      <a:moveTo>
                        <a:pt x="835" y="1"/>
                      </a:moveTo>
                      <a:cubicBezTo>
                        <a:pt x="375" y="1"/>
                        <a:pt x="0" y="376"/>
                        <a:pt x="0" y="835"/>
                      </a:cubicBezTo>
                      <a:cubicBezTo>
                        <a:pt x="0" y="1283"/>
                        <a:pt x="375" y="1658"/>
                        <a:pt x="835" y="1658"/>
                      </a:cubicBezTo>
                      <a:cubicBezTo>
                        <a:pt x="1295" y="1658"/>
                        <a:pt x="1657" y="1283"/>
                        <a:pt x="1657" y="835"/>
                      </a:cubicBezTo>
                      <a:cubicBezTo>
                        <a:pt x="1657"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 name="Google Shape;5193;p68">
                <a:extLst>
                  <a:ext uri="{FF2B5EF4-FFF2-40B4-BE49-F238E27FC236}">
                    <a16:creationId xmlns:a16="http://schemas.microsoft.com/office/drawing/2014/main" id="{73B90C09-7EF6-6107-C1F5-EAD7A803B6B7}"/>
                  </a:ext>
                </a:extLst>
              </p:cNvPr>
              <p:cNvGrpSpPr/>
              <p:nvPr/>
            </p:nvGrpSpPr>
            <p:grpSpPr>
              <a:xfrm>
                <a:off x="4017454" y="3188237"/>
                <a:ext cx="37776" cy="32357"/>
                <a:chOff x="4017454" y="3188237"/>
                <a:chExt cx="37776" cy="32357"/>
              </a:xfrm>
            </p:grpSpPr>
            <p:sp>
              <p:nvSpPr>
                <p:cNvPr id="709" name="Google Shape;5194;p68">
                  <a:extLst>
                    <a:ext uri="{FF2B5EF4-FFF2-40B4-BE49-F238E27FC236}">
                      <a16:creationId xmlns:a16="http://schemas.microsoft.com/office/drawing/2014/main" id="{796ED1FA-17BB-EA8E-3704-48D8DBDDDEDD}"/>
                    </a:ext>
                  </a:extLst>
                </p:cNvPr>
                <p:cNvSpPr/>
                <p:nvPr/>
              </p:nvSpPr>
              <p:spPr>
                <a:xfrm>
                  <a:off x="4017454" y="3188237"/>
                  <a:ext cx="37776" cy="32357"/>
                </a:xfrm>
                <a:custGeom>
                  <a:avLst/>
                  <a:gdLst/>
                  <a:ahLst/>
                  <a:cxnLst/>
                  <a:rect l="l" t="t" r="r" b="b"/>
                  <a:pathLst>
                    <a:path w="4803" h="4114" extrusionOk="0">
                      <a:moveTo>
                        <a:pt x="2732" y="0"/>
                      </a:moveTo>
                      <a:cubicBezTo>
                        <a:pt x="2227" y="0"/>
                        <a:pt x="1713" y="188"/>
                        <a:pt x="1295" y="606"/>
                      </a:cubicBezTo>
                      <a:cubicBezTo>
                        <a:pt x="0" y="1900"/>
                        <a:pt x="908"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5195;p68">
                  <a:extLst>
                    <a:ext uri="{FF2B5EF4-FFF2-40B4-BE49-F238E27FC236}">
                      <a16:creationId xmlns:a16="http://schemas.microsoft.com/office/drawing/2014/main" id="{5ED56AAA-75E5-4634-7370-CF7D42BF6777}"/>
                    </a:ext>
                  </a:extLst>
                </p:cNvPr>
                <p:cNvSpPr/>
                <p:nvPr/>
              </p:nvSpPr>
              <p:spPr>
                <a:xfrm>
                  <a:off x="4032484" y="3197943"/>
                  <a:ext cx="13040" cy="13048"/>
                </a:xfrm>
                <a:custGeom>
                  <a:avLst/>
                  <a:gdLst/>
                  <a:ahLst/>
                  <a:cxnLst/>
                  <a:rect l="l" t="t" r="r" b="b"/>
                  <a:pathLst>
                    <a:path w="1658" h="1659" extrusionOk="0">
                      <a:moveTo>
                        <a:pt x="835" y="1"/>
                      </a:moveTo>
                      <a:cubicBezTo>
                        <a:pt x="376" y="1"/>
                        <a:pt x="1" y="376"/>
                        <a:pt x="1" y="823"/>
                      </a:cubicBezTo>
                      <a:cubicBezTo>
                        <a:pt x="1" y="1283"/>
                        <a:pt x="376" y="1658"/>
                        <a:pt x="835" y="1658"/>
                      </a:cubicBezTo>
                      <a:cubicBezTo>
                        <a:pt x="1295" y="1658"/>
                        <a:pt x="1658" y="1283"/>
                        <a:pt x="1658" y="823"/>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1" name="Google Shape;5196;p68">
                <a:extLst>
                  <a:ext uri="{FF2B5EF4-FFF2-40B4-BE49-F238E27FC236}">
                    <a16:creationId xmlns:a16="http://schemas.microsoft.com/office/drawing/2014/main" id="{6F724E93-AF23-EFB8-C870-E8A43069FEE9}"/>
                  </a:ext>
                </a:extLst>
              </p:cNvPr>
              <p:cNvGrpSpPr/>
              <p:nvPr/>
            </p:nvGrpSpPr>
            <p:grpSpPr>
              <a:xfrm>
                <a:off x="3921548" y="3157509"/>
                <a:ext cx="37783" cy="32357"/>
                <a:chOff x="3921548" y="3157509"/>
                <a:chExt cx="37783" cy="32357"/>
              </a:xfrm>
            </p:grpSpPr>
            <p:sp>
              <p:nvSpPr>
                <p:cNvPr id="707" name="Google Shape;5197;p68">
                  <a:extLst>
                    <a:ext uri="{FF2B5EF4-FFF2-40B4-BE49-F238E27FC236}">
                      <a16:creationId xmlns:a16="http://schemas.microsoft.com/office/drawing/2014/main" id="{6B8C90CC-EFFE-1EFC-9C44-7D06EA00BCF6}"/>
                    </a:ext>
                  </a:extLst>
                </p:cNvPr>
                <p:cNvSpPr/>
                <p:nvPr/>
              </p:nvSpPr>
              <p:spPr>
                <a:xfrm>
                  <a:off x="3921548" y="3157509"/>
                  <a:ext cx="37783" cy="32357"/>
                </a:xfrm>
                <a:custGeom>
                  <a:avLst/>
                  <a:gdLst/>
                  <a:ahLst/>
                  <a:cxnLst/>
                  <a:rect l="l" t="t" r="r" b="b"/>
                  <a:pathLst>
                    <a:path w="4804" h="4114" extrusionOk="0">
                      <a:moveTo>
                        <a:pt x="2732" y="0"/>
                      </a:moveTo>
                      <a:cubicBezTo>
                        <a:pt x="2228" y="0"/>
                        <a:pt x="1713" y="187"/>
                        <a:pt x="1295" y="606"/>
                      </a:cubicBezTo>
                      <a:cubicBezTo>
                        <a:pt x="1" y="1900"/>
                        <a:pt x="908" y="4114"/>
                        <a:pt x="2747" y="4114"/>
                      </a:cubicBezTo>
                      <a:cubicBezTo>
                        <a:pt x="3872"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5198;p68">
                  <a:extLst>
                    <a:ext uri="{FF2B5EF4-FFF2-40B4-BE49-F238E27FC236}">
                      <a16:creationId xmlns:a16="http://schemas.microsoft.com/office/drawing/2014/main" id="{8D64B1FD-EA07-B472-2625-35CF08459453}"/>
                    </a:ext>
                  </a:extLst>
                </p:cNvPr>
                <p:cNvSpPr/>
                <p:nvPr/>
              </p:nvSpPr>
              <p:spPr>
                <a:xfrm>
                  <a:off x="3936586" y="3167214"/>
                  <a:ext cx="13040" cy="13040"/>
                </a:xfrm>
                <a:custGeom>
                  <a:avLst/>
                  <a:gdLst/>
                  <a:ahLst/>
                  <a:cxnLst/>
                  <a:rect l="l" t="t" r="r" b="b"/>
                  <a:pathLst>
                    <a:path w="1658" h="1658" extrusionOk="0">
                      <a:moveTo>
                        <a:pt x="835" y="1"/>
                      </a:moveTo>
                      <a:cubicBezTo>
                        <a:pt x="375" y="1"/>
                        <a:pt x="0" y="364"/>
                        <a:pt x="0" y="823"/>
                      </a:cubicBezTo>
                      <a:cubicBezTo>
                        <a:pt x="0" y="1283"/>
                        <a:pt x="375" y="1658"/>
                        <a:pt x="835" y="1658"/>
                      </a:cubicBezTo>
                      <a:cubicBezTo>
                        <a:pt x="1282" y="1658"/>
                        <a:pt x="1657" y="1283"/>
                        <a:pt x="1657" y="823"/>
                      </a:cubicBezTo>
                      <a:cubicBezTo>
                        <a:pt x="1657" y="364"/>
                        <a:pt x="1282"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2" name="Google Shape;5199;p68">
                <a:extLst>
                  <a:ext uri="{FF2B5EF4-FFF2-40B4-BE49-F238E27FC236}">
                    <a16:creationId xmlns:a16="http://schemas.microsoft.com/office/drawing/2014/main" id="{3660C267-9F72-6E4E-489A-20CEB7955579}"/>
                  </a:ext>
                </a:extLst>
              </p:cNvPr>
              <p:cNvGrpSpPr/>
              <p:nvPr/>
            </p:nvGrpSpPr>
            <p:grpSpPr>
              <a:xfrm>
                <a:off x="3939056" y="3211620"/>
                <a:ext cx="37783" cy="32380"/>
                <a:chOff x="3939056" y="3211620"/>
                <a:chExt cx="37783" cy="32380"/>
              </a:xfrm>
            </p:grpSpPr>
            <p:sp>
              <p:nvSpPr>
                <p:cNvPr id="705" name="Google Shape;5200;p68">
                  <a:extLst>
                    <a:ext uri="{FF2B5EF4-FFF2-40B4-BE49-F238E27FC236}">
                      <a16:creationId xmlns:a16="http://schemas.microsoft.com/office/drawing/2014/main" id="{C76E8D15-7D5A-CB4B-3A1A-EA920F077308}"/>
                    </a:ext>
                  </a:extLst>
                </p:cNvPr>
                <p:cNvSpPr/>
                <p:nvPr/>
              </p:nvSpPr>
              <p:spPr>
                <a:xfrm>
                  <a:off x="3939056" y="3211620"/>
                  <a:ext cx="37783" cy="32380"/>
                </a:xfrm>
                <a:custGeom>
                  <a:avLst/>
                  <a:gdLst/>
                  <a:ahLst/>
                  <a:cxnLst/>
                  <a:rect l="l" t="t" r="r" b="b"/>
                  <a:pathLst>
                    <a:path w="4804" h="4117" extrusionOk="0">
                      <a:moveTo>
                        <a:pt x="2737" y="1"/>
                      </a:moveTo>
                      <a:cubicBezTo>
                        <a:pt x="2231" y="1"/>
                        <a:pt x="1715" y="189"/>
                        <a:pt x="1295" y="609"/>
                      </a:cubicBezTo>
                      <a:cubicBezTo>
                        <a:pt x="1" y="1903"/>
                        <a:pt x="920" y="4117"/>
                        <a:pt x="2759"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5201;p68">
                  <a:extLst>
                    <a:ext uri="{FF2B5EF4-FFF2-40B4-BE49-F238E27FC236}">
                      <a16:creationId xmlns:a16="http://schemas.microsoft.com/office/drawing/2014/main" id="{5CE225FF-E7FD-DB80-0134-F85680485180}"/>
                    </a:ext>
                  </a:extLst>
                </p:cNvPr>
                <p:cNvSpPr/>
                <p:nvPr/>
              </p:nvSpPr>
              <p:spPr>
                <a:xfrm>
                  <a:off x="3954188" y="3221255"/>
                  <a:ext cx="13040" cy="13040"/>
                </a:xfrm>
                <a:custGeom>
                  <a:avLst/>
                  <a:gdLst/>
                  <a:ahLst/>
                  <a:cxnLst/>
                  <a:rect l="l" t="t" r="r" b="b"/>
                  <a:pathLst>
                    <a:path w="1658" h="1658" extrusionOk="0">
                      <a:moveTo>
                        <a:pt x="823" y="1"/>
                      </a:moveTo>
                      <a:cubicBezTo>
                        <a:pt x="375" y="1"/>
                        <a:pt x="0" y="376"/>
                        <a:pt x="0" y="835"/>
                      </a:cubicBezTo>
                      <a:cubicBezTo>
                        <a:pt x="0" y="1295"/>
                        <a:pt x="375"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3" name="Google Shape;5202;p68">
                <a:extLst>
                  <a:ext uri="{FF2B5EF4-FFF2-40B4-BE49-F238E27FC236}">
                    <a16:creationId xmlns:a16="http://schemas.microsoft.com/office/drawing/2014/main" id="{F72983D5-3D2B-CF1C-D565-95DB9D7945CD}"/>
                  </a:ext>
                </a:extLst>
              </p:cNvPr>
              <p:cNvGrpSpPr/>
              <p:nvPr/>
            </p:nvGrpSpPr>
            <p:grpSpPr>
              <a:xfrm>
                <a:off x="4176240" y="3136965"/>
                <a:ext cx="31405" cy="26930"/>
                <a:chOff x="4176240" y="3136965"/>
                <a:chExt cx="31405" cy="26930"/>
              </a:xfrm>
            </p:grpSpPr>
            <p:sp>
              <p:nvSpPr>
                <p:cNvPr id="703" name="Google Shape;5203;p68">
                  <a:extLst>
                    <a:ext uri="{FF2B5EF4-FFF2-40B4-BE49-F238E27FC236}">
                      <a16:creationId xmlns:a16="http://schemas.microsoft.com/office/drawing/2014/main" id="{2C80452A-99A8-72AC-A804-D4705EC398F8}"/>
                    </a:ext>
                  </a:extLst>
                </p:cNvPr>
                <p:cNvSpPr/>
                <p:nvPr/>
              </p:nvSpPr>
              <p:spPr>
                <a:xfrm>
                  <a:off x="4176240" y="3136965"/>
                  <a:ext cx="31405" cy="26930"/>
                </a:xfrm>
                <a:custGeom>
                  <a:avLst/>
                  <a:gdLst/>
                  <a:ahLst/>
                  <a:cxnLst/>
                  <a:rect l="l" t="t" r="r" b="b"/>
                  <a:pathLst>
                    <a:path w="3993" h="3424" extrusionOk="0">
                      <a:moveTo>
                        <a:pt x="2268" y="1"/>
                      </a:moveTo>
                      <a:cubicBezTo>
                        <a:pt x="1846" y="1"/>
                        <a:pt x="1415" y="158"/>
                        <a:pt x="1065" y="508"/>
                      </a:cubicBezTo>
                      <a:cubicBezTo>
                        <a:pt x="1" y="1585"/>
                        <a:pt x="763" y="3423"/>
                        <a:pt x="2275" y="3423"/>
                      </a:cubicBezTo>
                      <a:cubicBezTo>
                        <a:pt x="3231" y="3423"/>
                        <a:pt x="3993" y="2649"/>
                        <a:pt x="3993" y="1705"/>
                      </a:cubicBezTo>
                      <a:cubicBezTo>
                        <a:pt x="3985" y="677"/>
                        <a:pt x="3145" y="1"/>
                        <a:pt x="226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5204;p68">
                  <a:extLst>
                    <a:ext uri="{FF2B5EF4-FFF2-40B4-BE49-F238E27FC236}">
                      <a16:creationId xmlns:a16="http://schemas.microsoft.com/office/drawing/2014/main" id="{29552C43-786A-6D63-C4FB-8AB8E9109FFA}"/>
                    </a:ext>
                  </a:extLst>
                </p:cNvPr>
                <p:cNvSpPr/>
                <p:nvPr/>
              </p:nvSpPr>
              <p:spPr>
                <a:xfrm>
                  <a:off x="4190327" y="3146663"/>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4" name="Google Shape;5205;p68">
                <a:extLst>
                  <a:ext uri="{FF2B5EF4-FFF2-40B4-BE49-F238E27FC236}">
                    <a16:creationId xmlns:a16="http://schemas.microsoft.com/office/drawing/2014/main" id="{9B5C067C-5E07-298F-802E-0B8C5EB3CE08}"/>
                  </a:ext>
                </a:extLst>
              </p:cNvPr>
              <p:cNvGrpSpPr/>
              <p:nvPr/>
            </p:nvGrpSpPr>
            <p:grpSpPr>
              <a:xfrm>
                <a:off x="4133148" y="3152593"/>
                <a:ext cx="31499" cy="27001"/>
                <a:chOff x="4133148" y="3152593"/>
                <a:chExt cx="31499" cy="27001"/>
              </a:xfrm>
            </p:grpSpPr>
            <p:sp>
              <p:nvSpPr>
                <p:cNvPr id="701" name="Google Shape;5206;p68">
                  <a:extLst>
                    <a:ext uri="{FF2B5EF4-FFF2-40B4-BE49-F238E27FC236}">
                      <a16:creationId xmlns:a16="http://schemas.microsoft.com/office/drawing/2014/main" id="{2D30DDD3-3E91-E9C0-0689-C1F23AC4AB42}"/>
                    </a:ext>
                  </a:extLst>
                </p:cNvPr>
                <p:cNvSpPr/>
                <p:nvPr/>
              </p:nvSpPr>
              <p:spPr>
                <a:xfrm>
                  <a:off x="4133148" y="3152593"/>
                  <a:ext cx="31499" cy="27001"/>
                </a:xfrm>
                <a:custGeom>
                  <a:avLst/>
                  <a:gdLst/>
                  <a:ahLst/>
                  <a:cxnLst/>
                  <a:rect l="l" t="t" r="r" b="b"/>
                  <a:pathLst>
                    <a:path w="4005" h="3433" extrusionOk="0">
                      <a:moveTo>
                        <a:pt x="2284" y="1"/>
                      </a:moveTo>
                      <a:cubicBezTo>
                        <a:pt x="1865" y="1"/>
                        <a:pt x="1437" y="157"/>
                        <a:pt x="1089" y="505"/>
                      </a:cubicBezTo>
                      <a:cubicBezTo>
                        <a:pt x="0" y="1581"/>
                        <a:pt x="774" y="3432"/>
                        <a:pt x="2298" y="3432"/>
                      </a:cubicBezTo>
                      <a:cubicBezTo>
                        <a:pt x="3242" y="3432"/>
                        <a:pt x="4004" y="2658"/>
                        <a:pt x="4004" y="1714"/>
                      </a:cubicBezTo>
                      <a:cubicBezTo>
                        <a:pt x="4004" y="683"/>
                        <a:pt x="3162" y="1"/>
                        <a:pt x="22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5207;p68">
                  <a:extLst>
                    <a:ext uri="{FF2B5EF4-FFF2-40B4-BE49-F238E27FC236}">
                      <a16:creationId xmlns:a16="http://schemas.microsoft.com/office/drawing/2014/main" id="{4633C538-BBFC-7364-6B01-B9D752DD51A0}"/>
                    </a:ext>
                  </a:extLst>
                </p:cNvPr>
                <p:cNvSpPr/>
                <p:nvPr/>
              </p:nvSpPr>
              <p:spPr>
                <a:xfrm>
                  <a:off x="4147321" y="316226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5" name="Google Shape;5208;p68">
                <a:extLst>
                  <a:ext uri="{FF2B5EF4-FFF2-40B4-BE49-F238E27FC236}">
                    <a16:creationId xmlns:a16="http://schemas.microsoft.com/office/drawing/2014/main" id="{73A72EA8-DBE3-A40D-89A2-66543066D58A}"/>
                  </a:ext>
                </a:extLst>
              </p:cNvPr>
              <p:cNvGrpSpPr/>
              <p:nvPr/>
            </p:nvGrpSpPr>
            <p:grpSpPr>
              <a:xfrm>
                <a:off x="4220866" y="3073534"/>
                <a:ext cx="31499" cy="26898"/>
                <a:chOff x="4220866" y="3073534"/>
                <a:chExt cx="31499" cy="26898"/>
              </a:xfrm>
            </p:grpSpPr>
            <p:sp>
              <p:nvSpPr>
                <p:cNvPr id="699" name="Google Shape;5209;p68">
                  <a:extLst>
                    <a:ext uri="{FF2B5EF4-FFF2-40B4-BE49-F238E27FC236}">
                      <a16:creationId xmlns:a16="http://schemas.microsoft.com/office/drawing/2014/main" id="{574F607E-6772-A841-FFBB-B2D709605E3A}"/>
                    </a:ext>
                  </a:extLst>
                </p:cNvPr>
                <p:cNvSpPr/>
                <p:nvPr/>
              </p:nvSpPr>
              <p:spPr>
                <a:xfrm>
                  <a:off x="4220866" y="307353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5210;p68">
                  <a:extLst>
                    <a:ext uri="{FF2B5EF4-FFF2-40B4-BE49-F238E27FC236}">
                      <a16:creationId xmlns:a16="http://schemas.microsoft.com/office/drawing/2014/main" id="{3AD7649F-423D-03B6-A3B8-A7935CF0C1E6}"/>
                    </a:ext>
                  </a:extLst>
                </p:cNvPr>
                <p:cNvSpPr/>
                <p:nvPr/>
              </p:nvSpPr>
              <p:spPr>
                <a:xfrm>
                  <a:off x="4235039" y="3083114"/>
                  <a:ext cx="7621" cy="7613"/>
                </a:xfrm>
                <a:custGeom>
                  <a:avLst/>
                  <a:gdLst/>
                  <a:ahLst/>
                  <a:cxnLst/>
                  <a:rect l="l" t="t" r="r" b="b"/>
                  <a:pathLst>
                    <a:path w="969" h="968" extrusionOk="0">
                      <a:moveTo>
                        <a:pt x="485" y="0"/>
                      </a:moveTo>
                      <a:cubicBezTo>
                        <a:pt x="218" y="0"/>
                        <a:pt x="1" y="218"/>
                        <a:pt x="1" y="484"/>
                      </a:cubicBezTo>
                      <a:cubicBezTo>
                        <a:pt x="1" y="750"/>
                        <a:pt x="218" y="968"/>
                        <a:pt x="485" y="968"/>
                      </a:cubicBezTo>
                      <a:cubicBezTo>
                        <a:pt x="751" y="968"/>
                        <a:pt x="968" y="750"/>
                        <a:pt x="968" y="484"/>
                      </a:cubicBezTo>
                      <a:cubicBezTo>
                        <a:pt x="968"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 name="Google Shape;5211;p68">
                <a:extLst>
                  <a:ext uri="{FF2B5EF4-FFF2-40B4-BE49-F238E27FC236}">
                    <a16:creationId xmlns:a16="http://schemas.microsoft.com/office/drawing/2014/main" id="{AE657F37-96D2-2BA4-085A-D47C4654577B}"/>
                  </a:ext>
                </a:extLst>
              </p:cNvPr>
              <p:cNvGrpSpPr/>
              <p:nvPr/>
            </p:nvGrpSpPr>
            <p:grpSpPr>
              <a:xfrm>
                <a:off x="3869702" y="3230323"/>
                <a:ext cx="31499" cy="26906"/>
                <a:chOff x="3869702" y="3230323"/>
                <a:chExt cx="31499" cy="26906"/>
              </a:xfrm>
            </p:grpSpPr>
            <p:sp>
              <p:nvSpPr>
                <p:cNvPr id="697" name="Google Shape;5212;p68">
                  <a:extLst>
                    <a:ext uri="{FF2B5EF4-FFF2-40B4-BE49-F238E27FC236}">
                      <a16:creationId xmlns:a16="http://schemas.microsoft.com/office/drawing/2014/main" id="{8F5D96D8-BB7A-9909-9213-BF61F052015A}"/>
                    </a:ext>
                  </a:extLst>
                </p:cNvPr>
                <p:cNvSpPr/>
                <p:nvPr/>
              </p:nvSpPr>
              <p:spPr>
                <a:xfrm>
                  <a:off x="3869702" y="3230323"/>
                  <a:ext cx="31499" cy="26906"/>
                </a:xfrm>
                <a:custGeom>
                  <a:avLst/>
                  <a:gdLst/>
                  <a:ahLst/>
                  <a:cxnLst/>
                  <a:rect l="l" t="t" r="r" b="b"/>
                  <a:pathLst>
                    <a:path w="4005" h="3421" extrusionOk="0">
                      <a:moveTo>
                        <a:pt x="2275" y="1"/>
                      </a:moveTo>
                      <a:cubicBezTo>
                        <a:pt x="1854" y="1"/>
                        <a:pt x="1425" y="157"/>
                        <a:pt x="1077" y="505"/>
                      </a:cubicBezTo>
                      <a:cubicBezTo>
                        <a:pt x="0" y="1581"/>
                        <a:pt x="762" y="3420"/>
                        <a:pt x="2286" y="3420"/>
                      </a:cubicBezTo>
                      <a:cubicBezTo>
                        <a:pt x="3230" y="3420"/>
                        <a:pt x="3992"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5213;p68">
                  <a:extLst>
                    <a:ext uri="{FF2B5EF4-FFF2-40B4-BE49-F238E27FC236}">
                      <a16:creationId xmlns:a16="http://schemas.microsoft.com/office/drawing/2014/main" id="{AADA9E3C-428E-1087-6C19-F95C50514EAF}"/>
                    </a:ext>
                  </a:extLst>
                </p:cNvPr>
                <p:cNvSpPr/>
                <p:nvPr/>
              </p:nvSpPr>
              <p:spPr>
                <a:xfrm>
                  <a:off x="388387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 name="Google Shape;5214;p68">
              <a:extLst>
                <a:ext uri="{FF2B5EF4-FFF2-40B4-BE49-F238E27FC236}">
                  <a16:creationId xmlns:a16="http://schemas.microsoft.com/office/drawing/2014/main" id="{37117050-C4C9-B466-45D4-5B3AE3804137}"/>
                </a:ext>
              </a:extLst>
            </p:cNvPr>
            <p:cNvGrpSpPr/>
            <p:nvPr/>
          </p:nvGrpSpPr>
          <p:grpSpPr>
            <a:xfrm>
              <a:off x="4271383" y="3065882"/>
              <a:ext cx="304556" cy="341663"/>
              <a:chOff x="4271383" y="3065882"/>
              <a:chExt cx="304556" cy="341663"/>
            </a:xfrm>
          </p:grpSpPr>
          <p:grpSp>
            <p:nvGrpSpPr>
              <p:cNvPr id="630" name="Google Shape;5215;p68">
                <a:extLst>
                  <a:ext uri="{FF2B5EF4-FFF2-40B4-BE49-F238E27FC236}">
                    <a16:creationId xmlns:a16="http://schemas.microsoft.com/office/drawing/2014/main" id="{949F5490-5A43-989F-5267-85BA4A96E89A}"/>
                  </a:ext>
                </a:extLst>
              </p:cNvPr>
              <p:cNvGrpSpPr/>
              <p:nvPr/>
            </p:nvGrpSpPr>
            <p:grpSpPr>
              <a:xfrm>
                <a:off x="4293838" y="3078639"/>
                <a:ext cx="269353" cy="311973"/>
                <a:chOff x="4293838" y="3078639"/>
                <a:chExt cx="269353" cy="311973"/>
              </a:xfrm>
            </p:grpSpPr>
            <p:sp>
              <p:nvSpPr>
                <p:cNvPr id="670" name="Google Shape;5216;p68">
                  <a:extLst>
                    <a:ext uri="{FF2B5EF4-FFF2-40B4-BE49-F238E27FC236}">
                      <a16:creationId xmlns:a16="http://schemas.microsoft.com/office/drawing/2014/main" id="{6B9DFDE9-A009-65C5-6470-4E05FBCD71F8}"/>
                    </a:ext>
                  </a:extLst>
                </p:cNvPr>
                <p:cNvSpPr/>
                <p:nvPr/>
              </p:nvSpPr>
              <p:spPr>
                <a:xfrm>
                  <a:off x="4293838" y="3078639"/>
                  <a:ext cx="269353" cy="311973"/>
                </a:xfrm>
                <a:custGeom>
                  <a:avLst/>
                  <a:gdLst/>
                  <a:ahLst/>
                  <a:cxnLst/>
                  <a:rect l="l" t="t" r="r" b="b"/>
                  <a:pathLst>
                    <a:path w="34247" h="39666" fill="none" extrusionOk="0">
                      <a:moveTo>
                        <a:pt x="13" y="16730"/>
                      </a:moveTo>
                      <a:lnTo>
                        <a:pt x="7162" y="27690"/>
                      </a:lnTo>
                      <a:lnTo>
                        <a:pt x="8480" y="39666"/>
                      </a:lnTo>
                      <a:lnTo>
                        <a:pt x="18182" y="34138"/>
                      </a:lnTo>
                      <a:lnTo>
                        <a:pt x="26371" y="29807"/>
                      </a:lnTo>
                      <a:cubicBezTo>
                        <a:pt x="26371" y="29807"/>
                        <a:pt x="33605" y="34694"/>
                        <a:pt x="33932" y="35456"/>
                      </a:cubicBezTo>
                      <a:cubicBezTo>
                        <a:pt x="34246" y="36218"/>
                        <a:pt x="32263" y="18388"/>
                        <a:pt x="32263" y="18388"/>
                      </a:cubicBezTo>
                      <a:lnTo>
                        <a:pt x="28428" y="2928"/>
                      </a:lnTo>
                      <a:lnTo>
                        <a:pt x="12932" y="1"/>
                      </a:lnTo>
                      <a:lnTo>
                        <a:pt x="1670" y="2650"/>
                      </a:lnTo>
                      <a:lnTo>
                        <a:pt x="0" y="171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5217;p68">
                  <a:extLst>
                    <a:ext uri="{FF2B5EF4-FFF2-40B4-BE49-F238E27FC236}">
                      <a16:creationId xmlns:a16="http://schemas.microsoft.com/office/drawing/2014/main" id="{D685906D-7E16-B37A-3050-A6E250E878BE}"/>
                    </a:ext>
                  </a:extLst>
                </p:cNvPr>
                <p:cNvSpPr/>
                <p:nvPr/>
              </p:nvSpPr>
              <p:spPr>
                <a:xfrm>
                  <a:off x="4306965" y="3099473"/>
                  <a:ext cx="62519" cy="69652"/>
                </a:xfrm>
                <a:custGeom>
                  <a:avLst/>
                  <a:gdLst/>
                  <a:ahLst/>
                  <a:cxnLst/>
                  <a:rect l="l" t="t" r="r" b="b"/>
                  <a:pathLst>
                    <a:path w="7949" h="8856" fill="none" extrusionOk="0">
                      <a:moveTo>
                        <a:pt x="1" y="1"/>
                      </a:moveTo>
                      <a:lnTo>
                        <a:pt x="7948" y="885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5218;p68">
                  <a:extLst>
                    <a:ext uri="{FF2B5EF4-FFF2-40B4-BE49-F238E27FC236}">
                      <a16:creationId xmlns:a16="http://schemas.microsoft.com/office/drawing/2014/main" id="{7B1B781E-51CA-E8B3-953A-D02728BAB41D}"/>
                    </a:ext>
                  </a:extLst>
                </p:cNvPr>
                <p:cNvSpPr/>
                <p:nvPr/>
              </p:nvSpPr>
              <p:spPr>
                <a:xfrm>
                  <a:off x="4369476" y="3169118"/>
                  <a:ext cx="26072" cy="98666"/>
                </a:xfrm>
                <a:custGeom>
                  <a:avLst/>
                  <a:gdLst/>
                  <a:ahLst/>
                  <a:cxnLst/>
                  <a:rect l="l" t="t" r="r" b="b"/>
                  <a:pathLst>
                    <a:path w="3315" h="12545" fill="none" extrusionOk="0">
                      <a:moveTo>
                        <a:pt x="0" y="1"/>
                      </a:moveTo>
                      <a:lnTo>
                        <a:pt x="3315" y="1254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5219;p68">
                  <a:extLst>
                    <a:ext uri="{FF2B5EF4-FFF2-40B4-BE49-F238E27FC236}">
                      <a16:creationId xmlns:a16="http://schemas.microsoft.com/office/drawing/2014/main" id="{6F2D6941-2580-B403-4634-D755089A1F12}"/>
                    </a:ext>
                  </a:extLst>
                </p:cNvPr>
                <p:cNvSpPr/>
                <p:nvPr/>
              </p:nvSpPr>
              <p:spPr>
                <a:xfrm>
                  <a:off x="4399347" y="3078639"/>
                  <a:ext cx="60041" cy="110558"/>
                </a:xfrm>
                <a:custGeom>
                  <a:avLst/>
                  <a:gdLst/>
                  <a:ahLst/>
                  <a:cxnLst/>
                  <a:rect l="l" t="t" r="r" b="b"/>
                  <a:pathLst>
                    <a:path w="7634" h="14057" fill="none" extrusionOk="0">
                      <a:moveTo>
                        <a:pt x="7634" y="14057"/>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5220;p68">
                  <a:extLst>
                    <a:ext uri="{FF2B5EF4-FFF2-40B4-BE49-F238E27FC236}">
                      <a16:creationId xmlns:a16="http://schemas.microsoft.com/office/drawing/2014/main" id="{5AFFBE40-A121-C1D4-59ED-F68B899D5E70}"/>
                    </a:ext>
                  </a:extLst>
                </p:cNvPr>
                <p:cNvSpPr/>
                <p:nvPr/>
              </p:nvSpPr>
              <p:spPr>
                <a:xfrm>
                  <a:off x="4373282" y="3169118"/>
                  <a:ext cx="82299" cy="20079"/>
                </a:xfrm>
                <a:custGeom>
                  <a:avLst/>
                  <a:gdLst/>
                  <a:ahLst/>
                  <a:cxnLst/>
                  <a:rect l="l" t="t" r="r" b="b"/>
                  <a:pathLst>
                    <a:path w="10464" h="2553" fill="none" extrusionOk="0">
                      <a:moveTo>
                        <a:pt x="0" y="1"/>
                      </a:moveTo>
                      <a:lnTo>
                        <a:pt x="10464" y="255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5221;p68">
                  <a:extLst>
                    <a:ext uri="{FF2B5EF4-FFF2-40B4-BE49-F238E27FC236}">
                      <a16:creationId xmlns:a16="http://schemas.microsoft.com/office/drawing/2014/main" id="{D817FAA8-2939-C82F-E02F-5507AD1E5B90}"/>
                    </a:ext>
                  </a:extLst>
                </p:cNvPr>
                <p:cNvSpPr/>
                <p:nvPr/>
              </p:nvSpPr>
              <p:spPr>
                <a:xfrm>
                  <a:off x="4369476" y="3078639"/>
                  <a:ext cx="29879" cy="90487"/>
                </a:xfrm>
                <a:custGeom>
                  <a:avLst/>
                  <a:gdLst/>
                  <a:ahLst/>
                  <a:cxnLst/>
                  <a:rect l="l" t="t" r="r" b="b"/>
                  <a:pathLst>
                    <a:path w="3799" h="11505" fill="none" extrusionOk="0">
                      <a:moveTo>
                        <a:pt x="0" y="11505"/>
                      </a:moveTo>
                      <a:lnTo>
                        <a:pt x="379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5222;p68">
                  <a:extLst>
                    <a:ext uri="{FF2B5EF4-FFF2-40B4-BE49-F238E27FC236}">
                      <a16:creationId xmlns:a16="http://schemas.microsoft.com/office/drawing/2014/main" id="{668C0E78-2F98-9CA2-1BBB-789DD4830E06}"/>
                    </a:ext>
                  </a:extLst>
                </p:cNvPr>
                <p:cNvSpPr/>
                <p:nvPr/>
              </p:nvSpPr>
              <p:spPr>
                <a:xfrm>
                  <a:off x="4293932" y="3169118"/>
                  <a:ext cx="75551" cy="41110"/>
                </a:xfrm>
                <a:custGeom>
                  <a:avLst/>
                  <a:gdLst/>
                  <a:ahLst/>
                  <a:cxnLst/>
                  <a:rect l="l" t="t" r="r" b="b"/>
                  <a:pathLst>
                    <a:path w="9606" h="5227" fill="none" extrusionOk="0">
                      <a:moveTo>
                        <a:pt x="1" y="5226"/>
                      </a:moveTo>
                      <a:lnTo>
                        <a:pt x="9605"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5223;p68">
                  <a:extLst>
                    <a:ext uri="{FF2B5EF4-FFF2-40B4-BE49-F238E27FC236}">
                      <a16:creationId xmlns:a16="http://schemas.microsoft.com/office/drawing/2014/main" id="{7611854F-B36A-10B9-735D-729A379EB870}"/>
                    </a:ext>
                  </a:extLst>
                </p:cNvPr>
                <p:cNvSpPr/>
                <p:nvPr/>
              </p:nvSpPr>
              <p:spPr>
                <a:xfrm>
                  <a:off x="4350159" y="3267776"/>
                  <a:ext cx="45389" cy="27032"/>
                </a:xfrm>
                <a:custGeom>
                  <a:avLst/>
                  <a:gdLst/>
                  <a:ahLst/>
                  <a:cxnLst/>
                  <a:rect l="l" t="t" r="r" b="b"/>
                  <a:pathLst>
                    <a:path w="5771" h="3437" fill="none" extrusionOk="0">
                      <a:moveTo>
                        <a:pt x="1" y="3436"/>
                      </a:moveTo>
                      <a:lnTo>
                        <a:pt x="577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5224;p68">
                  <a:extLst>
                    <a:ext uri="{FF2B5EF4-FFF2-40B4-BE49-F238E27FC236}">
                      <a16:creationId xmlns:a16="http://schemas.microsoft.com/office/drawing/2014/main" id="{4C12156B-BC9D-28BD-B6E6-8895A1070452}"/>
                    </a:ext>
                  </a:extLst>
                </p:cNvPr>
                <p:cNvSpPr/>
                <p:nvPr/>
              </p:nvSpPr>
              <p:spPr>
                <a:xfrm>
                  <a:off x="4395540" y="3267776"/>
                  <a:ext cx="38830" cy="76031"/>
                </a:xfrm>
                <a:custGeom>
                  <a:avLst/>
                  <a:gdLst/>
                  <a:ahLst/>
                  <a:cxnLst/>
                  <a:rect l="l" t="t" r="r" b="b"/>
                  <a:pathLst>
                    <a:path w="4937" h="9667" fill="none" extrusionOk="0">
                      <a:moveTo>
                        <a:pt x="1" y="1"/>
                      </a:moveTo>
                      <a:lnTo>
                        <a:pt x="4936" y="96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5225;p68">
                  <a:extLst>
                    <a:ext uri="{FF2B5EF4-FFF2-40B4-BE49-F238E27FC236}">
                      <a16:creationId xmlns:a16="http://schemas.microsoft.com/office/drawing/2014/main" id="{BEAA944C-D534-E5EB-BCDD-5A503FFAB2A7}"/>
                    </a:ext>
                  </a:extLst>
                </p:cNvPr>
                <p:cNvSpPr/>
                <p:nvPr/>
              </p:nvSpPr>
              <p:spPr>
                <a:xfrm>
                  <a:off x="4360439" y="3267776"/>
                  <a:ext cx="35109" cy="121978"/>
                </a:xfrm>
                <a:custGeom>
                  <a:avLst/>
                  <a:gdLst/>
                  <a:ahLst/>
                  <a:cxnLst/>
                  <a:rect l="l" t="t" r="r" b="b"/>
                  <a:pathLst>
                    <a:path w="4464" h="15509" fill="none" extrusionOk="0">
                      <a:moveTo>
                        <a:pt x="0" y="15509"/>
                      </a:moveTo>
                      <a:lnTo>
                        <a:pt x="446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5226;p68">
                  <a:extLst>
                    <a:ext uri="{FF2B5EF4-FFF2-40B4-BE49-F238E27FC236}">
                      <a16:creationId xmlns:a16="http://schemas.microsoft.com/office/drawing/2014/main" id="{C5BDD12B-EDAF-F2C2-A00F-E518B5DD40E2}"/>
                    </a:ext>
                  </a:extLst>
                </p:cNvPr>
                <p:cNvSpPr/>
                <p:nvPr/>
              </p:nvSpPr>
              <p:spPr>
                <a:xfrm>
                  <a:off x="4293932" y="3210220"/>
                  <a:ext cx="101616" cy="57564"/>
                </a:xfrm>
                <a:custGeom>
                  <a:avLst/>
                  <a:gdLst/>
                  <a:ahLst/>
                  <a:cxnLst/>
                  <a:rect l="l" t="t" r="r" b="b"/>
                  <a:pathLst>
                    <a:path w="12920" h="7319" fill="none" extrusionOk="0">
                      <a:moveTo>
                        <a:pt x="1" y="0"/>
                      </a:moveTo>
                      <a:lnTo>
                        <a:pt x="12920" y="73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5227;p68">
                  <a:extLst>
                    <a:ext uri="{FF2B5EF4-FFF2-40B4-BE49-F238E27FC236}">
                      <a16:creationId xmlns:a16="http://schemas.microsoft.com/office/drawing/2014/main" id="{0980BD09-3970-230F-E85B-13FF06D997A9}"/>
                    </a:ext>
                  </a:extLst>
                </p:cNvPr>
                <p:cNvSpPr/>
                <p:nvPr/>
              </p:nvSpPr>
              <p:spPr>
                <a:xfrm>
                  <a:off x="4395540" y="3186436"/>
                  <a:ext cx="66420" cy="79735"/>
                </a:xfrm>
                <a:custGeom>
                  <a:avLst/>
                  <a:gdLst/>
                  <a:ahLst/>
                  <a:cxnLst/>
                  <a:rect l="l" t="t" r="r" b="b"/>
                  <a:pathLst>
                    <a:path w="8445" h="10138" fill="none" extrusionOk="0">
                      <a:moveTo>
                        <a:pt x="8444" y="0"/>
                      </a:moveTo>
                      <a:lnTo>
                        <a:pt x="1" y="1013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5228;p68">
                  <a:extLst>
                    <a:ext uri="{FF2B5EF4-FFF2-40B4-BE49-F238E27FC236}">
                      <a16:creationId xmlns:a16="http://schemas.microsoft.com/office/drawing/2014/main" id="{026484FF-5D4D-0219-C22D-4F28DB4E2FBD}"/>
                    </a:ext>
                  </a:extLst>
                </p:cNvPr>
                <p:cNvSpPr/>
                <p:nvPr/>
              </p:nvSpPr>
              <p:spPr>
                <a:xfrm>
                  <a:off x="4459380" y="3189669"/>
                  <a:ext cx="41873" cy="123402"/>
                </a:xfrm>
                <a:custGeom>
                  <a:avLst/>
                  <a:gdLst/>
                  <a:ahLst/>
                  <a:cxnLst/>
                  <a:rect l="l" t="t" r="r" b="b"/>
                  <a:pathLst>
                    <a:path w="5324" h="15690" fill="none" extrusionOk="0">
                      <a:moveTo>
                        <a:pt x="1" y="0"/>
                      </a:moveTo>
                      <a:lnTo>
                        <a:pt x="5323" y="1569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5229;p68">
                  <a:extLst>
                    <a:ext uri="{FF2B5EF4-FFF2-40B4-BE49-F238E27FC236}">
                      <a16:creationId xmlns:a16="http://schemas.microsoft.com/office/drawing/2014/main" id="{5BD5DEA3-512C-6B0C-2EDD-52D912BE8A2F}"/>
                    </a:ext>
                  </a:extLst>
                </p:cNvPr>
                <p:cNvSpPr/>
                <p:nvPr/>
              </p:nvSpPr>
              <p:spPr>
                <a:xfrm>
                  <a:off x="4395540" y="3267776"/>
                  <a:ext cx="105713" cy="45295"/>
                </a:xfrm>
                <a:custGeom>
                  <a:avLst/>
                  <a:gdLst/>
                  <a:ahLst/>
                  <a:cxnLst/>
                  <a:rect l="l" t="t" r="r" b="b"/>
                  <a:pathLst>
                    <a:path w="13441" h="5759" fill="none" extrusionOk="0">
                      <a:moveTo>
                        <a:pt x="1" y="1"/>
                      </a:moveTo>
                      <a:lnTo>
                        <a:pt x="13440" y="575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5230;p68">
                  <a:extLst>
                    <a:ext uri="{FF2B5EF4-FFF2-40B4-BE49-F238E27FC236}">
                      <a16:creationId xmlns:a16="http://schemas.microsoft.com/office/drawing/2014/main" id="{66CBAB8E-C368-6BB2-6F07-84F43E891D6D}"/>
                    </a:ext>
                  </a:extLst>
                </p:cNvPr>
                <p:cNvSpPr/>
                <p:nvPr/>
              </p:nvSpPr>
              <p:spPr>
                <a:xfrm>
                  <a:off x="4501246" y="3223252"/>
                  <a:ext cx="46435" cy="89818"/>
                </a:xfrm>
                <a:custGeom>
                  <a:avLst/>
                  <a:gdLst/>
                  <a:ahLst/>
                  <a:cxnLst/>
                  <a:rect l="l" t="t" r="r" b="b"/>
                  <a:pathLst>
                    <a:path w="5904" h="11420" fill="none" extrusionOk="0">
                      <a:moveTo>
                        <a:pt x="0" y="11420"/>
                      </a:moveTo>
                      <a:lnTo>
                        <a:pt x="590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5231;p68">
                  <a:extLst>
                    <a:ext uri="{FF2B5EF4-FFF2-40B4-BE49-F238E27FC236}">
                      <a16:creationId xmlns:a16="http://schemas.microsoft.com/office/drawing/2014/main" id="{04CBEF01-0BEC-A727-1C5B-3B5CBEAEFBCC}"/>
                    </a:ext>
                  </a:extLst>
                </p:cNvPr>
                <p:cNvSpPr/>
                <p:nvPr/>
              </p:nvSpPr>
              <p:spPr>
                <a:xfrm>
                  <a:off x="4459671" y="3104231"/>
                  <a:ext cx="58421" cy="84966"/>
                </a:xfrm>
                <a:custGeom>
                  <a:avLst/>
                  <a:gdLst/>
                  <a:ahLst/>
                  <a:cxnLst/>
                  <a:rect l="l" t="t" r="r" b="b"/>
                  <a:pathLst>
                    <a:path w="7428" h="10803" fill="none" extrusionOk="0">
                      <a:moveTo>
                        <a:pt x="0" y="10803"/>
                      </a:moveTo>
                      <a:lnTo>
                        <a:pt x="7428"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5232;p68">
                  <a:extLst>
                    <a:ext uri="{FF2B5EF4-FFF2-40B4-BE49-F238E27FC236}">
                      <a16:creationId xmlns:a16="http://schemas.microsoft.com/office/drawing/2014/main" id="{7B337BDB-EFEB-F780-4E0C-7E1DA276330F}"/>
                    </a:ext>
                  </a:extLst>
                </p:cNvPr>
                <p:cNvSpPr/>
                <p:nvPr/>
              </p:nvSpPr>
              <p:spPr>
                <a:xfrm>
                  <a:off x="4459671" y="3189189"/>
                  <a:ext cx="86586" cy="36737"/>
                </a:xfrm>
                <a:custGeom>
                  <a:avLst/>
                  <a:gdLst/>
                  <a:ahLst/>
                  <a:cxnLst/>
                  <a:rect l="l" t="t" r="r" b="b"/>
                  <a:pathLst>
                    <a:path w="11009" h="4671" fill="none" extrusionOk="0">
                      <a:moveTo>
                        <a:pt x="0" y="1"/>
                      </a:moveTo>
                      <a:lnTo>
                        <a:pt x="11008" y="467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1" name="Google Shape;5233;p68">
                <a:extLst>
                  <a:ext uri="{FF2B5EF4-FFF2-40B4-BE49-F238E27FC236}">
                    <a16:creationId xmlns:a16="http://schemas.microsoft.com/office/drawing/2014/main" id="{1034D727-CDEC-4AC2-8C42-6BCCAF4DF37A}"/>
                  </a:ext>
                </a:extLst>
              </p:cNvPr>
              <p:cNvGrpSpPr/>
              <p:nvPr/>
            </p:nvGrpSpPr>
            <p:grpSpPr>
              <a:xfrm>
                <a:off x="4538164" y="3342061"/>
                <a:ext cx="37776" cy="32380"/>
                <a:chOff x="4538164" y="3342061"/>
                <a:chExt cx="37776" cy="32380"/>
              </a:xfrm>
            </p:grpSpPr>
            <p:sp>
              <p:nvSpPr>
                <p:cNvPr id="668" name="Google Shape;5234;p68">
                  <a:extLst>
                    <a:ext uri="{FF2B5EF4-FFF2-40B4-BE49-F238E27FC236}">
                      <a16:creationId xmlns:a16="http://schemas.microsoft.com/office/drawing/2014/main" id="{14D16E31-AF4F-97AE-B645-B98B3CE4799B}"/>
                    </a:ext>
                  </a:extLst>
                </p:cNvPr>
                <p:cNvSpPr/>
                <p:nvPr/>
              </p:nvSpPr>
              <p:spPr>
                <a:xfrm>
                  <a:off x="4538164" y="3342061"/>
                  <a:ext cx="37776" cy="32380"/>
                </a:xfrm>
                <a:custGeom>
                  <a:avLst/>
                  <a:gdLst/>
                  <a:ahLst/>
                  <a:cxnLst/>
                  <a:rect l="l" t="t" r="r" b="b"/>
                  <a:pathLst>
                    <a:path w="4803" h="4117" extrusionOk="0">
                      <a:moveTo>
                        <a:pt x="2737" y="0"/>
                      </a:moveTo>
                      <a:cubicBezTo>
                        <a:pt x="2231" y="0"/>
                        <a:pt x="1714" y="189"/>
                        <a:pt x="1294" y="608"/>
                      </a:cubicBezTo>
                      <a:cubicBezTo>
                        <a:pt x="0" y="1903"/>
                        <a:pt x="919" y="4116"/>
                        <a:pt x="2746" y="4116"/>
                      </a:cubicBezTo>
                      <a:cubicBezTo>
                        <a:pt x="3883" y="4116"/>
                        <a:pt x="4802" y="3197"/>
                        <a:pt x="4802" y="2060"/>
                      </a:cubicBezTo>
                      <a:cubicBezTo>
                        <a:pt x="4802" y="817"/>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5235;p68">
                  <a:extLst>
                    <a:ext uri="{FF2B5EF4-FFF2-40B4-BE49-F238E27FC236}">
                      <a16:creationId xmlns:a16="http://schemas.microsoft.com/office/drawing/2014/main" id="{C4798F52-8298-2B38-24A8-334199D95BA8}"/>
                    </a:ext>
                  </a:extLst>
                </p:cNvPr>
                <p:cNvSpPr/>
                <p:nvPr/>
              </p:nvSpPr>
              <p:spPr>
                <a:xfrm>
                  <a:off x="4553194" y="3351790"/>
                  <a:ext cx="13040" cy="13040"/>
                </a:xfrm>
                <a:custGeom>
                  <a:avLst/>
                  <a:gdLst/>
                  <a:ahLst/>
                  <a:cxnLst/>
                  <a:rect l="l" t="t" r="r" b="b"/>
                  <a:pathLst>
                    <a:path w="1658" h="1658" extrusionOk="0">
                      <a:moveTo>
                        <a:pt x="835" y="0"/>
                      </a:moveTo>
                      <a:cubicBezTo>
                        <a:pt x="375" y="0"/>
                        <a:pt x="0" y="363"/>
                        <a:pt x="0" y="823"/>
                      </a:cubicBezTo>
                      <a:cubicBezTo>
                        <a:pt x="0" y="1283"/>
                        <a:pt x="375"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2" name="Google Shape;5236;p68">
                <a:extLst>
                  <a:ext uri="{FF2B5EF4-FFF2-40B4-BE49-F238E27FC236}">
                    <a16:creationId xmlns:a16="http://schemas.microsoft.com/office/drawing/2014/main" id="{291D165F-A3DB-145E-7568-7903BC156D76}"/>
                  </a:ext>
                </a:extLst>
              </p:cNvPr>
              <p:cNvGrpSpPr/>
              <p:nvPr/>
            </p:nvGrpSpPr>
            <p:grpSpPr>
              <a:xfrm>
                <a:off x="4271383" y="3194742"/>
                <a:ext cx="37783" cy="32420"/>
                <a:chOff x="4271383" y="3194742"/>
                <a:chExt cx="37783" cy="32420"/>
              </a:xfrm>
            </p:grpSpPr>
            <p:sp>
              <p:nvSpPr>
                <p:cNvPr id="666" name="Google Shape;5237;p68">
                  <a:extLst>
                    <a:ext uri="{FF2B5EF4-FFF2-40B4-BE49-F238E27FC236}">
                      <a16:creationId xmlns:a16="http://schemas.microsoft.com/office/drawing/2014/main" id="{6A6CF39D-5C8E-C1E3-2215-DA1FD9355F4F}"/>
                    </a:ext>
                  </a:extLst>
                </p:cNvPr>
                <p:cNvSpPr/>
                <p:nvPr/>
              </p:nvSpPr>
              <p:spPr>
                <a:xfrm>
                  <a:off x="4271383" y="3194742"/>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5238;p68">
                  <a:extLst>
                    <a:ext uri="{FF2B5EF4-FFF2-40B4-BE49-F238E27FC236}">
                      <a16:creationId xmlns:a16="http://schemas.microsoft.com/office/drawing/2014/main" id="{F54C1C93-1746-D4E5-0CD6-C49F48284988}"/>
                    </a:ext>
                  </a:extLst>
                </p:cNvPr>
                <p:cNvSpPr/>
                <p:nvPr/>
              </p:nvSpPr>
              <p:spPr>
                <a:xfrm>
                  <a:off x="4286516" y="3204416"/>
                  <a:ext cx="13040" cy="13040"/>
                </a:xfrm>
                <a:custGeom>
                  <a:avLst/>
                  <a:gdLst/>
                  <a:ahLst/>
                  <a:cxnLst/>
                  <a:rect l="l" t="t" r="r" b="b"/>
                  <a:pathLst>
                    <a:path w="1658" h="1658" extrusionOk="0">
                      <a:moveTo>
                        <a:pt x="823" y="0"/>
                      </a:moveTo>
                      <a:cubicBezTo>
                        <a:pt x="363" y="0"/>
                        <a:pt x="0" y="375"/>
                        <a:pt x="0" y="835"/>
                      </a:cubicBezTo>
                      <a:cubicBezTo>
                        <a:pt x="0" y="1295"/>
                        <a:pt x="363" y="1658"/>
                        <a:pt x="823" y="1658"/>
                      </a:cubicBezTo>
                      <a:cubicBezTo>
                        <a:pt x="1282" y="1658"/>
                        <a:pt x="1657" y="1295"/>
                        <a:pt x="1657" y="835"/>
                      </a:cubicBezTo>
                      <a:cubicBezTo>
                        <a:pt x="1657" y="375"/>
                        <a:pt x="1282"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 name="Google Shape;5239;p68">
                <a:extLst>
                  <a:ext uri="{FF2B5EF4-FFF2-40B4-BE49-F238E27FC236}">
                    <a16:creationId xmlns:a16="http://schemas.microsoft.com/office/drawing/2014/main" id="{BA25368C-5F1E-D52A-10A8-0891E3160F82}"/>
                  </a:ext>
                </a:extLst>
              </p:cNvPr>
              <p:cNvGrpSpPr/>
              <p:nvPr/>
            </p:nvGrpSpPr>
            <p:grpSpPr>
              <a:xfrm>
                <a:off x="4284416" y="3084058"/>
                <a:ext cx="37783" cy="32357"/>
                <a:chOff x="4284416" y="3084058"/>
                <a:chExt cx="37783" cy="32357"/>
              </a:xfrm>
            </p:grpSpPr>
            <p:sp>
              <p:nvSpPr>
                <p:cNvPr id="664" name="Google Shape;5240;p68">
                  <a:extLst>
                    <a:ext uri="{FF2B5EF4-FFF2-40B4-BE49-F238E27FC236}">
                      <a16:creationId xmlns:a16="http://schemas.microsoft.com/office/drawing/2014/main" id="{36C3C31F-D1C5-913B-BE63-2F58F5CE8D35}"/>
                    </a:ext>
                  </a:extLst>
                </p:cNvPr>
                <p:cNvSpPr/>
                <p:nvPr/>
              </p:nvSpPr>
              <p:spPr>
                <a:xfrm>
                  <a:off x="4284416" y="3084058"/>
                  <a:ext cx="37783" cy="32357"/>
                </a:xfrm>
                <a:custGeom>
                  <a:avLst/>
                  <a:gdLst/>
                  <a:ahLst/>
                  <a:cxnLst/>
                  <a:rect l="l" t="t" r="r" b="b"/>
                  <a:pathLst>
                    <a:path w="4804" h="4114"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5241;p68">
                  <a:extLst>
                    <a:ext uri="{FF2B5EF4-FFF2-40B4-BE49-F238E27FC236}">
                      <a16:creationId xmlns:a16="http://schemas.microsoft.com/office/drawing/2014/main" id="{E6DE8EE5-520B-413D-7635-BFB106B08CD0}"/>
                    </a:ext>
                  </a:extLst>
                </p:cNvPr>
                <p:cNvSpPr/>
                <p:nvPr/>
              </p:nvSpPr>
              <p:spPr>
                <a:xfrm>
                  <a:off x="4299548" y="3093763"/>
                  <a:ext cx="13040" cy="13048"/>
                </a:xfrm>
                <a:custGeom>
                  <a:avLst/>
                  <a:gdLst/>
                  <a:ahLst/>
                  <a:cxnLst/>
                  <a:rect l="l" t="t" r="r" b="b"/>
                  <a:pathLst>
                    <a:path w="1658" h="1659" extrusionOk="0">
                      <a:moveTo>
                        <a:pt x="823" y="1"/>
                      </a:moveTo>
                      <a:cubicBezTo>
                        <a:pt x="363" y="1"/>
                        <a:pt x="0" y="364"/>
                        <a:pt x="0" y="824"/>
                      </a:cubicBezTo>
                      <a:cubicBezTo>
                        <a:pt x="0" y="1283"/>
                        <a:pt x="363"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 name="Google Shape;5242;p68">
                <a:extLst>
                  <a:ext uri="{FF2B5EF4-FFF2-40B4-BE49-F238E27FC236}">
                    <a16:creationId xmlns:a16="http://schemas.microsoft.com/office/drawing/2014/main" id="{1759815A-699B-BF0C-BB08-A7C29BD4B3E8}"/>
                  </a:ext>
                </a:extLst>
              </p:cNvPr>
              <p:cNvGrpSpPr/>
              <p:nvPr/>
            </p:nvGrpSpPr>
            <p:grpSpPr>
              <a:xfrm>
                <a:off x="4478697" y="3297561"/>
                <a:ext cx="37776" cy="32451"/>
                <a:chOff x="4478697" y="3297561"/>
                <a:chExt cx="37776" cy="32451"/>
              </a:xfrm>
            </p:grpSpPr>
            <p:sp>
              <p:nvSpPr>
                <p:cNvPr id="662" name="Google Shape;5243;p68">
                  <a:extLst>
                    <a:ext uri="{FF2B5EF4-FFF2-40B4-BE49-F238E27FC236}">
                      <a16:creationId xmlns:a16="http://schemas.microsoft.com/office/drawing/2014/main" id="{4E9C977C-F903-E7D4-2BB9-FEED6C6099AF}"/>
                    </a:ext>
                  </a:extLst>
                </p:cNvPr>
                <p:cNvSpPr/>
                <p:nvPr/>
              </p:nvSpPr>
              <p:spPr>
                <a:xfrm>
                  <a:off x="4478697" y="3297561"/>
                  <a:ext cx="37776" cy="32451"/>
                </a:xfrm>
                <a:custGeom>
                  <a:avLst/>
                  <a:gdLst/>
                  <a:ahLst/>
                  <a:cxnLst/>
                  <a:rect l="l" t="t" r="r" b="b"/>
                  <a:pathLst>
                    <a:path w="4803" h="4126" extrusionOk="0">
                      <a:moveTo>
                        <a:pt x="2730" y="0"/>
                      </a:moveTo>
                      <a:cubicBezTo>
                        <a:pt x="2226" y="0"/>
                        <a:pt x="1713" y="187"/>
                        <a:pt x="1295" y="605"/>
                      </a:cubicBezTo>
                      <a:cubicBezTo>
                        <a:pt x="1" y="1899"/>
                        <a:pt x="920" y="4125"/>
                        <a:pt x="2746" y="4125"/>
                      </a:cubicBezTo>
                      <a:cubicBezTo>
                        <a:pt x="3884"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5244;p68">
                  <a:extLst>
                    <a:ext uri="{FF2B5EF4-FFF2-40B4-BE49-F238E27FC236}">
                      <a16:creationId xmlns:a16="http://schemas.microsoft.com/office/drawing/2014/main" id="{9369DD36-38DA-9CCD-E2D9-5EFFB9C46D11}"/>
                    </a:ext>
                  </a:extLst>
                </p:cNvPr>
                <p:cNvSpPr/>
                <p:nvPr/>
              </p:nvSpPr>
              <p:spPr>
                <a:xfrm>
                  <a:off x="4493727" y="3307361"/>
                  <a:ext cx="13048" cy="13040"/>
                </a:xfrm>
                <a:custGeom>
                  <a:avLst/>
                  <a:gdLst/>
                  <a:ahLst/>
                  <a:cxnLst/>
                  <a:rect l="l" t="t" r="r" b="b"/>
                  <a:pathLst>
                    <a:path w="1659" h="1658" extrusionOk="0">
                      <a:moveTo>
                        <a:pt x="835" y="0"/>
                      </a:moveTo>
                      <a:cubicBezTo>
                        <a:pt x="376" y="0"/>
                        <a:pt x="1" y="363"/>
                        <a:pt x="1" y="823"/>
                      </a:cubicBezTo>
                      <a:cubicBezTo>
                        <a:pt x="1" y="1282"/>
                        <a:pt x="376" y="1657"/>
                        <a:pt x="835" y="1657"/>
                      </a:cubicBezTo>
                      <a:cubicBezTo>
                        <a:pt x="1295" y="1657"/>
                        <a:pt x="1658" y="1282"/>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 name="Google Shape;5245;p68">
                <a:extLst>
                  <a:ext uri="{FF2B5EF4-FFF2-40B4-BE49-F238E27FC236}">
                    <a16:creationId xmlns:a16="http://schemas.microsoft.com/office/drawing/2014/main" id="{2ED0FBCF-FF07-1EC4-E53A-405FC4935A9A}"/>
                  </a:ext>
                </a:extLst>
              </p:cNvPr>
              <p:cNvGrpSpPr/>
              <p:nvPr/>
            </p:nvGrpSpPr>
            <p:grpSpPr>
              <a:xfrm>
                <a:off x="4411813" y="3331711"/>
                <a:ext cx="37776" cy="32451"/>
                <a:chOff x="4411813" y="3331711"/>
                <a:chExt cx="37776" cy="32451"/>
              </a:xfrm>
            </p:grpSpPr>
            <p:sp>
              <p:nvSpPr>
                <p:cNvPr id="660" name="Google Shape;5246;p68">
                  <a:extLst>
                    <a:ext uri="{FF2B5EF4-FFF2-40B4-BE49-F238E27FC236}">
                      <a16:creationId xmlns:a16="http://schemas.microsoft.com/office/drawing/2014/main" id="{C3CCCA06-2F30-67E5-97E2-8A67E4D55621}"/>
                    </a:ext>
                  </a:extLst>
                </p:cNvPr>
                <p:cNvSpPr/>
                <p:nvPr/>
              </p:nvSpPr>
              <p:spPr>
                <a:xfrm>
                  <a:off x="4411813" y="3331711"/>
                  <a:ext cx="37776" cy="32451"/>
                </a:xfrm>
                <a:custGeom>
                  <a:avLst/>
                  <a:gdLst/>
                  <a:ahLst/>
                  <a:cxnLst/>
                  <a:rect l="l" t="t" r="r" b="b"/>
                  <a:pathLst>
                    <a:path w="4803" h="4126" extrusionOk="0">
                      <a:moveTo>
                        <a:pt x="2730" y="1"/>
                      </a:moveTo>
                      <a:cubicBezTo>
                        <a:pt x="2226" y="1"/>
                        <a:pt x="1713" y="188"/>
                        <a:pt x="1295" y="606"/>
                      </a:cubicBezTo>
                      <a:cubicBezTo>
                        <a:pt x="0" y="1900"/>
                        <a:pt x="920" y="4126"/>
                        <a:pt x="2759" y="4126"/>
                      </a:cubicBezTo>
                      <a:cubicBezTo>
                        <a:pt x="3884" y="4114"/>
                        <a:pt x="4803" y="3194"/>
                        <a:pt x="4803" y="2069"/>
                      </a:cubicBezTo>
                      <a:cubicBezTo>
                        <a:pt x="4803" y="824"/>
                        <a:pt x="3788"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5247;p68">
                  <a:extLst>
                    <a:ext uri="{FF2B5EF4-FFF2-40B4-BE49-F238E27FC236}">
                      <a16:creationId xmlns:a16="http://schemas.microsoft.com/office/drawing/2014/main" id="{ACD40650-AB77-7B34-268F-DE2F2807D528}"/>
                    </a:ext>
                  </a:extLst>
                </p:cNvPr>
                <p:cNvSpPr/>
                <p:nvPr/>
              </p:nvSpPr>
              <p:spPr>
                <a:xfrm>
                  <a:off x="4426937" y="3341416"/>
                  <a:ext cx="13048" cy="13048"/>
                </a:xfrm>
                <a:custGeom>
                  <a:avLst/>
                  <a:gdLst/>
                  <a:ahLst/>
                  <a:cxnLst/>
                  <a:rect l="l" t="t" r="r" b="b"/>
                  <a:pathLst>
                    <a:path w="1659" h="1659" extrusionOk="0">
                      <a:moveTo>
                        <a:pt x="823" y="1"/>
                      </a:moveTo>
                      <a:cubicBezTo>
                        <a:pt x="376" y="1"/>
                        <a:pt x="1" y="376"/>
                        <a:pt x="1" y="823"/>
                      </a:cubicBezTo>
                      <a:cubicBezTo>
                        <a:pt x="1" y="1283"/>
                        <a:pt x="376"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 name="Google Shape;5248;p68">
                <a:extLst>
                  <a:ext uri="{FF2B5EF4-FFF2-40B4-BE49-F238E27FC236}">
                    <a16:creationId xmlns:a16="http://schemas.microsoft.com/office/drawing/2014/main" id="{08C3E316-F280-E0AD-3217-F98F27840AAA}"/>
                  </a:ext>
                </a:extLst>
              </p:cNvPr>
              <p:cNvGrpSpPr/>
              <p:nvPr/>
            </p:nvGrpSpPr>
            <p:grpSpPr>
              <a:xfrm>
                <a:off x="4337984" y="3375188"/>
                <a:ext cx="37776" cy="32357"/>
                <a:chOff x="4337984" y="3375188"/>
                <a:chExt cx="37776" cy="32357"/>
              </a:xfrm>
            </p:grpSpPr>
            <p:sp>
              <p:nvSpPr>
                <p:cNvPr id="658" name="Google Shape;5249;p68">
                  <a:extLst>
                    <a:ext uri="{FF2B5EF4-FFF2-40B4-BE49-F238E27FC236}">
                      <a16:creationId xmlns:a16="http://schemas.microsoft.com/office/drawing/2014/main" id="{7200EE27-905C-FEA6-4950-8132EC441A59}"/>
                    </a:ext>
                  </a:extLst>
                </p:cNvPr>
                <p:cNvSpPr/>
                <p:nvPr/>
              </p:nvSpPr>
              <p:spPr>
                <a:xfrm>
                  <a:off x="4337984" y="3375188"/>
                  <a:ext cx="37776" cy="32357"/>
                </a:xfrm>
                <a:custGeom>
                  <a:avLst/>
                  <a:gdLst/>
                  <a:ahLst/>
                  <a:cxnLst/>
                  <a:rect l="l" t="t" r="r" b="b"/>
                  <a:pathLst>
                    <a:path w="4803" h="4114" extrusionOk="0">
                      <a:moveTo>
                        <a:pt x="2732" y="1"/>
                      </a:moveTo>
                      <a:cubicBezTo>
                        <a:pt x="2227" y="1"/>
                        <a:pt x="1713" y="188"/>
                        <a:pt x="1295" y="606"/>
                      </a:cubicBezTo>
                      <a:cubicBezTo>
                        <a:pt x="0" y="1900"/>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5250;p68">
                  <a:extLst>
                    <a:ext uri="{FF2B5EF4-FFF2-40B4-BE49-F238E27FC236}">
                      <a16:creationId xmlns:a16="http://schemas.microsoft.com/office/drawing/2014/main" id="{238088D0-5B06-D43F-F1AA-4F9C227E4B72}"/>
                    </a:ext>
                  </a:extLst>
                </p:cNvPr>
                <p:cNvSpPr/>
                <p:nvPr/>
              </p:nvSpPr>
              <p:spPr>
                <a:xfrm>
                  <a:off x="4353108" y="3384894"/>
                  <a:ext cx="13048" cy="13048"/>
                </a:xfrm>
                <a:custGeom>
                  <a:avLst/>
                  <a:gdLst/>
                  <a:ahLst/>
                  <a:cxnLst/>
                  <a:rect l="l" t="t" r="r" b="b"/>
                  <a:pathLst>
                    <a:path w="1659" h="1659" extrusionOk="0">
                      <a:moveTo>
                        <a:pt x="823" y="1"/>
                      </a:moveTo>
                      <a:cubicBezTo>
                        <a:pt x="364" y="1"/>
                        <a:pt x="1" y="364"/>
                        <a:pt x="1" y="824"/>
                      </a:cubicBezTo>
                      <a:cubicBezTo>
                        <a:pt x="1" y="1283"/>
                        <a:pt x="364"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 name="Google Shape;5251;p68">
                <a:extLst>
                  <a:ext uri="{FF2B5EF4-FFF2-40B4-BE49-F238E27FC236}">
                    <a16:creationId xmlns:a16="http://schemas.microsoft.com/office/drawing/2014/main" id="{D4C89D6A-2071-8211-5061-C7539A464E67}"/>
                  </a:ext>
                </a:extLst>
              </p:cNvPr>
              <p:cNvGrpSpPr/>
              <p:nvPr/>
            </p:nvGrpSpPr>
            <p:grpSpPr>
              <a:xfrm>
                <a:off x="4494867" y="3090530"/>
                <a:ext cx="37878" cy="32451"/>
                <a:chOff x="4494867" y="3090530"/>
                <a:chExt cx="37878" cy="32451"/>
              </a:xfrm>
            </p:grpSpPr>
            <p:sp>
              <p:nvSpPr>
                <p:cNvPr id="656" name="Google Shape;5252;p68">
                  <a:extLst>
                    <a:ext uri="{FF2B5EF4-FFF2-40B4-BE49-F238E27FC236}">
                      <a16:creationId xmlns:a16="http://schemas.microsoft.com/office/drawing/2014/main" id="{F9D8C379-6F83-04E1-DEBE-AC094DC9B004}"/>
                    </a:ext>
                  </a:extLst>
                </p:cNvPr>
                <p:cNvSpPr/>
                <p:nvPr/>
              </p:nvSpPr>
              <p:spPr>
                <a:xfrm>
                  <a:off x="4494867" y="3090530"/>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96" y="4114"/>
                        <a:pt x="4803" y="3194"/>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5253;p68">
                  <a:extLst>
                    <a:ext uri="{FF2B5EF4-FFF2-40B4-BE49-F238E27FC236}">
                      <a16:creationId xmlns:a16="http://schemas.microsoft.com/office/drawing/2014/main" id="{C1C6A512-1CA0-A4B9-A45C-219159A2812E}"/>
                    </a:ext>
                  </a:extLst>
                </p:cNvPr>
                <p:cNvSpPr/>
                <p:nvPr/>
              </p:nvSpPr>
              <p:spPr>
                <a:xfrm>
                  <a:off x="4510000" y="3100236"/>
                  <a:ext cx="13040" cy="13040"/>
                </a:xfrm>
                <a:custGeom>
                  <a:avLst/>
                  <a:gdLst/>
                  <a:ahLst/>
                  <a:cxnLst/>
                  <a:rect l="l" t="t" r="r" b="b"/>
                  <a:pathLst>
                    <a:path w="1658" h="1658" extrusionOk="0">
                      <a:moveTo>
                        <a:pt x="835" y="1"/>
                      </a:moveTo>
                      <a:cubicBezTo>
                        <a:pt x="375" y="1"/>
                        <a:pt x="0" y="376"/>
                        <a:pt x="0" y="835"/>
                      </a:cubicBezTo>
                      <a:cubicBezTo>
                        <a:pt x="0" y="1283"/>
                        <a:pt x="375"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8" name="Google Shape;5254;p68">
                <a:extLst>
                  <a:ext uri="{FF2B5EF4-FFF2-40B4-BE49-F238E27FC236}">
                    <a16:creationId xmlns:a16="http://schemas.microsoft.com/office/drawing/2014/main" id="{AFFEE62A-E4F5-943F-DE46-7FF6C67B0D7F}"/>
                  </a:ext>
                </a:extLst>
              </p:cNvPr>
              <p:cNvGrpSpPr/>
              <p:nvPr/>
            </p:nvGrpSpPr>
            <p:grpSpPr>
              <a:xfrm>
                <a:off x="4525124" y="3207774"/>
                <a:ext cx="37783" cy="32420"/>
                <a:chOff x="4525124" y="3207774"/>
                <a:chExt cx="37783" cy="32420"/>
              </a:xfrm>
            </p:grpSpPr>
            <p:sp>
              <p:nvSpPr>
                <p:cNvPr id="654" name="Google Shape;5255;p68">
                  <a:extLst>
                    <a:ext uri="{FF2B5EF4-FFF2-40B4-BE49-F238E27FC236}">
                      <a16:creationId xmlns:a16="http://schemas.microsoft.com/office/drawing/2014/main" id="{B1AB5E38-092D-3AD6-5481-63CB92C931A6}"/>
                    </a:ext>
                  </a:extLst>
                </p:cNvPr>
                <p:cNvSpPr/>
                <p:nvPr/>
              </p:nvSpPr>
              <p:spPr>
                <a:xfrm>
                  <a:off x="4525124" y="3207774"/>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5256;p68">
                  <a:extLst>
                    <a:ext uri="{FF2B5EF4-FFF2-40B4-BE49-F238E27FC236}">
                      <a16:creationId xmlns:a16="http://schemas.microsoft.com/office/drawing/2014/main" id="{9D6A29B1-18FC-490C-76B7-9361AEC5F99D}"/>
                    </a:ext>
                  </a:extLst>
                </p:cNvPr>
                <p:cNvSpPr/>
                <p:nvPr/>
              </p:nvSpPr>
              <p:spPr>
                <a:xfrm>
                  <a:off x="4540256" y="3217448"/>
                  <a:ext cx="13040" cy="13040"/>
                </a:xfrm>
                <a:custGeom>
                  <a:avLst/>
                  <a:gdLst/>
                  <a:ahLst/>
                  <a:cxnLst/>
                  <a:rect l="l" t="t" r="r" b="b"/>
                  <a:pathLst>
                    <a:path w="1658" h="1658" extrusionOk="0">
                      <a:moveTo>
                        <a:pt x="823" y="1"/>
                      </a:moveTo>
                      <a:cubicBezTo>
                        <a:pt x="363" y="1"/>
                        <a:pt x="0" y="376"/>
                        <a:pt x="0" y="835"/>
                      </a:cubicBezTo>
                      <a:cubicBezTo>
                        <a:pt x="0" y="1295"/>
                        <a:pt x="363"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5257;p68">
                <a:extLst>
                  <a:ext uri="{FF2B5EF4-FFF2-40B4-BE49-F238E27FC236}">
                    <a16:creationId xmlns:a16="http://schemas.microsoft.com/office/drawing/2014/main" id="{ECBE5023-8843-2378-AC20-C37611E85F4D}"/>
                  </a:ext>
                </a:extLst>
              </p:cNvPr>
              <p:cNvGrpSpPr/>
              <p:nvPr/>
            </p:nvGrpSpPr>
            <p:grpSpPr>
              <a:xfrm>
                <a:off x="4440544" y="3176479"/>
                <a:ext cx="31499" cy="26898"/>
                <a:chOff x="4440544" y="3176479"/>
                <a:chExt cx="31499" cy="26898"/>
              </a:xfrm>
            </p:grpSpPr>
            <p:sp>
              <p:nvSpPr>
                <p:cNvPr id="652" name="Google Shape;5258;p68">
                  <a:extLst>
                    <a:ext uri="{FF2B5EF4-FFF2-40B4-BE49-F238E27FC236}">
                      <a16:creationId xmlns:a16="http://schemas.microsoft.com/office/drawing/2014/main" id="{BC97CAF4-A555-B608-BB46-59A028D089CE}"/>
                    </a:ext>
                  </a:extLst>
                </p:cNvPr>
                <p:cNvSpPr/>
                <p:nvPr/>
              </p:nvSpPr>
              <p:spPr>
                <a:xfrm>
                  <a:off x="4440544" y="3176479"/>
                  <a:ext cx="31499" cy="26898"/>
                </a:xfrm>
                <a:custGeom>
                  <a:avLst/>
                  <a:gdLst/>
                  <a:ahLst/>
                  <a:cxnLst/>
                  <a:rect l="l" t="t" r="r" b="b"/>
                  <a:pathLst>
                    <a:path w="4005" h="3420" extrusionOk="0">
                      <a:moveTo>
                        <a:pt x="2281" y="0"/>
                      </a:moveTo>
                      <a:cubicBezTo>
                        <a:pt x="1860" y="0"/>
                        <a:pt x="1429" y="156"/>
                        <a:pt x="1077" y="504"/>
                      </a:cubicBezTo>
                      <a:cubicBezTo>
                        <a:pt x="1" y="1581"/>
                        <a:pt x="763" y="3419"/>
                        <a:pt x="2287" y="3419"/>
                      </a:cubicBezTo>
                      <a:cubicBezTo>
                        <a:pt x="3231" y="3419"/>
                        <a:pt x="3993" y="2657"/>
                        <a:pt x="4005" y="1714"/>
                      </a:cubicBezTo>
                      <a:cubicBezTo>
                        <a:pt x="4005" y="682"/>
                        <a:pt x="3163" y="0"/>
                        <a:pt x="228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5259;p68">
                  <a:extLst>
                    <a:ext uri="{FF2B5EF4-FFF2-40B4-BE49-F238E27FC236}">
                      <a16:creationId xmlns:a16="http://schemas.microsoft.com/office/drawing/2014/main" id="{EC5EBFD6-1812-1A7F-C47F-4F76DCE52370}"/>
                    </a:ext>
                  </a:extLst>
                </p:cNvPr>
                <p:cNvSpPr/>
                <p:nvPr/>
              </p:nvSpPr>
              <p:spPr>
                <a:xfrm>
                  <a:off x="4454724" y="3186145"/>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5260;p68">
                <a:extLst>
                  <a:ext uri="{FF2B5EF4-FFF2-40B4-BE49-F238E27FC236}">
                    <a16:creationId xmlns:a16="http://schemas.microsoft.com/office/drawing/2014/main" id="{9EDDEE1A-66D8-AC1A-4CE0-B2755E0453C7}"/>
                  </a:ext>
                </a:extLst>
              </p:cNvPr>
              <p:cNvGrpSpPr/>
              <p:nvPr/>
            </p:nvGrpSpPr>
            <p:grpSpPr>
              <a:xfrm>
                <a:off x="4350545" y="3156400"/>
                <a:ext cx="31405" cy="27001"/>
                <a:chOff x="4350545" y="3156400"/>
                <a:chExt cx="31405" cy="27001"/>
              </a:xfrm>
            </p:grpSpPr>
            <p:sp>
              <p:nvSpPr>
                <p:cNvPr id="650" name="Google Shape;5261;p68">
                  <a:extLst>
                    <a:ext uri="{FF2B5EF4-FFF2-40B4-BE49-F238E27FC236}">
                      <a16:creationId xmlns:a16="http://schemas.microsoft.com/office/drawing/2014/main" id="{A8F232FE-4495-6EB2-E015-BA89816C8FA7}"/>
                    </a:ext>
                  </a:extLst>
                </p:cNvPr>
                <p:cNvSpPr/>
                <p:nvPr/>
              </p:nvSpPr>
              <p:spPr>
                <a:xfrm>
                  <a:off x="4350545" y="3156400"/>
                  <a:ext cx="31405" cy="27001"/>
                </a:xfrm>
                <a:custGeom>
                  <a:avLst/>
                  <a:gdLst/>
                  <a:ahLst/>
                  <a:cxnLst/>
                  <a:rect l="l" t="t" r="r" b="b"/>
                  <a:pathLst>
                    <a:path w="3993" h="3433" extrusionOk="0">
                      <a:moveTo>
                        <a:pt x="2272" y="1"/>
                      </a:moveTo>
                      <a:cubicBezTo>
                        <a:pt x="1853" y="1"/>
                        <a:pt x="1425" y="156"/>
                        <a:pt x="1077" y="505"/>
                      </a:cubicBezTo>
                      <a:cubicBezTo>
                        <a:pt x="0" y="1581"/>
                        <a:pt x="762" y="3432"/>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5262;p68">
                  <a:extLst>
                    <a:ext uri="{FF2B5EF4-FFF2-40B4-BE49-F238E27FC236}">
                      <a16:creationId xmlns:a16="http://schemas.microsoft.com/office/drawing/2014/main" id="{3D18C640-AF16-440F-3CF2-BF9A62249718}"/>
                    </a:ext>
                  </a:extLst>
                </p:cNvPr>
                <p:cNvSpPr/>
                <p:nvPr/>
              </p:nvSpPr>
              <p:spPr>
                <a:xfrm>
                  <a:off x="4364717" y="3166074"/>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1" name="Google Shape;5263;p68">
                <a:extLst>
                  <a:ext uri="{FF2B5EF4-FFF2-40B4-BE49-F238E27FC236}">
                    <a16:creationId xmlns:a16="http://schemas.microsoft.com/office/drawing/2014/main" id="{005890D4-8BB8-EB00-9103-68826EC8C867}"/>
                  </a:ext>
                </a:extLst>
              </p:cNvPr>
              <p:cNvGrpSpPr/>
              <p:nvPr/>
            </p:nvGrpSpPr>
            <p:grpSpPr>
              <a:xfrm>
                <a:off x="4376703" y="3255058"/>
                <a:ext cx="31405" cy="27001"/>
                <a:chOff x="4376703" y="3255058"/>
                <a:chExt cx="31405" cy="27001"/>
              </a:xfrm>
            </p:grpSpPr>
            <p:sp>
              <p:nvSpPr>
                <p:cNvPr id="648" name="Google Shape;5264;p68">
                  <a:extLst>
                    <a:ext uri="{FF2B5EF4-FFF2-40B4-BE49-F238E27FC236}">
                      <a16:creationId xmlns:a16="http://schemas.microsoft.com/office/drawing/2014/main" id="{7CA1BBA6-DF49-D7A0-D7F9-DDB2F2D22560}"/>
                    </a:ext>
                  </a:extLst>
                </p:cNvPr>
                <p:cNvSpPr/>
                <p:nvPr/>
              </p:nvSpPr>
              <p:spPr>
                <a:xfrm>
                  <a:off x="4376703" y="3255058"/>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5265;p68">
                  <a:extLst>
                    <a:ext uri="{FF2B5EF4-FFF2-40B4-BE49-F238E27FC236}">
                      <a16:creationId xmlns:a16="http://schemas.microsoft.com/office/drawing/2014/main" id="{F9F84393-A311-9270-7CAD-E64CEB8AF0DA}"/>
                    </a:ext>
                  </a:extLst>
                </p:cNvPr>
                <p:cNvSpPr/>
                <p:nvPr/>
              </p:nvSpPr>
              <p:spPr>
                <a:xfrm>
                  <a:off x="4390884" y="3264732"/>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 name="Google Shape;5266;p68">
                <a:extLst>
                  <a:ext uri="{FF2B5EF4-FFF2-40B4-BE49-F238E27FC236}">
                    <a16:creationId xmlns:a16="http://schemas.microsoft.com/office/drawing/2014/main" id="{17A4C682-28A4-3F83-5879-1E5C8FA5EB85}"/>
                  </a:ext>
                </a:extLst>
              </p:cNvPr>
              <p:cNvGrpSpPr/>
              <p:nvPr/>
            </p:nvGrpSpPr>
            <p:grpSpPr>
              <a:xfrm>
                <a:off x="4331322" y="3283656"/>
                <a:ext cx="31405" cy="26945"/>
                <a:chOff x="4331322" y="3283656"/>
                <a:chExt cx="31405" cy="26945"/>
              </a:xfrm>
            </p:grpSpPr>
            <p:sp>
              <p:nvSpPr>
                <p:cNvPr id="646" name="Google Shape;5267;p68">
                  <a:extLst>
                    <a:ext uri="{FF2B5EF4-FFF2-40B4-BE49-F238E27FC236}">
                      <a16:creationId xmlns:a16="http://schemas.microsoft.com/office/drawing/2014/main" id="{13A954BC-BFFB-B13F-A047-266F33883A51}"/>
                    </a:ext>
                  </a:extLst>
                </p:cNvPr>
                <p:cNvSpPr/>
                <p:nvPr/>
              </p:nvSpPr>
              <p:spPr>
                <a:xfrm>
                  <a:off x="4331322" y="3283656"/>
                  <a:ext cx="31405" cy="26945"/>
                </a:xfrm>
                <a:custGeom>
                  <a:avLst/>
                  <a:gdLst/>
                  <a:ahLst/>
                  <a:cxnLst/>
                  <a:rect l="l" t="t" r="r" b="b"/>
                  <a:pathLst>
                    <a:path w="3993" h="3426" extrusionOk="0">
                      <a:moveTo>
                        <a:pt x="2273" y="1"/>
                      </a:moveTo>
                      <a:cubicBezTo>
                        <a:pt x="1853" y="1"/>
                        <a:pt x="1425" y="158"/>
                        <a:pt x="1077" y="510"/>
                      </a:cubicBezTo>
                      <a:cubicBezTo>
                        <a:pt x="1" y="1587"/>
                        <a:pt x="763" y="3425"/>
                        <a:pt x="2287" y="3425"/>
                      </a:cubicBezTo>
                      <a:cubicBezTo>
                        <a:pt x="3230" y="3425"/>
                        <a:pt x="3993" y="2663"/>
                        <a:pt x="3993" y="1720"/>
                      </a:cubicBezTo>
                      <a:cubicBezTo>
                        <a:pt x="3993" y="689"/>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5268;p68">
                  <a:extLst>
                    <a:ext uri="{FF2B5EF4-FFF2-40B4-BE49-F238E27FC236}">
                      <a16:creationId xmlns:a16="http://schemas.microsoft.com/office/drawing/2014/main" id="{B6DAE83F-B79A-B896-AAF6-0F02A317F2B4}"/>
                    </a:ext>
                  </a:extLst>
                </p:cNvPr>
                <p:cNvSpPr/>
                <p:nvPr/>
              </p:nvSpPr>
              <p:spPr>
                <a:xfrm>
                  <a:off x="4345503" y="3293274"/>
                  <a:ext cx="7613" cy="7621"/>
                </a:xfrm>
                <a:custGeom>
                  <a:avLst/>
                  <a:gdLst/>
                  <a:ahLst/>
                  <a:cxnLst/>
                  <a:rect l="l" t="t" r="r" b="b"/>
                  <a:pathLst>
                    <a:path w="968" h="969" extrusionOk="0">
                      <a:moveTo>
                        <a:pt x="484" y="1"/>
                      </a:moveTo>
                      <a:cubicBezTo>
                        <a:pt x="218" y="1"/>
                        <a:pt x="0" y="219"/>
                        <a:pt x="0" y="485"/>
                      </a:cubicBezTo>
                      <a:cubicBezTo>
                        <a:pt x="0" y="763"/>
                        <a:pt x="218" y="969"/>
                        <a:pt x="484" y="969"/>
                      </a:cubicBezTo>
                      <a:cubicBezTo>
                        <a:pt x="750" y="969"/>
                        <a:pt x="968" y="763"/>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5269;p68">
                <a:extLst>
                  <a:ext uri="{FF2B5EF4-FFF2-40B4-BE49-F238E27FC236}">
                    <a16:creationId xmlns:a16="http://schemas.microsoft.com/office/drawing/2014/main" id="{BDD74573-A330-7ABE-EFDF-3DC2961B8CFB}"/>
                  </a:ext>
                </a:extLst>
              </p:cNvPr>
              <p:cNvGrpSpPr/>
              <p:nvPr/>
            </p:nvGrpSpPr>
            <p:grpSpPr>
              <a:xfrm>
                <a:off x="4380510" y="3065882"/>
                <a:ext cx="31405" cy="26938"/>
                <a:chOff x="4380510" y="3065882"/>
                <a:chExt cx="31405" cy="26938"/>
              </a:xfrm>
            </p:grpSpPr>
            <p:sp>
              <p:nvSpPr>
                <p:cNvPr id="644" name="Google Shape;5270;p68">
                  <a:extLst>
                    <a:ext uri="{FF2B5EF4-FFF2-40B4-BE49-F238E27FC236}">
                      <a16:creationId xmlns:a16="http://schemas.microsoft.com/office/drawing/2014/main" id="{0507D8E6-06A5-8428-464E-231987D33C85}"/>
                    </a:ext>
                  </a:extLst>
                </p:cNvPr>
                <p:cNvSpPr/>
                <p:nvPr/>
              </p:nvSpPr>
              <p:spPr>
                <a:xfrm>
                  <a:off x="4380510" y="3065882"/>
                  <a:ext cx="31405" cy="26938"/>
                </a:xfrm>
                <a:custGeom>
                  <a:avLst/>
                  <a:gdLst/>
                  <a:ahLst/>
                  <a:cxnLst/>
                  <a:rect l="l" t="t" r="r" b="b"/>
                  <a:pathLst>
                    <a:path w="3993" h="3425" extrusionOk="0">
                      <a:moveTo>
                        <a:pt x="2273" y="0"/>
                      </a:moveTo>
                      <a:cubicBezTo>
                        <a:pt x="1853" y="0"/>
                        <a:pt x="1426" y="157"/>
                        <a:pt x="1077" y="510"/>
                      </a:cubicBezTo>
                      <a:cubicBezTo>
                        <a:pt x="1" y="1586"/>
                        <a:pt x="763" y="3425"/>
                        <a:pt x="2287" y="3425"/>
                      </a:cubicBezTo>
                      <a:cubicBezTo>
                        <a:pt x="3230" y="3425"/>
                        <a:pt x="3993" y="2663"/>
                        <a:pt x="3993" y="1719"/>
                      </a:cubicBezTo>
                      <a:cubicBezTo>
                        <a:pt x="3993" y="688"/>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5271;p68">
                  <a:extLst>
                    <a:ext uri="{FF2B5EF4-FFF2-40B4-BE49-F238E27FC236}">
                      <a16:creationId xmlns:a16="http://schemas.microsoft.com/office/drawing/2014/main" id="{9FFD5350-1A3B-80F8-8755-32C857FC4F03}"/>
                    </a:ext>
                  </a:extLst>
                </p:cNvPr>
                <p:cNvSpPr/>
                <p:nvPr/>
              </p:nvSpPr>
              <p:spPr>
                <a:xfrm>
                  <a:off x="4393354" y="3075500"/>
                  <a:ext cx="8950" cy="7676"/>
                </a:xfrm>
                <a:custGeom>
                  <a:avLst/>
                  <a:gdLst/>
                  <a:ahLst/>
                  <a:cxnLst/>
                  <a:rect l="l" t="t" r="r" b="b"/>
                  <a:pathLst>
                    <a:path w="1138" h="976" extrusionOk="0">
                      <a:moveTo>
                        <a:pt x="654" y="0"/>
                      </a:moveTo>
                      <a:cubicBezTo>
                        <a:pt x="218" y="0"/>
                        <a:pt x="1" y="521"/>
                        <a:pt x="303" y="835"/>
                      </a:cubicBezTo>
                      <a:cubicBezTo>
                        <a:pt x="401" y="932"/>
                        <a:pt x="522" y="976"/>
                        <a:pt x="641" y="976"/>
                      </a:cubicBezTo>
                      <a:cubicBezTo>
                        <a:pt x="893" y="976"/>
                        <a:pt x="1138" y="783"/>
                        <a:pt x="1138" y="496"/>
                      </a:cubicBezTo>
                      <a:cubicBezTo>
                        <a:pt x="1138" y="218"/>
                        <a:pt x="920" y="12"/>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 name="Google Shape;5272;p68">
              <a:extLst>
                <a:ext uri="{FF2B5EF4-FFF2-40B4-BE49-F238E27FC236}">
                  <a16:creationId xmlns:a16="http://schemas.microsoft.com/office/drawing/2014/main" id="{116FF27A-65FD-49CE-BDA5-651FC571C006}"/>
                </a:ext>
              </a:extLst>
            </p:cNvPr>
            <p:cNvGrpSpPr/>
            <p:nvPr/>
          </p:nvGrpSpPr>
          <p:grpSpPr>
            <a:xfrm>
              <a:off x="4558998" y="3188237"/>
              <a:ext cx="1280131" cy="1052746"/>
              <a:chOff x="4558998" y="3188237"/>
              <a:chExt cx="1280131" cy="1052746"/>
            </a:xfrm>
          </p:grpSpPr>
          <p:sp>
            <p:nvSpPr>
              <p:cNvPr id="210" name="Google Shape;5273;p68">
                <a:extLst>
                  <a:ext uri="{FF2B5EF4-FFF2-40B4-BE49-F238E27FC236}">
                    <a16:creationId xmlns:a16="http://schemas.microsoft.com/office/drawing/2014/main" id="{ACC76DCA-1562-5462-CB47-1977E52F16BE}"/>
                  </a:ext>
                </a:extLst>
              </p:cNvPr>
              <p:cNvSpPr/>
              <p:nvPr/>
            </p:nvSpPr>
            <p:spPr>
              <a:xfrm>
                <a:off x="4916156" y="3750813"/>
                <a:ext cx="8" cy="8"/>
              </a:xfrm>
              <a:custGeom>
                <a:avLst/>
                <a:gdLst/>
                <a:ahLst/>
                <a:cxnLst/>
                <a:rect l="l" t="t" r="r" b="b"/>
                <a:pathLst>
                  <a:path w="1" h="1" fill="none" extrusionOk="0">
                    <a:moveTo>
                      <a:pt x="0" y="0"/>
                    </a:move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 name="Google Shape;5274;p68">
                <a:extLst>
                  <a:ext uri="{FF2B5EF4-FFF2-40B4-BE49-F238E27FC236}">
                    <a16:creationId xmlns:a16="http://schemas.microsoft.com/office/drawing/2014/main" id="{D838A733-8E31-1E61-C61F-9E773BD2E6D8}"/>
                  </a:ext>
                </a:extLst>
              </p:cNvPr>
              <p:cNvGrpSpPr/>
              <p:nvPr/>
            </p:nvGrpSpPr>
            <p:grpSpPr>
              <a:xfrm>
                <a:off x="4579164" y="3203653"/>
                <a:ext cx="1244833" cy="1020397"/>
                <a:chOff x="4579164" y="3203653"/>
                <a:chExt cx="1244833" cy="1020397"/>
              </a:xfrm>
            </p:grpSpPr>
            <p:sp>
              <p:nvSpPr>
                <p:cNvPr id="529" name="Google Shape;5275;p68">
                  <a:extLst>
                    <a:ext uri="{FF2B5EF4-FFF2-40B4-BE49-F238E27FC236}">
                      <a16:creationId xmlns:a16="http://schemas.microsoft.com/office/drawing/2014/main" id="{7398EC43-D3F8-64AE-7FA9-529B91CBCD56}"/>
                    </a:ext>
                  </a:extLst>
                </p:cNvPr>
                <p:cNvSpPr/>
                <p:nvPr/>
              </p:nvSpPr>
              <p:spPr>
                <a:xfrm>
                  <a:off x="5490144" y="3482892"/>
                  <a:ext cx="58995" cy="4955"/>
                </a:xfrm>
                <a:custGeom>
                  <a:avLst/>
                  <a:gdLst/>
                  <a:ahLst/>
                  <a:cxnLst/>
                  <a:rect l="l" t="t" r="r" b="b"/>
                  <a:pathLst>
                    <a:path w="7501" h="630" fill="none" extrusionOk="0">
                      <a:moveTo>
                        <a:pt x="0" y="630"/>
                      </a:moveTo>
                      <a:lnTo>
                        <a:pt x="750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276;p68">
                  <a:extLst>
                    <a:ext uri="{FF2B5EF4-FFF2-40B4-BE49-F238E27FC236}">
                      <a16:creationId xmlns:a16="http://schemas.microsoft.com/office/drawing/2014/main" id="{2A27E029-93C4-DF5E-9EEC-328471CA9678}"/>
                    </a:ext>
                  </a:extLst>
                </p:cNvPr>
                <p:cNvSpPr/>
                <p:nvPr/>
              </p:nvSpPr>
              <p:spPr>
                <a:xfrm>
                  <a:off x="5490616" y="3482892"/>
                  <a:ext cx="66137" cy="77360"/>
                </a:xfrm>
                <a:custGeom>
                  <a:avLst/>
                  <a:gdLst/>
                  <a:ahLst/>
                  <a:cxnLst/>
                  <a:rect l="l" t="t" r="r" b="b"/>
                  <a:pathLst>
                    <a:path w="8409" h="9836" fill="none" extrusionOk="0">
                      <a:moveTo>
                        <a:pt x="1" y="1"/>
                      </a:moveTo>
                      <a:lnTo>
                        <a:pt x="8408" y="98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1" name="Google Shape;5277;p68">
                  <a:extLst>
                    <a:ext uri="{FF2B5EF4-FFF2-40B4-BE49-F238E27FC236}">
                      <a16:creationId xmlns:a16="http://schemas.microsoft.com/office/drawing/2014/main" id="{49087C42-489A-DED6-432A-22D3A6D47A5E}"/>
                    </a:ext>
                  </a:extLst>
                </p:cNvPr>
                <p:cNvGrpSpPr/>
                <p:nvPr/>
              </p:nvGrpSpPr>
              <p:grpSpPr>
                <a:xfrm>
                  <a:off x="4579164" y="3203653"/>
                  <a:ext cx="1244833" cy="1020397"/>
                  <a:chOff x="4579164" y="3203653"/>
                  <a:chExt cx="1244833" cy="1020397"/>
                </a:xfrm>
              </p:grpSpPr>
              <p:sp>
                <p:nvSpPr>
                  <p:cNvPr id="532" name="Google Shape;5278;p68">
                    <a:extLst>
                      <a:ext uri="{FF2B5EF4-FFF2-40B4-BE49-F238E27FC236}">
                        <a16:creationId xmlns:a16="http://schemas.microsoft.com/office/drawing/2014/main" id="{D6F26559-EC26-E809-F9E5-F7473ACFBE2D}"/>
                      </a:ext>
                    </a:extLst>
                  </p:cNvPr>
                  <p:cNvSpPr/>
                  <p:nvPr/>
                </p:nvSpPr>
                <p:spPr>
                  <a:xfrm>
                    <a:off x="4787909" y="3833395"/>
                    <a:ext cx="69267" cy="22266"/>
                  </a:xfrm>
                  <a:custGeom>
                    <a:avLst/>
                    <a:gdLst/>
                    <a:ahLst/>
                    <a:cxnLst/>
                    <a:rect l="l" t="t" r="r" b="b"/>
                    <a:pathLst>
                      <a:path w="8807" h="2831" fill="none" extrusionOk="0">
                        <a:moveTo>
                          <a:pt x="8806" y="0"/>
                        </a:moveTo>
                        <a:lnTo>
                          <a:pt x="0" y="283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279;p68">
                    <a:extLst>
                      <a:ext uri="{FF2B5EF4-FFF2-40B4-BE49-F238E27FC236}">
                        <a16:creationId xmlns:a16="http://schemas.microsoft.com/office/drawing/2014/main" id="{C13B277F-D012-BAE8-9517-56CB42DC69CD}"/>
                      </a:ext>
                    </a:extLst>
                  </p:cNvPr>
                  <p:cNvSpPr/>
                  <p:nvPr/>
                </p:nvSpPr>
                <p:spPr>
                  <a:xfrm>
                    <a:off x="4857263" y="3819695"/>
                    <a:ext cx="69936" cy="14181"/>
                  </a:xfrm>
                  <a:custGeom>
                    <a:avLst/>
                    <a:gdLst/>
                    <a:ahLst/>
                    <a:cxnLst/>
                    <a:rect l="l" t="t" r="r" b="b"/>
                    <a:pathLst>
                      <a:path w="8892" h="1803" fill="none" extrusionOk="0">
                        <a:moveTo>
                          <a:pt x="1" y="1803"/>
                        </a:moveTo>
                        <a:lnTo>
                          <a:pt x="889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4" name="Google Shape;5280;p68">
                    <a:extLst>
                      <a:ext uri="{FF2B5EF4-FFF2-40B4-BE49-F238E27FC236}">
                        <a16:creationId xmlns:a16="http://schemas.microsoft.com/office/drawing/2014/main" id="{2490E616-D351-692E-D969-D2F9A8FE0E0E}"/>
                      </a:ext>
                    </a:extLst>
                  </p:cNvPr>
                  <p:cNvGrpSpPr/>
                  <p:nvPr/>
                </p:nvGrpSpPr>
                <p:grpSpPr>
                  <a:xfrm>
                    <a:off x="4579164" y="3203653"/>
                    <a:ext cx="1244833" cy="1020397"/>
                    <a:chOff x="4579164" y="3203653"/>
                    <a:chExt cx="1244833" cy="1020397"/>
                  </a:xfrm>
                </p:grpSpPr>
                <p:sp>
                  <p:nvSpPr>
                    <p:cNvPr id="535" name="Google Shape;5281;p68">
                      <a:extLst>
                        <a:ext uri="{FF2B5EF4-FFF2-40B4-BE49-F238E27FC236}">
                          <a16:creationId xmlns:a16="http://schemas.microsoft.com/office/drawing/2014/main" id="{1E6B822B-BD67-4E9E-60D8-90892DEA80CA}"/>
                        </a:ext>
                      </a:extLst>
                    </p:cNvPr>
                    <p:cNvSpPr/>
                    <p:nvPr/>
                  </p:nvSpPr>
                  <p:spPr>
                    <a:xfrm>
                      <a:off x="4930329" y="3363965"/>
                      <a:ext cx="23894" cy="102764"/>
                    </a:xfrm>
                    <a:custGeom>
                      <a:avLst/>
                      <a:gdLst/>
                      <a:ahLst/>
                      <a:cxnLst/>
                      <a:rect l="l" t="t" r="r" b="b"/>
                      <a:pathLst>
                        <a:path w="3038" h="13066" fill="none" extrusionOk="0">
                          <a:moveTo>
                            <a:pt x="3037" y="13065"/>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282;p68">
                      <a:extLst>
                        <a:ext uri="{FF2B5EF4-FFF2-40B4-BE49-F238E27FC236}">
                          <a16:creationId xmlns:a16="http://schemas.microsoft.com/office/drawing/2014/main" id="{54CC0A81-C1AC-09D4-509C-F94EFAFAE460}"/>
                        </a:ext>
                      </a:extLst>
                    </p:cNvPr>
                    <p:cNvSpPr/>
                    <p:nvPr/>
                  </p:nvSpPr>
                  <p:spPr>
                    <a:xfrm>
                      <a:off x="4849846" y="3385948"/>
                      <a:ext cx="104085" cy="79256"/>
                    </a:xfrm>
                    <a:custGeom>
                      <a:avLst/>
                      <a:gdLst/>
                      <a:ahLst/>
                      <a:cxnLst/>
                      <a:rect l="l" t="t" r="r" b="b"/>
                      <a:pathLst>
                        <a:path w="13234" h="10077" fill="none" extrusionOk="0">
                          <a:moveTo>
                            <a:pt x="0" y="0"/>
                          </a:moveTo>
                          <a:lnTo>
                            <a:pt x="13234" y="1007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283;p68">
                      <a:extLst>
                        <a:ext uri="{FF2B5EF4-FFF2-40B4-BE49-F238E27FC236}">
                          <a16:creationId xmlns:a16="http://schemas.microsoft.com/office/drawing/2014/main" id="{7642CA86-19B1-1EE1-7D9E-D9B8C7C193C1}"/>
                        </a:ext>
                      </a:extLst>
                    </p:cNvPr>
                    <p:cNvSpPr/>
                    <p:nvPr/>
                  </p:nvSpPr>
                  <p:spPr>
                    <a:xfrm>
                      <a:off x="4849650" y="3306598"/>
                      <a:ext cx="45869" cy="79358"/>
                    </a:xfrm>
                    <a:custGeom>
                      <a:avLst/>
                      <a:gdLst/>
                      <a:ahLst/>
                      <a:cxnLst/>
                      <a:rect l="l" t="t" r="r" b="b"/>
                      <a:pathLst>
                        <a:path w="5832" h="10090" fill="none" extrusionOk="0">
                          <a:moveTo>
                            <a:pt x="5831" y="0"/>
                          </a:moveTo>
                          <a:lnTo>
                            <a:pt x="1" y="1008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284;p68">
                      <a:extLst>
                        <a:ext uri="{FF2B5EF4-FFF2-40B4-BE49-F238E27FC236}">
                          <a16:creationId xmlns:a16="http://schemas.microsoft.com/office/drawing/2014/main" id="{A5D32D39-D8B8-F14F-0567-C58E341A17A3}"/>
                        </a:ext>
                      </a:extLst>
                    </p:cNvPr>
                    <p:cNvSpPr/>
                    <p:nvPr/>
                  </p:nvSpPr>
                  <p:spPr>
                    <a:xfrm>
                      <a:off x="4849650" y="3361299"/>
                      <a:ext cx="84305" cy="24657"/>
                    </a:xfrm>
                    <a:custGeom>
                      <a:avLst/>
                      <a:gdLst/>
                      <a:ahLst/>
                      <a:cxnLst/>
                      <a:rect l="l" t="t" r="r" b="b"/>
                      <a:pathLst>
                        <a:path w="10719" h="3135" fill="none" extrusionOk="0">
                          <a:moveTo>
                            <a:pt x="1" y="3134"/>
                          </a:moveTo>
                          <a:lnTo>
                            <a:pt x="1071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285;p68">
                      <a:extLst>
                        <a:ext uri="{FF2B5EF4-FFF2-40B4-BE49-F238E27FC236}">
                          <a16:creationId xmlns:a16="http://schemas.microsoft.com/office/drawing/2014/main" id="{90329058-6AA5-F285-986F-3D2EEC138CEB}"/>
                        </a:ext>
                      </a:extLst>
                    </p:cNvPr>
                    <p:cNvSpPr/>
                    <p:nvPr/>
                  </p:nvSpPr>
                  <p:spPr>
                    <a:xfrm>
                      <a:off x="4789616" y="3306598"/>
                      <a:ext cx="19702" cy="54709"/>
                    </a:xfrm>
                    <a:custGeom>
                      <a:avLst/>
                      <a:gdLst/>
                      <a:ahLst/>
                      <a:cxnLst/>
                      <a:rect l="l" t="t" r="r" b="b"/>
                      <a:pathLst>
                        <a:path w="2505" h="6956" fill="none" extrusionOk="0">
                          <a:moveTo>
                            <a:pt x="2505" y="6956"/>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286;p68">
                      <a:extLst>
                        <a:ext uri="{FF2B5EF4-FFF2-40B4-BE49-F238E27FC236}">
                          <a16:creationId xmlns:a16="http://schemas.microsoft.com/office/drawing/2014/main" id="{52579994-AFFE-5E10-A4AD-96BEB9F8AEF3}"/>
                        </a:ext>
                      </a:extLst>
                    </p:cNvPr>
                    <p:cNvSpPr/>
                    <p:nvPr/>
                  </p:nvSpPr>
                  <p:spPr>
                    <a:xfrm>
                      <a:off x="4738242" y="3357500"/>
                      <a:ext cx="74883" cy="10280"/>
                    </a:xfrm>
                    <a:custGeom>
                      <a:avLst/>
                      <a:gdLst/>
                      <a:ahLst/>
                      <a:cxnLst/>
                      <a:rect l="l" t="t" r="r" b="b"/>
                      <a:pathLst>
                        <a:path w="9521" h="1307" fill="none" extrusionOk="0">
                          <a:moveTo>
                            <a:pt x="1" y="1307"/>
                          </a:moveTo>
                          <a:lnTo>
                            <a:pt x="952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287;p68">
                      <a:extLst>
                        <a:ext uri="{FF2B5EF4-FFF2-40B4-BE49-F238E27FC236}">
                          <a16:creationId xmlns:a16="http://schemas.microsoft.com/office/drawing/2014/main" id="{B0927183-2F8B-8DF1-91EE-E916D1AA3250}"/>
                        </a:ext>
                      </a:extLst>
                    </p:cNvPr>
                    <p:cNvSpPr/>
                    <p:nvPr/>
                  </p:nvSpPr>
                  <p:spPr>
                    <a:xfrm>
                      <a:off x="4710274" y="3357500"/>
                      <a:ext cx="99044" cy="63557"/>
                    </a:xfrm>
                    <a:custGeom>
                      <a:avLst/>
                      <a:gdLst/>
                      <a:ahLst/>
                      <a:cxnLst/>
                      <a:rect l="l" t="t" r="r" b="b"/>
                      <a:pathLst>
                        <a:path w="12593" h="8081" fill="none" extrusionOk="0">
                          <a:moveTo>
                            <a:pt x="0" y="8081"/>
                          </a:moveTo>
                          <a:lnTo>
                            <a:pt x="1259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288;p68">
                      <a:extLst>
                        <a:ext uri="{FF2B5EF4-FFF2-40B4-BE49-F238E27FC236}">
                          <a16:creationId xmlns:a16="http://schemas.microsoft.com/office/drawing/2014/main" id="{E376BBC6-7FE5-7599-07A0-87C09960A8CF}"/>
                        </a:ext>
                      </a:extLst>
                    </p:cNvPr>
                    <p:cNvSpPr/>
                    <p:nvPr/>
                  </p:nvSpPr>
                  <p:spPr>
                    <a:xfrm>
                      <a:off x="4809310" y="3306598"/>
                      <a:ext cx="87443" cy="50910"/>
                    </a:xfrm>
                    <a:custGeom>
                      <a:avLst/>
                      <a:gdLst/>
                      <a:ahLst/>
                      <a:cxnLst/>
                      <a:rect l="l" t="t" r="r" b="b"/>
                      <a:pathLst>
                        <a:path w="11118" h="6473" fill="none" extrusionOk="0">
                          <a:moveTo>
                            <a:pt x="1" y="6472"/>
                          </a:moveTo>
                          <a:lnTo>
                            <a:pt x="1111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3" name="Google Shape;5289;p68">
                      <a:extLst>
                        <a:ext uri="{FF2B5EF4-FFF2-40B4-BE49-F238E27FC236}">
                          <a16:creationId xmlns:a16="http://schemas.microsoft.com/office/drawing/2014/main" id="{044BCB7E-A581-10D2-0D08-88E7B99AFBD7}"/>
                        </a:ext>
                      </a:extLst>
                    </p:cNvPr>
                    <p:cNvGrpSpPr/>
                    <p:nvPr/>
                  </p:nvGrpSpPr>
                  <p:grpSpPr>
                    <a:xfrm>
                      <a:off x="4579164" y="3203653"/>
                      <a:ext cx="1244833" cy="1020397"/>
                      <a:chOff x="4579164" y="3203653"/>
                      <a:chExt cx="1244833" cy="1020397"/>
                    </a:xfrm>
                  </p:grpSpPr>
                  <p:sp>
                    <p:nvSpPr>
                      <p:cNvPr id="544" name="Google Shape;5290;p68">
                        <a:extLst>
                          <a:ext uri="{FF2B5EF4-FFF2-40B4-BE49-F238E27FC236}">
                            <a16:creationId xmlns:a16="http://schemas.microsoft.com/office/drawing/2014/main" id="{268A3348-1E01-AB15-2BB6-16F2E2CFE1CA}"/>
                          </a:ext>
                        </a:extLst>
                      </p:cNvPr>
                      <p:cNvSpPr/>
                      <p:nvPr/>
                    </p:nvSpPr>
                    <p:spPr>
                      <a:xfrm>
                        <a:off x="4617986" y="3614284"/>
                        <a:ext cx="53002" cy="21031"/>
                      </a:xfrm>
                      <a:custGeom>
                        <a:avLst/>
                        <a:gdLst/>
                        <a:ahLst/>
                        <a:cxnLst/>
                        <a:rect l="l" t="t" r="r" b="b"/>
                        <a:pathLst>
                          <a:path w="6739" h="2674" fill="none" extrusionOk="0">
                            <a:moveTo>
                              <a:pt x="0" y="0"/>
                            </a:moveTo>
                            <a:lnTo>
                              <a:pt x="6738" y="267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291;p68">
                        <a:extLst>
                          <a:ext uri="{FF2B5EF4-FFF2-40B4-BE49-F238E27FC236}">
                            <a16:creationId xmlns:a16="http://schemas.microsoft.com/office/drawing/2014/main" id="{73617437-1181-9776-DA83-6230EDC1592F}"/>
                          </a:ext>
                        </a:extLst>
                      </p:cNvPr>
                      <p:cNvSpPr/>
                      <p:nvPr/>
                    </p:nvSpPr>
                    <p:spPr>
                      <a:xfrm>
                        <a:off x="4624545" y="3589069"/>
                        <a:ext cx="43682" cy="63180"/>
                      </a:xfrm>
                      <a:custGeom>
                        <a:avLst/>
                        <a:gdLst/>
                        <a:ahLst/>
                        <a:cxnLst/>
                        <a:rect l="l" t="t" r="r" b="b"/>
                        <a:pathLst>
                          <a:path w="5554" h="8033" fill="none" extrusionOk="0">
                            <a:moveTo>
                              <a:pt x="1" y="8033"/>
                            </a:moveTo>
                            <a:lnTo>
                              <a:pt x="555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292;p68">
                        <a:extLst>
                          <a:ext uri="{FF2B5EF4-FFF2-40B4-BE49-F238E27FC236}">
                            <a16:creationId xmlns:a16="http://schemas.microsoft.com/office/drawing/2014/main" id="{FBCA469D-1FCC-1F88-A5D2-AD8A4DF258B8}"/>
                          </a:ext>
                        </a:extLst>
                      </p:cNvPr>
                      <p:cNvSpPr/>
                      <p:nvPr/>
                    </p:nvSpPr>
                    <p:spPr>
                      <a:xfrm>
                        <a:off x="4668220" y="3517907"/>
                        <a:ext cx="112178" cy="71170"/>
                      </a:xfrm>
                      <a:custGeom>
                        <a:avLst/>
                        <a:gdLst/>
                        <a:ahLst/>
                        <a:cxnLst/>
                        <a:rect l="l" t="t" r="r" b="b"/>
                        <a:pathLst>
                          <a:path w="14263" h="9049" fill="none" extrusionOk="0">
                            <a:moveTo>
                              <a:pt x="0" y="9049"/>
                            </a:moveTo>
                            <a:lnTo>
                              <a:pt x="1426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293;p68">
                        <a:extLst>
                          <a:ext uri="{FF2B5EF4-FFF2-40B4-BE49-F238E27FC236}">
                            <a16:creationId xmlns:a16="http://schemas.microsoft.com/office/drawing/2014/main" id="{E18A4968-C5D5-D90C-1D6F-D3026FF4848F}"/>
                          </a:ext>
                        </a:extLst>
                      </p:cNvPr>
                      <p:cNvSpPr/>
                      <p:nvPr/>
                    </p:nvSpPr>
                    <p:spPr>
                      <a:xfrm>
                        <a:off x="4706562" y="3516766"/>
                        <a:ext cx="77455" cy="79924"/>
                      </a:xfrm>
                      <a:custGeom>
                        <a:avLst/>
                        <a:gdLst/>
                        <a:ahLst/>
                        <a:cxnLst/>
                        <a:rect l="l" t="t" r="r" b="b"/>
                        <a:pathLst>
                          <a:path w="9848" h="10162" fill="none" extrusionOk="0">
                            <a:moveTo>
                              <a:pt x="0" y="10161"/>
                            </a:moveTo>
                            <a:lnTo>
                              <a:pt x="984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294;p68">
                        <a:extLst>
                          <a:ext uri="{FF2B5EF4-FFF2-40B4-BE49-F238E27FC236}">
                            <a16:creationId xmlns:a16="http://schemas.microsoft.com/office/drawing/2014/main" id="{A94332E5-31CC-6B43-F393-A0C72FF2F630}"/>
                          </a:ext>
                        </a:extLst>
                      </p:cNvPr>
                      <p:cNvSpPr/>
                      <p:nvPr/>
                    </p:nvSpPr>
                    <p:spPr>
                      <a:xfrm>
                        <a:off x="4763646" y="3516766"/>
                        <a:ext cx="20370" cy="52806"/>
                      </a:xfrm>
                      <a:custGeom>
                        <a:avLst/>
                        <a:gdLst/>
                        <a:ahLst/>
                        <a:cxnLst/>
                        <a:rect l="l" t="t" r="r" b="b"/>
                        <a:pathLst>
                          <a:path w="2590" h="6714" fill="none" extrusionOk="0">
                            <a:moveTo>
                              <a:pt x="0" y="6714"/>
                            </a:moveTo>
                            <a:lnTo>
                              <a:pt x="258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295;p68">
                        <a:extLst>
                          <a:ext uri="{FF2B5EF4-FFF2-40B4-BE49-F238E27FC236}">
                            <a16:creationId xmlns:a16="http://schemas.microsoft.com/office/drawing/2014/main" id="{EE35EE92-64A7-571E-1599-A4C341367707}"/>
                          </a:ext>
                        </a:extLst>
                      </p:cNvPr>
                      <p:cNvSpPr/>
                      <p:nvPr/>
                    </p:nvSpPr>
                    <p:spPr>
                      <a:xfrm>
                        <a:off x="4783151" y="3520565"/>
                        <a:ext cx="45861" cy="97432"/>
                      </a:xfrm>
                      <a:custGeom>
                        <a:avLst/>
                        <a:gdLst/>
                        <a:ahLst/>
                        <a:cxnLst/>
                        <a:rect l="l" t="t" r="r" b="b"/>
                        <a:pathLst>
                          <a:path w="5831" h="12388" fill="none" extrusionOk="0">
                            <a:moveTo>
                              <a:pt x="5831" y="1238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296;p68">
                        <a:extLst>
                          <a:ext uri="{FF2B5EF4-FFF2-40B4-BE49-F238E27FC236}">
                            <a16:creationId xmlns:a16="http://schemas.microsoft.com/office/drawing/2014/main" id="{8BB9508E-5A28-8B3B-DEE8-C4F1DBE4D33D}"/>
                          </a:ext>
                        </a:extLst>
                      </p:cNvPr>
                      <p:cNvSpPr/>
                      <p:nvPr/>
                    </p:nvSpPr>
                    <p:spPr>
                      <a:xfrm>
                        <a:off x="4738242" y="3483175"/>
                        <a:ext cx="44917" cy="37398"/>
                      </a:xfrm>
                      <a:custGeom>
                        <a:avLst/>
                        <a:gdLst/>
                        <a:ahLst/>
                        <a:cxnLst/>
                        <a:rect l="l" t="t" r="r" b="b"/>
                        <a:pathLst>
                          <a:path w="5711" h="4755" fill="none" extrusionOk="0">
                            <a:moveTo>
                              <a:pt x="1" y="1"/>
                            </a:moveTo>
                            <a:lnTo>
                              <a:pt x="5710" y="475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297;p68">
                        <a:extLst>
                          <a:ext uri="{FF2B5EF4-FFF2-40B4-BE49-F238E27FC236}">
                            <a16:creationId xmlns:a16="http://schemas.microsoft.com/office/drawing/2014/main" id="{31554A75-7D4F-06FD-62C3-491524E3DDB2}"/>
                          </a:ext>
                        </a:extLst>
                      </p:cNvPr>
                      <p:cNvSpPr/>
                      <p:nvPr/>
                    </p:nvSpPr>
                    <p:spPr>
                      <a:xfrm>
                        <a:off x="4704941" y="3501823"/>
                        <a:ext cx="78217" cy="18750"/>
                      </a:xfrm>
                      <a:custGeom>
                        <a:avLst/>
                        <a:gdLst/>
                        <a:ahLst/>
                        <a:cxnLst/>
                        <a:rect l="l" t="t" r="r" b="b"/>
                        <a:pathLst>
                          <a:path w="9945" h="2384" fill="none" extrusionOk="0">
                            <a:moveTo>
                              <a:pt x="1" y="1"/>
                            </a:moveTo>
                            <a:lnTo>
                              <a:pt x="9944" y="238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298;p68">
                        <a:extLst>
                          <a:ext uri="{FF2B5EF4-FFF2-40B4-BE49-F238E27FC236}">
                            <a16:creationId xmlns:a16="http://schemas.microsoft.com/office/drawing/2014/main" id="{C19AD7FE-6F44-8F97-B264-E203C7B651C9}"/>
                          </a:ext>
                        </a:extLst>
                      </p:cNvPr>
                      <p:cNvSpPr/>
                      <p:nvPr/>
                    </p:nvSpPr>
                    <p:spPr>
                      <a:xfrm>
                        <a:off x="4668220" y="3520565"/>
                        <a:ext cx="115796" cy="19324"/>
                      </a:xfrm>
                      <a:custGeom>
                        <a:avLst/>
                        <a:gdLst/>
                        <a:ahLst/>
                        <a:cxnLst/>
                        <a:rect l="l" t="t" r="r" b="b"/>
                        <a:pathLst>
                          <a:path w="14723" h="2457" fill="none" extrusionOk="0">
                            <a:moveTo>
                              <a:pt x="0" y="2457"/>
                            </a:moveTo>
                            <a:lnTo>
                              <a:pt x="14722"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299;p68">
                        <a:extLst>
                          <a:ext uri="{FF2B5EF4-FFF2-40B4-BE49-F238E27FC236}">
                            <a16:creationId xmlns:a16="http://schemas.microsoft.com/office/drawing/2014/main" id="{34D0A861-C763-8C63-CFC1-68DEB33AA5D8}"/>
                          </a:ext>
                        </a:extLst>
                      </p:cNvPr>
                      <p:cNvSpPr/>
                      <p:nvPr/>
                    </p:nvSpPr>
                    <p:spPr>
                      <a:xfrm>
                        <a:off x="4813117" y="3462915"/>
                        <a:ext cx="40347" cy="51193"/>
                      </a:xfrm>
                      <a:custGeom>
                        <a:avLst/>
                        <a:gdLst/>
                        <a:ahLst/>
                        <a:cxnLst/>
                        <a:rect l="l" t="t" r="r" b="b"/>
                        <a:pathLst>
                          <a:path w="5130" h="6509" fill="none" extrusionOk="0">
                            <a:moveTo>
                              <a:pt x="5130" y="6508"/>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300;p68">
                        <a:extLst>
                          <a:ext uri="{FF2B5EF4-FFF2-40B4-BE49-F238E27FC236}">
                            <a16:creationId xmlns:a16="http://schemas.microsoft.com/office/drawing/2014/main" id="{23CAF090-4A22-B3D3-D2EB-E0C38A416642}"/>
                          </a:ext>
                        </a:extLst>
                      </p:cNvPr>
                      <p:cNvSpPr/>
                      <p:nvPr/>
                    </p:nvSpPr>
                    <p:spPr>
                      <a:xfrm>
                        <a:off x="4787807" y="3462915"/>
                        <a:ext cx="25317" cy="55000"/>
                      </a:xfrm>
                      <a:custGeom>
                        <a:avLst/>
                        <a:gdLst/>
                        <a:ahLst/>
                        <a:cxnLst/>
                        <a:rect l="l" t="t" r="r" b="b"/>
                        <a:pathLst>
                          <a:path w="3219" h="6993" fill="none" extrusionOk="0">
                            <a:moveTo>
                              <a:pt x="1" y="6992"/>
                            </a:moveTo>
                            <a:lnTo>
                              <a:pt x="321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301;p68">
                        <a:extLst>
                          <a:ext uri="{FF2B5EF4-FFF2-40B4-BE49-F238E27FC236}">
                            <a16:creationId xmlns:a16="http://schemas.microsoft.com/office/drawing/2014/main" id="{88ADDCB3-DF7C-7146-329F-C7EB215A9ADA}"/>
                          </a:ext>
                        </a:extLst>
                      </p:cNvPr>
                      <p:cNvSpPr/>
                      <p:nvPr/>
                    </p:nvSpPr>
                    <p:spPr>
                      <a:xfrm>
                        <a:off x="4781342" y="3514100"/>
                        <a:ext cx="72311" cy="6953"/>
                      </a:xfrm>
                      <a:custGeom>
                        <a:avLst/>
                        <a:gdLst/>
                        <a:ahLst/>
                        <a:cxnLst/>
                        <a:rect l="l" t="t" r="r" b="b"/>
                        <a:pathLst>
                          <a:path w="9194" h="884" fill="none" extrusionOk="0">
                            <a:moveTo>
                              <a:pt x="0" y="883"/>
                            </a:moveTo>
                            <a:lnTo>
                              <a:pt x="919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302;p68">
                        <a:extLst>
                          <a:ext uri="{FF2B5EF4-FFF2-40B4-BE49-F238E27FC236}">
                            <a16:creationId xmlns:a16="http://schemas.microsoft.com/office/drawing/2014/main" id="{4DDE7A2A-2319-6EF1-BBA2-1BBE921869B8}"/>
                          </a:ext>
                        </a:extLst>
                      </p:cNvPr>
                      <p:cNvSpPr/>
                      <p:nvPr/>
                    </p:nvSpPr>
                    <p:spPr>
                      <a:xfrm>
                        <a:off x="4853645" y="3514100"/>
                        <a:ext cx="26175" cy="59184"/>
                      </a:xfrm>
                      <a:custGeom>
                        <a:avLst/>
                        <a:gdLst/>
                        <a:ahLst/>
                        <a:cxnLst/>
                        <a:rect l="l" t="t" r="r" b="b"/>
                        <a:pathLst>
                          <a:path w="3328" h="7525" fill="none" extrusionOk="0">
                            <a:moveTo>
                              <a:pt x="1" y="0"/>
                            </a:moveTo>
                            <a:lnTo>
                              <a:pt x="3328" y="752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303;p68">
                        <a:extLst>
                          <a:ext uri="{FF2B5EF4-FFF2-40B4-BE49-F238E27FC236}">
                            <a16:creationId xmlns:a16="http://schemas.microsoft.com/office/drawing/2014/main" id="{FE6503A0-2AA7-ADDA-F79C-0314C05E8150}"/>
                          </a:ext>
                        </a:extLst>
                      </p:cNvPr>
                      <p:cNvSpPr/>
                      <p:nvPr/>
                    </p:nvSpPr>
                    <p:spPr>
                      <a:xfrm>
                        <a:off x="4827392" y="3514100"/>
                        <a:ext cx="26261" cy="100381"/>
                      </a:xfrm>
                      <a:custGeom>
                        <a:avLst/>
                        <a:gdLst/>
                        <a:ahLst/>
                        <a:cxnLst/>
                        <a:rect l="l" t="t" r="r" b="b"/>
                        <a:pathLst>
                          <a:path w="3339" h="12763" fill="none" extrusionOk="0">
                            <a:moveTo>
                              <a:pt x="3339" y="0"/>
                            </a:moveTo>
                            <a:lnTo>
                              <a:pt x="0" y="1276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304;p68">
                        <a:extLst>
                          <a:ext uri="{FF2B5EF4-FFF2-40B4-BE49-F238E27FC236}">
                            <a16:creationId xmlns:a16="http://schemas.microsoft.com/office/drawing/2014/main" id="{E2AD44DC-9AF9-9034-45C5-0E3DA41FC121}"/>
                          </a:ext>
                        </a:extLst>
                      </p:cNvPr>
                      <p:cNvGrpSpPr/>
                      <p:nvPr/>
                    </p:nvGrpSpPr>
                    <p:grpSpPr>
                      <a:xfrm>
                        <a:off x="4579164" y="3203653"/>
                        <a:ext cx="1244833" cy="1020397"/>
                        <a:chOff x="4579164" y="3203653"/>
                        <a:chExt cx="1244833" cy="1020397"/>
                      </a:xfrm>
                    </p:grpSpPr>
                    <p:sp>
                      <p:nvSpPr>
                        <p:cNvPr id="559" name="Google Shape;5305;p68">
                          <a:extLst>
                            <a:ext uri="{FF2B5EF4-FFF2-40B4-BE49-F238E27FC236}">
                              <a16:creationId xmlns:a16="http://schemas.microsoft.com/office/drawing/2014/main" id="{1E564C17-EB81-B03A-4E32-1CC7B322B882}"/>
                            </a:ext>
                          </a:extLst>
                        </p:cNvPr>
                        <p:cNvSpPr/>
                        <p:nvPr/>
                      </p:nvSpPr>
                      <p:spPr>
                        <a:xfrm>
                          <a:off x="4879812" y="3466721"/>
                          <a:ext cx="74411" cy="106563"/>
                        </a:xfrm>
                        <a:custGeom>
                          <a:avLst/>
                          <a:gdLst/>
                          <a:ahLst/>
                          <a:cxnLst/>
                          <a:rect l="l" t="t" r="r" b="b"/>
                          <a:pathLst>
                            <a:path w="9461" h="13549" fill="none" extrusionOk="0">
                              <a:moveTo>
                                <a:pt x="1" y="13549"/>
                              </a:moveTo>
                              <a:lnTo>
                                <a:pt x="946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306;p68">
                          <a:extLst>
                            <a:ext uri="{FF2B5EF4-FFF2-40B4-BE49-F238E27FC236}">
                              <a16:creationId xmlns:a16="http://schemas.microsoft.com/office/drawing/2014/main" id="{1ACE7CB1-16B8-F092-E446-31206F7E4306}"/>
                            </a:ext>
                          </a:extLst>
                        </p:cNvPr>
                        <p:cNvSpPr/>
                        <p:nvPr/>
                      </p:nvSpPr>
                      <p:spPr>
                        <a:xfrm>
                          <a:off x="4954215" y="3408017"/>
                          <a:ext cx="105989" cy="58712"/>
                        </a:xfrm>
                        <a:custGeom>
                          <a:avLst/>
                          <a:gdLst/>
                          <a:ahLst/>
                          <a:cxnLst/>
                          <a:rect l="l" t="t" r="r" b="b"/>
                          <a:pathLst>
                            <a:path w="13476" h="7465" fill="none" extrusionOk="0">
                              <a:moveTo>
                                <a:pt x="0" y="7464"/>
                              </a:moveTo>
                              <a:lnTo>
                                <a:pt x="1347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307;p68">
                          <a:extLst>
                            <a:ext uri="{FF2B5EF4-FFF2-40B4-BE49-F238E27FC236}">
                              <a16:creationId xmlns:a16="http://schemas.microsoft.com/office/drawing/2014/main" id="{F7732EE2-E4B6-187D-CC0C-3A9A87C68D96}"/>
                            </a:ext>
                          </a:extLst>
                        </p:cNvPr>
                        <p:cNvSpPr/>
                        <p:nvPr/>
                      </p:nvSpPr>
                      <p:spPr>
                        <a:xfrm>
                          <a:off x="4953924" y="3465195"/>
                          <a:ext cx="119792" cy="54811"/>
                        </a:xfrm>
                        <a:custGeom>
                          <a:avLst/>
                          <a:gdLst/>
                          <a:ahLst/>
                          <a:cxnLst/>
                          <a:rect l="l" t="t" r="r" b="b"/>
                          <a:pathLst>
                            <a:path w="15231" h="6969" fill="none" extrusionOk="0">
                              <a:moveTo>
                                <a:pt x="1" y="1"/>
                              </a:moveTo>
                              <a:lnTo>
                                <a:pt x="15231" y="696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308;p68">
                          <a:extLst>
                            <a:ext uri="{FF2B5EF4-FFF2-40B4-BE49-F238E27FC236}">
                              <a16:creationId xmlns:a16="http://schemas.microsoft.com/office/drawing/2014/main" id="{41D1F6CF-9284-483B-261A-A62CF868462A}"/>
                            </a:ext>
                          </a:extLst>
                        </p:cNvPr>
                        <p:cNvSpPr/>
                        <p:nvPr/>
                      </p:nvSpPr>
                      <p:spPr>
                        <a:xfrm>
                          <a:off x="5073708" y="3521045"/>
                          <a:ext cx="26938" cy="71839"/>
                        </a:xfrm>
                        <a:custGeom>
                          <a:avLst/>
                          <a:gdLst/>
                          <a:ahLst/>
                          <a:cxnLst/>
                          <a:rect l="l" t="t" r="r" b="b"/>
                          <a:pathLst>
                            <a:path w="3425" h="9134" fill="none" extrusionOk="0">
                              <a:moveTo>
                                <a:pt x="1" y="0"/>
                              </a:moveTo>
                              <a:lnTo>
                                <a:pt x="3424" y="913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309;p68">
                          <a:extLst>
                            <a:ext uri="{FF2B5EF4-FFF2-40B4-BE49-F238E27FC236}">
                              <a16:creationId xmlns:a16="http://schemas.microsoft.com/office/drawing/2014/main" id="{4CA981EB-024D-5922-83DE-35A2DC7E66BA}"/>
                            </a:ext>
                          </a:extLst>
                        </p:cNvPr>
                        <p:cNvSpPr/>
                        <p:nvPr/>
                      </p:nvSpPr>
                      <p:spPr>
                        <a:xfrm>
                          <a:off x="5100637" y="3586309"/>
                          <a:ext cx="26741" cy="81167"/>
                        </a:xfrm>
                        <a:custGeom>
                          <a:avLst/>
                          <a:gdLst/>
                          <a:ahLst/>
                          <a:cxnLst/>
                          <a:rect l="l" t="t" r="r" b="b"/>
                          <a:pathLst>
                            <a:path w="3400" h="10320" fill="none" extrusionOk="0">
                              <a:moveTo>
                                <a:pt x="3399" y="1031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310;p68">
                          <a:extLst>
                            <a:ext uri="{FF2B5EF4-FFF2-40B4-BE49-F238E27FC236}">
                              <a16:creationId xmlns:a16="http://schemas.microsoft.com/office/drawing/2014/main" id="{18B575B1-4FA2-3050-6993-C33D4DA48136}"/>
                            </a:ext>
                          </a:extLst>
                        </p:cNvPr>
                        <p:cNvSpPr/>
                        <p:nvPr/>
                      </p:nvSpPr>
                      <p:spPr>
                        <a:xfrm>
                          <a:off x="5088549" y="3252840"/>
                          <a:ext cx="693968" cy="520624"/>
                        </a:xfrm>
                        <a:custGeom>
                          <a:avLst/>
                          <a:gdLst/>
                          <a:ahLst/>
                          <a:cxnLst/>
                          <a:rect l="l" t="t" r="r" b="b"/>
                          <a:pathLst>
                            <a:path w="88235" h="66195" fill="none" extrusionOk="0">
                              <a:moveTo>
                                <a:pt x="1" y="63509"/>
                              </a:moveTo>
                              <a:lnTo>
                                <a:pt x="1537" y="42400"/>
                              </a:lnTo>
                              <a:lnTo>
                                <a:pt x="10077" y="22210"/>
                              </a:lnTo>
                              <a:cubicBezTo>
                                <a:pt x="10077" y="22210"/>
                                <a:pt x="14202" y="33218"/>
                                <a:pt x="14202" y="32384"/>
                              </a:cubicBezTo>
                              <a:cubicBezTo>
                                <a:pt x="14202" y="31561"/>
                                <a:pt x="26009" y="8976"/>
                                <a:pt x="26009" y="8976"/>
                              </a:cubicBezTo>
                              <a:lnTo>
                                <a:pt x="33618" y="31077"/>
                              </a:lnTo>
                              <a:lnTo>
                                <a:pt x="15025" y="46779"/>
                              </a:lnTo>
                              <a:lnTo>
                                <a:pt x="36037" y="48944"/>
                              </a:lnTo>
                              <a:lnTo>
                                <a:pt x="27557" y="58863"/>
                              </a:lnTo>
                              <a:lnTo>
                                <a:pt x="40803" y="66194"/>
                              </a:lnTo>
                              <a:lnTo>
                                <a:pt x="43586" y="48448"/>
                              </a:lnTo>
                              <a:lnTo>
                                <a:pt x="51122" y="29734"/>
                              </a:lnTo>
                              <a:lnTo>
                                <a:pt x="49670" y="16694"/>
                              </a:lnTo>
                              <a:lnTo>
                                <a:pt x="65263" y="21376"/>
                              </a:lnTo>
                              <a:lnTo>
                                <a:pt x="68819" y="9448"/>
                              </a:lnTo>
                              <a:lnTo>
                                <a:pt x="66098" y="1"/>
                              </a:lnTo>
                              <a:lnTo>
                                <a:pt x="88235" y="200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311;p68">
                          <a:extLst>
                            <a:ext uri="{FF2B5EF4-FFF2-40B4-BE49-F238E27FC236}">
                              <a16:creationId xmlns:a16="http://schemas.microsoft.com/office/drawing/2014/main" id="{7C57ED0A-F077-642C-C1E8-19B5EBC87461}"/>
                            </a:ext>
                          </a:extLst>
                        </p:cNvPr>
                        <p:cNvSpPr/>
                        <p:nvPr/>
                      </p:nvSpPr>
                      <p:spPr>
                        <a:xfrm>
                          <a:off x="5060203" y="3203653"/>
                          <a:ext cx="544588" cy="316354"/>
                        </a:xfrm>
                        <a:custGeom>
                          <a:avLst/>
                          <a:gdLst/>
                          <a:ahLst/>
                          <a:cxnLst/>
                          <a:rect l="l" t="t" r="r" b="b"/>
                          <a:pathLst>
                            <a:path w="69242" h="40223" fill="none" extrusionOk="0">
                              <a:moveTo>
                                <a:pt x="69242" y="6255"/>
                              </a:moveTo>
                              <a:lnTo>
                                <a:pt x="53274" y="22948"/>
                              </a:lnTo>
                              <a:lnTo>
                                <a:pt x="45532" y="5432"/>
                              </a:lnTo>
                              <a:lnTo>
                                <a:pt x="29613" y="14747"/>
                              </a:lnTo>
                              <a:lnTo>
                                <a:pt x="28790" y="1"/>
                              </a:lnTo>
                              <a:lnTo>
                                <a:pt x="13500" y="28912"/>
                              </a:lnTo>
                              <a:lnTo>
                                <a:pt x="4306" y="13089"/>
                              </a:lnTo>
                              <a:lnTo>
                                <a:pt x="0" y="25984"/>
                              </a:lnTo>
                              <a:lnTo>
                                <a:pt x="1718" y="4022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312;p68">
                          <a:extLst>
                            <a:ext uri="{FF2B5EF4-FFF2-40B4-BE49-F238E27FC236}">
                              <a16:creationId xmlns:a16="http://schemas.microsoft.com/office/drawing/2014/main" id="{40516F35-6B54-5549-4767-9625FBF6AC51}"/>
                            </a:ext>
                          </a:extLst>
                        </p:cNvPr>
                        <p:cNvSpPr/>
                        <p:nvPr/>
                      </p:nvSpPr>
                      <p:spPr>
                        <a:xfrm>
                          <a:off x="5127371" y="3507533"/>
                          <a:ext cx="124739" cy="267835"/>
                        </a:xfrm>
                        <a:custGeom>
                          <a:avLst/>
                          <a:gdLst/>
                          <a:ahLst/>
                          <a:cxnLst/>
                          <a:rect l="l" t="t" r="r" b="b"/>
                          <a:pathLst>
                            <a:path w="15860" h="34054" fill="none" extrusionOk="0">
                              <a:moveTo>
                                <a:pt x="9266" y="1"/>
                              </a:moveTo>
                              <a:lnTo>
                                <a:pt x="10101" y="14396"/>
                              </a:lnTo>
                              <a:lnTo>
                                <a:pt x="15859" y="34053"/>
                              </a:lnTo>
                              <a:lnTo>
                                <a:pt x="0" y="19851"/>
                              </a:lnTo>
                              <a:lnTo>
                                <a:pt x="1234" y="336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313;p68">
                          <a:extLst>
                            <a:ext uri="{FF2B5EF4-FFF2-40B4-BE49-F238E27FC236}">
                              <a16:creationId xmlns:a16="http://schemas.microsoft.com/office/drawing/2014/main" id="{FD577BC7-0D02-457C-D731-45F250F0BFC1}"/>
                            </a:ext>
                          </a:extLst>
                        </p:cNvPr>
                        <p:cNvSpPr/>
                        <p:nvPr/>
                      </p:nvSpPr>
                      <p:spPr>
                        <a:xfrm>
                          <a:off x="5100637" y="3507533"/>
                          <a:ext cx="99618" cy="78784"/>
                        </a:xfrm>
                        <a:custGeom>
                          <a:avLst/>
                          <a:gdLst/>
                          <a:ahLst/>
                          <a:cxnLst/>
                          <a:rect l="l" t="t" r="r" b="b"/>
                          <a:pathLst>
                            <a:path w="12666" h="10017" fill="none" extrusionOk="0">
                              <a:moveTo>
                                <a:pt x="0" y="10017"/>
                              </a:moveTo>
                              <a:lnTo>
                                <a:pt x="12665"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314;p68">
                          <a:extLst>
                            <a:ext uri="{FF2B5EF4-FFF2-40B4-BE49-F238E27FC236}">
                              <a16:creationId xmlns:a16="http://schemas.microsoft.com/office/drawing/2014/main" id="{B974EF7F-541B-A790-3F8E-1B2DE9274FB3}"/>
                            </a:ext>
                          </a:extLst>
                        </p:cNvPr>
                        <p:cNvSpPr/>
                        <p:nvPr/>
                      </p:nvSpPr>
                      <p:spPr>
                        <a:xfrm>
                          <a:off x="5200248" y="3501068"/>
                          <a:ext cx="156514" cy="6473"/>
                        </a:xfrm>
                        <a:custGeom>
                          <a:avLst/>
                          <a:gdLst/>
                          <a:ahLst/>
                          <a:cxnLst/>
                          <a:rect l="l" t="t" r="r" b="b"/>
                          <a:pathLst>
                            <a:path w="19900" h="823" fill="none" extrusionOk="0">
                              <a:moveTo>
                                <a:pt x="0" y="823"/>
                              </a:moveTo>
                              <a:lnTo>
                                <a:pt x="1990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315;p68">
                          <a:extLst>
                            <a:ext uri="{FF2B5EF4-FFF2-40B4-BE49-F238E27FC236}">
                              <a16:creationId xmlns:a16="http://schemas.microsoft.com/office/drawing/2014/main" id="{99C5E126-B3ED-3D8D-A3AB-C36165C8E3DD}"/>
                            </a:ext>
                          </a:extLst>
                        </p:cNvPr>
                        <p:cNvSpPr/>
                        <p:nvPr/>
                      </p:nvSpPr>
                      <p:spPr>
                        <a:xfrm>
                          <a:off x="5127371" y="3507533"/>
                          <a:ext cx="72885" cy="155853"/>
                        </a:xfrm>
                        <a:custGeom>
                          <a:avLst/>
                          <a:gdLst/>
                          <a:ahLst/>
                          <a:cxnLst/>
                          <a:rect l="l" t="t" r="r" b="b"/>
                          <a:pathLst>
                            <a:path w="9267" h="19816" fill="none" extrusionOk="0">
                              <a:moveTo>
                                <a:pt x="9266" y="1"/>
                              </a:moveTo>
                              <a:lnTo>
                                <a:pt x="0" y="1981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316;p68">
                          <a:extLst>
                            <a:ext uri="{FF2B5EF4-FFF2-40B4-BE49-F238E27FC236}">
                              <a16:creationId xmlns:a16="http://schemas.microsoft.com/office/drawing/2014/main" id="{BBDA0103-BD66-1869-6BFD-3732C60B6838}"/>
                            </a:ext>
                          </a:extLst>
                        </p:cNvPr>
                        <p:cNvSpPr/>
                        <p:nvPr/>
                      </p:nvSpPr>
                      <p:spPr>
                        <a:xfrm>
                          <a:off x="5352947" y="3384139"/>
                          <a:ext cx="126265" cy="117692"/>
                        </a:xfrm>
                        <a:custGeom>
                          <a:avLst/>
                          <a:gdLst/>
                          <a:ahLst/>
                          <a:cxnLst/>
                          <a:rect l="l" t="t" r="r" b="b"/>
                          <a:pathLst>
                            <a:path w="16054" h="14964" fill="none" extrusionOk="0">
                              <a:moveTo>
                                <a:pt x="1" y="14964"/>
                              </a:moveTo>
                              <a:lnTo>
                                <a:pt x="1605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317;p68">
                          <a:extLst>
                            <a:ext uri="{FF2B5EF4-FFF2-40B4-BE49-F238E27FC236}">
                              <a16:creationId xmlns:a16="http://schemas.microsoft.com/office/drawing/2014/main" id="{3AFDF68C-BDDE-1552-6CEA-205A11F7614F}"/>
                            </a:ext>
                          </a:extLst>
                        </p:cNvPr>
                        <p:cNvSpPr/>
                        <p:nvPr/>
                      </p:nvSpPr>
                      <p:spPr>
                        <a:xfrm>
                          <a:off x="5356753" y="3246375"/>
                          <a:ext cx="61567" cy="254700"/>
                        </a:xfrm>
                        <a:custGeom>
                          <a:avLst/>
                          <a:gdLst/>
                          <a:ahLst/>
                          <a:cxnLst/>
                          <a:rect l="l" t="t" r="r" b="b"/>
                          <a:pathLst>
                            <a:path w="7828" h="32384" fill="none" extrusionOk="0">
                              <a:moveTo>
                                <a:pt x="1" y="32383"/>
                              </a:moveTo>
                              <a:lnTo>
                                <a:pt x="78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318;p68">
                          <a:extLst>
                            <a:ext uri="{FF2B5EF4-FFF2-40B4-BE49-F238E27FC236}">
                              <a16:creationId xmlns:a16="http://schemas.microsoft.com/office/drawing/2014/main" id="{B8E4D681-017E-72F1-68C4-69282769EE4C}"/>
                            </a:ext>
                          </a:extLst>
                        </p:cNvPr>
                        <p:cNvSpPr/>
                        <p:nvPr/>
                      </p:nvSpPr>
                      <p:spPr>
                        <a:xfrm>
                          <a:off x="5352947" y="3486698"/>
                          <a:ext cx="141483" cy="10571"/>
                        </a:xfrm>
                        <a:custGeom>
                          <a:avLst/>
                          <a:gdLst/>
                          <a:ahLst/>
                          <a:cxnLst/>
                          <a:rect l="l" t="t" r="r" b="b"/>
                          <a:pathLst>
                            <a:path w="17989" h="1344" fill="none" extrusionOk="0">
                              <a:moveTo>
                                <a:pt x="1" y="1343"/>
                              </a:moveTo>
                              <a:lnTo>
                                <a:pt x="1798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319;p68">
                          <a:extLst>
                            <a:ext uri="{FF2B5EF4-FFF2-40B4-BE49-F238E27FC236}">
                              <a16:creationId xmlns:a16="http://schemas.microsoft.com/office/drawing/2014/main" id="{B5568B04-4C0E-AF5F-219A-26C0A0030737}"/>
                            </a:ext>
                          </a:extLst>
                        </p:cNvPr>
                        <p:cNvSpPr/>
                        <p:nvPr/>
                      </p:nvSpPr>
                      <p:spPr>
                        <a:xfrm>
                          <a:off x="5353898" y="3501068"/>
                          <a:ext cx="18089" cy="136725"/>
                        </a:xfrm>
                        <a:custGeom>
                          <a:avLst/>
                          <a:gdLst/>
                          <a:ahLst/>
                          <a:cxnLst/>
                          <a:rect l="l" t="t" r="r" b="b"/>
                          <a:pathLst>
                            <a:path w="2300" h="17384" fill="none" extrusionOk="0">
                              <a:moveTo>
                                <a:pt x="1" y="0"/>
                              </a:moveTo>
                              <a:lnTo>
                                <a:pt x="2299" y="1738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320;p68">
                          <a:extLst>
                            <a:ext uri="{FF2B5EF4-FFF2-40B4-BE49-F238E27FC236}">
                              <a16:creationId xmlns:a16="http://schemas.microsoft.com/office/drawing/2014/main" id="{1D9F96D1-4770-8378-5D39-61F727D139C8}"/>
                            </a:ext>
                          </a:extLst>
                        </p:cNvPr>
                        <p:cNvSpPr/>
                        <p:nvPr/>
                      </p:nvSpPr>
                      <p:spPr>
                        <a:xfrm>
                          <a:off x="5206721" y="3620749"/>
                          <a:ext cx="102379" cy="98863"/>
                        </a:xfrm>
                        <a:custGeom>
                          <a:avLst/>
                          <a:gdLst/>
                          <a:ahLst/>
                          <a:cxnLst/>
                          <a:rect l="l" t="t" r="r" b="b"/>
                          <a:pathLst>
                            <a:path w="13017" h="12570" fill="none" extrusionOk="0">
                              <a:moveTo>
                                <a:pt x="0" y="1"/>
                              </a:moveTo>
                              <a:lnTo>
                                <a:pt x="13016" y="125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321;p68">
                          <a:extLst>
                            <a:ext uri="{FF2B5EF4-FFF2-40B4-BE49-F238E27FC236}">
                              <a16:creationId xmlns:a16="http://schemas.microsoft.com/office/drawing/2014/main" id="{EA47A33C-223D-C682-3E60-989324A4F787}"/>
                            </a:ext>
                          </a:extLst>
                        </p:cNvPr>
                        <p:cNvSpPr/>
                        <p:nvPr/>
                      </p:nvSpPr>
                      <p:spPr>
                        <a:xfrm>
                          <a:off x="5293102" y="3715798"/>
                          <a:ext cx="15997" cy="101238"/>
                        </a:xfrm>
                        <a:custGeom>
                          <a:avLst/>
                          <a:gdLst/>
                          <a:ahLst/>
                          <a:cxnLst/>
                          <a:rect l="l" t="t" r="r" b="b"/>
                          <a:pathLst>
                            <a:path w="2034" h="12872" fill="none" extrusionOk="0">
                              <a:moveTo>
                                <a:pt x="2033" y="0"/>
                              </a:moveTo>
                              <a:lnTo>
                                <a:pt x="1" y="1287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322;p68">
                          <a:extLst>
                            <a:ext uri="{FF2B5EF4-FFF2-40B4-BE49-F238E27FC236}">
                              <a16:creationId xmlns:a16="http://schemas.microsoft.com/office/drawing/2014/main" id="{0BE49EFD-1BB9-9354-A74D-F753FA6A61C2}"/>
                            </a:ext>
                          </a:extLst>
                        </p:cNvPr>
                        <p:cNvSpPr/>
                        <p:nvPr/>
                      </p:nvSpPr>
                      <p:spPr>
                        <a:xfrm>
                          <a:off x="5127371" y="3659854"/>
                          <a:ext cx="92862" cy="134539"/>
                        </a:xfrm>
                        <a:custGeom>
                          <a:avLst/>
                          <a:gdLst/>
                          <a:ahLst/>
                          <a:cxnLst/>
                          <a:rect l="l" t="t" r="r" b="b"/>
                          <a:pathLst>
                            <a:path w="11807" h="17106" fill="none" extrusionOk="0">
                              <a:moveTo>
                                <a:pt x="11807" y="17105"/>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323;p68">
                          <a:extLst>
                            <a:ext uri="{FF2B5EF4-FFF2-40B4-BE49-F238E27FC236}">
                              <a16:creationId xmlns:a16="http://schemas.microsoft.com/office/drawing/2014/main" id="{53D2DC90-116C-1A43-902D-636791BBB47E}"/>
                            </a:ext>
                          </a:extLst>
                        </p:cNvPr>
                        <p:cNvSpPr/>
                        <p:nvPr/>
                      </p:nvSpPr>
                      <p:spPr>
                        <a:xfrm>
                          <a:off x="5479203" y="3327149"/>
                          <a:ext cx="150615" cy="56998"/>
                        </a:xfrm>
                        <a:custGeom>
                          <a:avLst/>
                          <a:gdLst/>
                          <a:ahLst/>
                          <a:cxnLst/>
                          <a:rect l="l" t="t" r="r" b="b"/>
                          <a:pathLst>
                            <a:path w="19150" h="7247" fill="none" extrusionOk="0">
                              <a:moveTo>
                                <a:pt x="19149" y="0"/>
                              </a:moveTo>
                              <a:lnTo>
                                <a:pt x="0" y="72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324;p68">
                          <a:extLst>
                            <a:ext uri="{FF2B5EF4-FFF2-40B4-BE49-F238E27FC236}">
                              <a16:creationId xmlns:a16="http://schemas.microsoft.com/office/drawing/2014/main" id="{FB322404-33DB-53B3-E646-5B8DB20441B1}"/>
                            </a:ext>
                          </a:extLst>
                        </p:cNvPr>
                        <p:cNvSpPr/>
                        <p:nvPr/>
                      </p:nvSpPr>
                      <p:spPr>
                        <a:xfrm>
                          <a:off x="5371980" y="3633790"/>
                          <a:ext cx="59373" cy="4003"/>
                        </a:xfrm>
                        <a:custGeom>
                          <a:avLst/>
                          <a:gdLst/>
                          <a:ahLst/>
                          <a:cxnLst/>
                          <a:rect l="l" t="t" r="r" b="b"/>
                          <a:pathLst>
                            <a:path w="7549" h="509" fill="none" extrusionOk="0">
                              <a:moveTo>
                                <a:pt x="0" y="508"/>
                              </a:moveTo>
                              <a:lnTo>
                                <a:pt x="754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325;p68">
                          <a:extLst>
                            <a:ext uri="{FF2B5EF4-FFF2-40B4-BE49-F238E27FC236}">
                              <a16:creationId xmlns:a16="http://schemas.microsoft.com/office/drawing/2014/main" id="{C0503558-A5C0-8F5A-D5DA-72A74EF647CB}"/>
                            </a:ext>
                          </a:extLst>
                        </p:cNvPr>
                        <p:cNvSpPr/>
                        <p:nvPr/>
                      </p:nvSpPr>
                      <p:spPr>
                        <a:xfrm>
                          <a:off x="5352947" y="3497261"/>
                          <a:ext cx="78406" cy="136536"/>
                        </a:xfrm>
                        <a:custGeom>
                          <a:avLst/>
                          <a:gdLst/>
                          <a:ahLst/>
                          <a:cxnLst/>
                          <a:rect l="l" t="t" r="r" b="b"/>
                          <a:pathLst>
                            <a:path w="9969" h="17360" fill="none" extrusionOk="0">
                              <a:moveTo>
                                <a:pt x="9969" y="17359"/>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326;p68">
                          <a:extLst>
                            <a:ext uri="{FF2B5EF4-FFF2-40B4-BE49-F238E27FC236}">
                              <a16:creationId xmlns:a16="http://schemas.microsoft.com/office/drawing/2014/main" id="{601B7CBA-3173-DC37-D629-82255E6B7E96}"/>
                            </a:ext>
                          </a:extLst>
                        </p:cNvPr>
                        <p:cNvSpPr/>
                        <p:nvPr/>
                      </p:nvSpPr>
                      <p:spPr>
                        <a:xfrm>
                          <a:off x="4917296" y="3466721"/>
                          <a:ext cx="40733" cy="122356"/>
                        </a:xfrm>
                        <a:custGeom>
                          <a:avLst/>
                          <a:gdLst/>
                          <a:ahLst/>
                          <a:cxnLst/>
                          <a:rect l="l" t="t" r="r" b="b"/>
                          <a:pathLst>
                            <a:path w="5179" h="15557" fill="none" extrusionOk="0">
                              <a:moveTo>
                                <a:pt x="1" y="15557"/>
                              </a:moveTo>
                              <a:lnTo>
                                <a:pt x="517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327;p68">
                          <a:extLst>
                            <a:ext uri="{FF2B5EF4-FFF2-40B4-BE49-F238E27FC236}">
                              <a16:creationId xmlns:a16="http://schemas.microsoft.com/office/drawing/2014/main" id="{70E73ADC-02D6-90D0-1F0E-CDFC79BA7453}"/>
                            </a:ext>
                          </a:extLst>
                        </p:cNvPr>
                        <p:cNvSpPr/>
                        <p:nvPr/>
                      </p:nvSpPr>
                      <p:spPr>
                        <a:xfrm>
                          <a:off x="5060203" y="3408017"/>
                          <a:ext cx="111416" cy="19513"/>
                        </a:xfrm>
                        <a:custGeom>
                          <a:avLst/>
                          <a:gdLst/>
                          <a:ahLst/>
                          <a:cxnLst/>
                          <a:rect l="l" t="t" r="r" b="b"/>
                          <a:pathLst>
                            <a:path w="14166" h="2481" fill="none" extrusionOk="0">
                              <a:moveTo>
                                <a:pt x="0" y="0"/>
                              </a:moveTo>
                              <a:lnTo>
                                <a:pt x="14165" y="248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328;p68">
                          <a:extLst>
                            <a:ext uri="{FF2B5EF4-FFF2-40B4-BE49-F238E27FC236}">
                              <a16:creationId xmlns:a16="http://schemas.microsoft.com/office/drawing/2014/main" id="{F78CB059-3C23-A1DE-FF7F-C982918D0A3E}"/>
                            </a:ext>
                          </a:extLst>
                        </p:cNvPr>
                        <p:cNvSpPr/>
                        <p:nvPr/>
                      </p:nvSpPr>
                      <p:spPr>
                        <a:xfrm>
                          <a:off x="5127371" y="3620749"/>
                          <a:ext cx="79358" cy="42636"/>
                        </a:xfrm>
                        <a:custGeom>
                          <a:avLst/>
                          <a:gdLst/>
                          <a:ahLst/>
                          <a:cxnLst/>
                          <a:rect l="l" t="t" r="r" b="b"/>
                          <a:pathLst>
                            <a:path w="10090" h="5421" fill="none" extrusionOk="0">
                              <a:moveTo>
                                <a:pt x="0" y="5420"/>
                              </a:moveTo>
                              <a:lnTo>
                                <a:pt x="1008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3" name="Google Shape;5329;p68">
                          <a:extLst>
                            <a:ext uri="{FF2B5EF4-FFF2-40B4-BE49-F238E27FC236}">
                              <a16:creationId xmlns:a16="http://schemas.microsoft.com/office/drawing/2014/main" id="{AADBF643-3F29-FA4E-AF08-4EE1B80FD93D}"/>
                            </a:ext>
                          </a:extLst>
                        </p:cNvPr>
                        <p:cNvGrpSpPr/>
                        <p:nvPr/>
                      </p:nvGrpSpPr>
                      <p:grpSpPr>
                        <a:xfrm>
                          <a:off x="4579164" y="3203653"/>
                          <a:ext cx="1244833" cy="1020397"/>
                          <a:chOff x="4579164" y="3203653"/>
                          <a:chExt cx="1244833" cy="1020397"/>
                        </a:xfrm>
                      </p:grpSpPr>
                      <p:sp>
                        <p:nvSpPr>
                          <p:cNvPr id="585" name="Google Shape;5330;p68">
                            <a:extLst>
                              <a:ext uri="{FF2B5EF4-FFF2-40B4-BE49-F238E27FC236}">
                                <a16:creationId xmlns:a16="http://schemas.microsoft.com/office/drawing/2014/main" id="{D31ACE46-F298-9185-20CD-7DCD9E357518}"/>
                              </a:ext>
                            </a:extLst>
                          </p:cNvPr>
                          <p:cNvSpPr/>
                          <p:nvPr/>
                        </p:nvSpPr>
                        <p:spPr>
                          <a:xfrm>
                            <a:off x="4949551" y="3708185"/>
                            <a:ext cx="37972" cy="3815"/>
                          </a:xfrm>
                          <a:custGeom>
                            <a:avLst/>
                            <a:gdLst/>
                            <a:ahLst/>
                            <a:cxnLst/>
                            <a:rect l="l" t="t" r="r" b="b"/>
                            <a:pathLst>
                              <a:path w="4828" h="485" fill="none" extrusionOk="0">
                                <a:moveTo>
                                  <a:pt x="0" y="1"/>
                                </a:moveTo>
                                <a:lnTo>
                                  <a:pt x="4827" y="48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6" name="Google Shape;5331;p68">
                            <a:extLst>
                              <a:ext uri="{FF2B5EF4-FFF2-40B4-BE49-F238E27FC236}">
                                <a16:creationId xmlns:a16="http://schemas.microsoft.com/office/drawing/2014/main" id="{FF5FB11C-381A-7AAA-23B8-88EF633D9A96}"/>
                              </a:ext>
                            </a:extLst>
                          </p:cNvPr>
                          <p:cNvGrpSpPr/>
                          <p:nvPr/>
                        </p:nvGrpSpPr>
                        <p:grpSpPr>
                          <a:xfrm>
                            <a:off x="4579164" y="3203653"/>
                            <a:ext cx="1244833" cy="1020397"/>
                            <a:chOff x="4579164" y="3203653"/>
                            <a:chExt cx="1244833" cy="1020397"/>
                          </a:xfrm>
                        </p:grpSpPr>
                        <p:sp>
                          <p:nvSpPr>
                            <p:cNvPr id="587" name="Google Shape;5332;p68">
                              <a:extLst>
                                <a:ext uri="{FF2B5EF4-FFF2-40B4-BE49-F238E27FC236}">
                                  <a16:creationId xmlns:a16="http://schemas.microsoft.com/office/drawing/2014/main" id="{9AB3D55B-5B46-C34F-FA3E-642D72EE3E5F}"/>
                                </a:ext>
                              </a:extLst>
                            </p:cNvPr>
                            <p:cNvSpPr/>
                            <p:nvPr/>
                          </p:nvSpPr>
                          <p:spPr>
                            <a:xfrm>
                              <a:off x="4953357" y="3586309"/>
                              <a:ext cx="147288" cy="121884"/>
                            </a:xfrm>
                            <a:custGeom>
                              <a:avLst/>
                              <a:gdLst/>
                              <a:ahLst/>
                              <a:cxnLst/>
                              <a:rect l="l" t="t" r="r" b="b"/>
                              <a:pathLst>
                                <a:path w="18727" h="15497" fill="none" extrusionOk="0">
                                  <a:moveTo>
                                    <a:pt x="18726" y="1"/>
                                  </a:moveTo>
                                  <a:lnTo>
                                    <a:pt x="0" y="1549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333;p68">
                              <a:extLst>
                                <a:ext uri="{FF2B5EF4-FFF2-40B4-BE49-F238E27FC236}">
                                  <a16:creationId xmlns:a16="http://schemas.microsoft.com/office/drawing/2014/main" id="{12483479-A79D-1DA5-6537-0572DCB62BF1}"/>
                                </a:ext>
                              </a:extLst>
                            </p:cNvPr>
                            <p:cNvSpPr/>
                            <p:nvPr/>
                          </p:nvSpPr>
                          <p:spPr>
                            <a:xfrm>
                              <a:off x="4987515" y="3592876"/>
                              <a:ext cx="113130" cy="119123"/>
                            </a:xfrm>
                            <a:custGeom>
                              <a:avLst/>
                              <a:gdLst/>
                              <a:ahLst/>
                              <a:cxnLst/>
                              <a:rect l="l" t="t" r="r" b="b"/>
                              <a:pathLst>
                                <a:path w="14384" h="15146" fill="none" extrusionOk="0">
                                  <a:moveTo>
                                    <a:pt x="0" y="15146"/>
                                  </a:moveTo>
                                  <a:lnTo>
                                    <a:pt x="1438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334;p68">
                              <a:extLst>
                                <a:ext uri="{FF2B5EF4-FFF2-40B4-BE49-F238E27FC236}">
                                  <a16:creationId xmlns:a16="http://schemas.microsoft.com/office/drawing/2014/main" id="{FD4C7E9D-E17D-40D9-E584-39902D88246F}"/>
                                </a:ext>
                              </a:extLst>
                            </p:cNvPr>
                            <p:cNvSpPr/>
                            <p:nvPr/>
                          </p:nvSpPr>
                          <p:spPr>
                            <a:xfrm>
                              <a:off x="4913395" y="3708185"/>
                              <a:ext cx="39970" cy="45389"/>
                            </a:xfrm>
                            <a:custGeom>
                              <a:avLst/>
                              <a:gdLst/>
                              <a:ahLst/>
                              <a:cxnLst/>
                              <a:rect l="l" t="t" r="r" b="b"/>
                              <a:pathLst>
                                <a:path w="5082" h="5771" fill="none" extrusionOk="0">
                                  <a:moveTo>
                                    <a:pt x="1" y="5771"/>
                                  </a:moveTo>
                                  <a:lnTo>
                                    <a:pt x="508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335;p68">
                              <a:extLst>
                                <a:ext uri="{FF2B5EF4-FFF2-40B4-BE49-F238E27FC236}">
                                  <a16:creationId xmlns:a16="http://schemas.microsoft.com/office/drawing/2014/main" id="{C93325FB-AF63-EA64-64F7-F5B08F57ADAF}"/>
                                </a:ext>
                              </a:extLst>
                            </p:cNvPr>
                            <p:cNvSpPr/>
                            <p:nvPr/>
                          </p:nvSpPr>
                          <p:spPr>
                            <a:xfrm>
                              <a:off x="4888943" y="3704378"/>
                              <a:ext cx="60616" cy="26080"/>
                            </a:xfrm>
                            <a:custGeom>
                              <a:avLst/>
                              <a:gdLst/>
                              <a:ahLst/>
                              <a:cxnLst/>
                              <a:rect l="l" t="t" r="r" b="b"/>
                              <a:pathLst>
                                <a:path w="7707" h="3316" fill="none" extrusionOk="0">
                                  <a:moveTo>
                                    <a:pt x="1" y="3315"/>
                                  </a:moveTo>
                                  <a:lnTo>
                                    <a:pt x="770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336;p68">
                              <a:extLst>
                                <a:ext uri="{FF2B5EF4-FFF2-40B4-BE49-F238E27FC236}">
                                  <a16:creationId xmlns:a16="http://schemas.microsoft.com/office/drawing/2014/main" id="{0B5F3B0E-42EA-7CB7-E618-8CA00DF2A01E}"/>
                                </a:ext>
                              </a:extLst>
                            </p:cNvPr>
                            <p:cNvSpPr/>
                            <p:nvPr/>
                          </p:nvSpPr>
                          <p:spPr>
                            <a:xfrm>
                              <a:off x="4917296" y="3589069"/>
                              <a:ext cx="32262" cy="119123"/>
                            </a:xfrm>
                            <a:custGeom>
                              <a:avLst/>
                              <a:gdLst/>
                              <a:ahLst/>
                              <a:cxnLst/>
                              <a:rect l="l" t="t" r="r" b="b"/>
                              <a:pathLst>
                                <a:path w="4102" h="15146" fill="none" extrusionOk="0">
                                  <a:moveTo>
                                    <a:pt x="1" y="1"/>
                                  </a:moveTo>
                                  <a:lnTo>
                                    <a:pt x="4101" y="151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337;p68">
                              <a:extLst>
                                <a:ext uri="{FF2B5EF4-FFF2-40B4-BE49-F238E27FC236}">
                                  <a16:creationId xmlns:a16="http://schemas.microsoft.com/office/drawing/2014/main" id="{06241E1E-7FB5-F9A0-1E5F-CA2D57611587}"/>
                                </a:ext>
                              </a:extLst>
                            </p:cNvPr>
                            <p:cNvSpPr/>
                            <p:nvPr/>
                          </p:nvSpPr>
                          <p:spPr>
                            <a:xfrm>
                              <a:off x="4949551" y="3708185"/>
                              <a:ext cx="22840" cy="72885"/>
                            </a:xfrm>
                            <a:custGeom>
                              <a:avLst/>
                              <a:gdLst/>
                              <a:ahLst/>
                              <a:cxnLst/>
                              <a:rect l="l" t="t" r="r" b="b"/>
                              <a:pathLst>
                                <a:path w="2904" h="9267" fill="none" extrusionOk="0">
                                  <a:moveTo>
                                    <a:pt x="0" y="1"/>
                                  </a:moveTo>
                                  <a:lnTo>
                                    <a:pt x="2904" y="926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338;p68">
                              <a:extLst>
                                <a:ext uri="{FF2B5EF4-FFF2-40B4-BE49-F238E27FC236}">
                                  <a16:creationId xmlns:a16="http://schemas.microsoft.com/office/drawing/2014/main" id="{E7D7FAF8-EA0F-BAC6-D01F-CAF32DD31A8E}"/>
                                </a:ext>
                              </a:extLst>
                            </p:cNvPr>
                            <p:cNvSpPr/>
                            <p:nvPr/>
                          </p:nvSpPr>
                          <p:spPr>
                            <a:xfrm>
                              <a:off x="4912066" y="3752237"/>
                              <a:ext cx="60325" cy="28833"/>
                            </a:xfrm>
                            <a:custGeom>
                              <a:avLst/>
                              <a:gdLst/>
                              <a:ahLst/>
                              <a:cxnLst/>
                              <a:rect l="l" t="t" r="r" b="b"/>
                              <a:pathLst>
                                <a:path w="7670" h="3666" fill="none" extrusionOk="0">
                                  <a:moveTo>
                                    <a:pt x="0" y="1"/>
                                  </a:moveTo>
                                  <a:lnTo>
                                    <a:pt x="7670" y="36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4" name="Google Shape;5339;p68">
                              <a:extLst>
                                <a:ext uri="{FF2B5EF4-FFF2-40B4-BE49-F238E27FC236}">
                                  <a16:creationId xmlns:a16="http://schemas.microsoft.com/office/drawing/2014/main" id="{157164A2-FE92-D693-E2E2-22469A4074C7}"/>
                                </a:ext>
                              </a:extLst>
                            </p:cNvPr>
                            <p:cNvGrpSpPr/>
                            <p:nvPr/>
                          </p:nvGrpSpPr>
                          <p:grpSpPr>
                            <a:xfrm>
                              <a:off x="4579164" y="3203653"/>
                              <a:ext cx="1244833" cy="1020397"/>
                              <a:chOff x="4579164" y="3203653"/>
                              <a:chExt cx="1244833" cy="1020397"/>
                            </a:xfrm>
                          </p:grpSpPr>
                          <p:sp>
                            <p:nvSpPr>
                              <p:cNvPr id="598" name="Google Shape;5340;p68">
                                <a:extLst>
                                  <a:ext uri="{FF2B5EF4-FFF2-40B4-BE49-F238E27FC236}">
                                    <a16:creationId xmlns:a16="http://schemas.microsoft.com/office/drawing/2014/main" id="{4419ED8E-7CCB-B86A-DC0D-42DCAA0D3042}"/>
                                  </a:ext>
                                </a:extLst>
                              </p:cNvPr>
                              <p:cNvSpPr/>
                              <p:nvPr/>
                            </p:nvSpPr>
                            <p:spPr>
                              <a:xfrm>
                                <a:off x="4590301" y="3738347"/>
                                <a:ext cx="92956" cy="91722"/>
                              </a:xfrm>
                              <a:custGeom>
                                <a:avLst/>
                                <a:gdLst/>
                                <a:ahLst/>
                                <a:cxnLst/>
                                <a:rect l="l" t="t" r="r" b="b"/>
                                <a:pathLst>
                                  <a:path w="11819" h="11662" fill="none" extrusionOk="0">
                                    <a:moveTo>
                                      <a:pt x="0" y="0"/>
                                    </a:moveTo>
                                    <a:lnTo>
                                      <a:pt x="11819" y="1166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341;p68">
                                <a:extLst>
                                  <a:ext uri="{FF2B5EF4-FFF2-40B4-BE49-F238E27FC236}">
                                    <a16:creationId xmlns:a16="http://schemas.microsoft.com/office/drawing/2014/main" id="{17DDF50C-0B9A-675A-2613-079A8B7D4BCA}"/>
                                  </a:ext>
                                </a:extLst>
                              </p:cNvPr>
                              <p:cNvSpPr/>
                              <p:nvPr/>
                            </p:nvSpPr>
                            <p:spPr>
                              <a:xfrm>
                                <a:off x="4683250" y="3652241"/>
                                <a:ext cx="33591" cy="177828"/>
                              </a:xfrm>
                              <a:custGeom>
                                <a:avLst/>
                                <a:gdLst/>
                                <a:ahLst/>
                                <a:cxnLst/>
                                <a:rect l="l" t="t" r="r" b="b"/>
                                <a:pathLst>
                                  <a:path w="4271" h="22610" fill="none" extrusionOk="0">
                                    <a:moveTo>
                                      <a:pt x="1" y="22610"/>
                                    </a:moveTo>
                                    <a:lnTo>
                                      <a:pt x="427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5342;p68">
                                <a:extLst>
                                  <a:ext uri="{FF2B5EF4-FFF2-40B4-BE49-F238E27FC236}">
                                    <a16:creationId xmlns:a16="http://schemas.microsoft.com/office/drawing/2014/main" id="{C4810820-B7F8-1555-4E59-86447E07741D}"/>
                                  </a:ext>
                                </a:extLst>
                              </p:cNvPr>
                              <p:cNvSpPr/>
                              <p:nvPr/>
                            </p:nvSpPr>
                            <p:spPr>
                              <a:xfrm>
                                <a:off x="4716833" y="3652241"/>
                                <a:ext cx="70982" cy="207707"/>
                              </a:xfrm>
                              <a:custGeom>
                                <a:avLst/>
                                <a:gdLst/>
                                <a:ahLst/>
                                <a:cxnLst/>
                                <a:rect l="l" t="t" r="r" b="b"/>
                                <a:pathLst>
                                  <a:path w="9025" h="26409" fill="none" extrusionOk="0">
                                    <a:moveTo>
                                      <a:pt x="1" y="1"/>
                                    </a:moveTo>
                                    <a:lnTo>
                                      <a:pt x="9025" y="2640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5343;p68">
                                <a:extLst>
                                  <a:ext uri="{FF2B5EF4-FFF2-40B4-BE49-F238E27FC236}">
                                    <a16:creationId xmlns:a16="http://schemas.microsoft.com/office/drawing/2014/main" id="{4BB25993-E138-CC2B-EBD5-9569FD3FB358}"/>
                                  </a:ext>
                                </a:extLst>
                              </p:cNvPr>
                              <p:cNvSpPr/>
                              <p:nvPr/>
                            </p:nvSpPr>
                            <p:spPr>
                              <a:xfrm>
                                <a:off x="4813117" y="3694578"/>
                                <a:ext cx="44154" cy="139297"/>
                              </a:xfrm>
                              <a:custGeom>
                                <a:avLst/>
                                <a:gdLst/>
                                <a:ahLst/>
                                <a:cxnLst/>
                                <a:rect l="l" t="t" r="r" b="b"/>
                                <a:pathLst>
                                  <a:path w="5614" h="17711" fill="none" extrusionOk="0">
                                    <a:moveTo>
                                      <a:pt x="5614" y="1771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5344;p68">
                                <a:extLst>
                                  <a:ext uri="{FF2B5EF4-FFF2-40B4-BE49-F238E27FC236}">
                                    <a16:creationId xmlns:a16="http://schemas.microsoft.com/office/drawing/2014/main" id="{798AF33F-07CB-3D78-6DC3-2ABD10095F55}"/>
                                  </a:ext>
                                </a:extLst>
                              </p:cNvPr>
                              <p:cNvSpPr/>
                              <p:nvPr/>
                            </p:nvSpPr>
                            <p:spPr>
                              <a:xfrm>
                                <a:off x="4787807" y="3694578"/>
                                <a:ext cx="25317" cy="165369"/>
                              </a:xfrm>
                              <a:custGeom>
                                <a:avLst/>
                                <a:gdLst/>
                                <a:ahLst/>
                                <a:cxnLst/>
                                <a:rect l="l" t="t" r="r" b="b"/>
                                <a:pathLst>
                                  <a:path w="3219" h="21026" fill="none" extrusionOk="0">
                                    <a:moveTo>
                                      <a:pt x="3219" y="1"/>
                                    </a:moveTo>
                                    <a:lnTo>
                                      <a:pt x="1" y="2102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5345;p68">
                                <a:extLst>
                                  <a:ext uri="{FF2B5EF4-FFF2-40B4-BE49-F238E27FC236}">
                                    <a16:creationId xmlns:a16="http://schemas.microsoft.com/office/drawing/2014/main" id="{1CE25DC3-6C7A-A636-0A36-1DB578B1D634}"/>
                                  </a:ext>
                                </a:extLst>
                              </p:cNvPr>
                              <p:cNvSpPr/>
                              <p:nvPr/>
                            </p:nvSpPr>
                            <p:spPr>
                              <a:xfrm>
                                <a:off x="4683250" y="3830061"/>
                                <a:ext cx="106374" cy="25223"/>
                              </a:xfrm>
                              <a:custGeom>
                                <a:avLst/>
                                <a:gdLst/>
                                <a:ahLst/>
                                <a:cxnLst/>
                                <a:rect l="l" t="t" r="r" b="b"/>
                                <a:pathLst>
                                  <a:path w="13525" h="3207" fill="none" extrusionOk="0">
                                    <a:moveTo>
                                      <a:pt x="1" y="1"/>
                                    </a:moveTo>
                                    <a:lnTo>
                                      <a:pt x="13525" y="320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5346;p68">
                                <a:extLst>
                                  <a:ext uri="{FF2B5EF4-FFF2-40B4-BE49-F238E27FC236}">
                                    <a16:creationId xmlns:a16="http://schemas.microsoft.com/office/drawing/2014/main" id="{F652A3ED-4E88-8D95-FF35-E705D9E56F43}"/>
                                  </a:ext>
                                </a:extLst>
                              </p:cNvPr>
                              <p:cNvSpPr/>
                              <p:nvPr/>
                            </p:nvSpPr>
                            <p:spPr>
                              <a:xfrm>
                                <a:off x="4670980" y="3830061"/>
                                <a:ext cx="12277" cy="79263"/>
                              </a:xfrm>
                              <a:custGeom>
                                <a:avLst/>
                                <a:gdLst/>
                                <a:ahLst/>
                                <a:cxnLst/>
                                <a:rect l="l" t="t" r="r" b="b"/>
                                <a:pathLst>
                                  <a:path w="1561" h="10078" fill="none" extrusionOk="0">
                                    <a:moveTo>
                                      <a:pt x="1561" y="1"/>
                                    </a:moveTo>
                                    <a:lnTo>
                                      <a:pt x="0" y="1007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5347;p68">
                                <a:extLst>
                                  <a:ext uri="{FF2B5EF4-FFF2-40B4-BE49-F238E27FC236}">
                                    <a16:creationId xmlns:a16="http://schemas.microsoft.com/office/drawing/2014/main" id="{31CC1924-532A-517D-42C2-83E906CFFFBF}"/>
                                  </a:ext>
                                </a:extLst>
                              </p:cNvPr>
                              <p:cNvSpPr/>
                              <p:nvPr/>
                            </p:nvSpPr>
                            <p:spPr>
                              <a:xfrm>
                                <a:off x="4583828" y="3830061"/>
                                <a:ext cx="99429" cy="34543"/>
                              </a:xfrm>
                              <a:custGeom>
                                <a:avLst/>
                                <a:gdLst/>
                                <a:ahLst/>
                                <a:cxnLst/>
                                <a:rect l="l" t="t" r="r" b="b"/>
                                <a:pathLst>
                                  <a:path w="12642" h="4392" fill="none" extrusionOk="0">
                                    <a:moveTo>
                                      <a:pt x="0" y="4392"/>
                                    </a:moveTo>
                                    <a:lnTo>
                                      <a:pt x="12642"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5348;p68">
                                <a:extLst>
                                  <a:ext uri="{FF2B5EF4-FFF2-40B4-BE49-F238E27FC236}">
                                    <a16:creationId xmlns:a16="http://schemas.microsoft.com/office/drawing/2014/main" id="{B0F8ECE5-FE52-2DAB-F74A-3F3A3642ABB4}"/>
                                  </a:ext>
                                </a:extLst>
                              </p:cNvPr>
                              <p:cNvSpPr/>
                              <p:nvPr/>
                            </p:nvSpPr>
                            <p:spPr>
                              <a:xfrm>
                                <a:off x="4683250" y="3830061"/>
                                <a:ext cx="50336" cy="117983"/>
                              </a:xfrm>
                              <a:custGeom>
                                <a:avLst/>
                                <a:gdLst/>
                                <a:ahLst/>
                                <a:cxnLst/>
                                <a:rect l="l" t="t" r="r" b="b"/>
                                <a:pathLst>
                                  <a:path w="6400" h="15001" fill="none" extrusionOk="0">
                                    <a:moveTo>
                                      <a:pt x="1" y="1"/>
                                    </a:moveTo>
                                    <a:lnTo>
                                      <a:pt x="6400" y="1500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5349;p68">
                                <a:extLst>
                                  <a:ext uri="{FF2B5EF4-FFF2-40B4-BE49-F238E27FC236}">
                                    <a16:creationId xmlns:a16="http://schemas.microsoft.com/office/drawing/2014/main" id="{E8374E9E-0CB6-5B2A-6298-6C2A50A4894A}"/>
                                  </a:ext>
                                </a:extLst>
                              </p:cNvPr>
                              <p:cNvSpPr/>
                              <p:nvPr/>
                            </p:nvSpPr>
                            <p:spPr>
                              <a:xfrm>
                                <a:off x="4733578" y="3855276"/>
                                <a:ext cx="56046" cy="92768"/>
                              </a:xfrm>
                              <a:custGeom>
                                <a:avLst/>
                                <a:gdLst/>
                                <a:ahLst/>
                                <a:cxnLst/>
                                <a:rect l="l" t="t" r="r" b="b"/>
                                <a:pathLst>
                                  <a:path w="7126" h="11795" fill="none" extrusionOk="0">
                                    <a:moveTo>
                                      <a:pt x="1" y="11795"/>
                                    </a:moveTo>
                                    <a:lnTo>
                                      <a:pt x="712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5350;p68">
                                <a:extLst>
                                  <a:ext uri="{FF2B5EF4-FFF2-40B4-BE49-F238E27FC236}">
                                    <a16:creationId xmlns:a16="http://schemas.microsoft.com/office/drawing/2014/main" id="{F038ECB5-2420-0072-AB4C-D325FFF68FB0}"/>
                                  </a:ext>
                                </a:extLst>
                              </p:cNvPr>
                              <p:cNvSpPr/>
                              <p:nvPr/>
                            </p:nvSpPr>
                            <p:spPr>
                              <a:xfrm>
                                <a:off x="4888943" y="3730450"/>
                                <a:ext cx="34928" cy="89252"/>
                              </a:xfrm>
                              <a:custGeom>
                                <a:avLst/>
                                <a:gdLst/>
                                <a:ahLst/>
                                <a:cxnLst/>
                                <a:rect l="l" t="t" r="r" b="b"/>
                                <a:pathLst>
                                  <a:path w="4441" h="11348" fill="none" extrusionOk="0">
                                    <a:moveTo>
                                      <a:pt x="4440" y="11347"/>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5351;p68">
                                <a:extLst>
                                  <a:ext uri="{FF2B5EF4-FFF2-40B4-BE49-F238E27FC236}">
                                    <a16:creationId xmlns:a16="http://schemas.microsoft.com/office/drawing/2014/main" id="{65BA877F-15D7-1D42-C5FE-F97E63B10FCA}"/>
                                  </a:ext>
                                </a:extLst>
                              </p:cNvPr>
                              <p:cNvSpPr/>
                              <p:nvPr/>
                            </p:nvSpPr>
                            <p:spPr>
                              <a:xfrm>
                                <a:off x="4590301" y="3667468"/>
                                <a:ext cx="49762" cy="70887"/>
                              </a:xfrm>
                              <a:custGeom>
                                <a:avLst/>
                                <a:gdLst/>
                                <a:ahLst/>
                                <a:cxnLst/>
                                <a:rect l="l" t="t" r="r" b="b"/>
                                <a:pathLst>
                                  <a:path w="6327" h="9013" fill="none" extrusionOk="0">
                                    <a:moveTo>
                                      <a:pt x="0" y="9012"/>
                                    </a:moveTo>
                                    <a:lnTo>
                                      <a:pt x="63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5352;p68">
                                <a:extLst>
                                  <a:ext uri="{FF2B5EF4-FFF2-40B4-BE49-F238E27FC236}">
                                    <a16:creationId xmlns:a16="http://schemas.microsoft.com/office/drawing/2014/main" id="{D18360EC-9692-ED82-C668-FBB8465A8EE0}"/>
                                  </a:ext>
                                </a:extLst>
                              </p:cNvPr>
                              <p:cNvSpPr/>
                              <p:nvPr/>
                            </p:nvSpPr>
                            <p:spPr>
                              <a:xfrm>
                                <a:off x="4640338" y="3648536"/>
                                <a:ext cx="80593" cy="20268"/>
                              </a:xfrm>
                              <a:custGeom>
                                <a:avLst/>
                                <a:gdLst/>
                                <a:ahLst/>
                                <a:cxnLst/>
                                <a:rect l="l" t="t" r="r" b="b"/>
                                <a:pathLst>
                                  <a:path w="10247" h="2577" fill="none" extrusionOk="0">
                                    <a:moveTo>
                                      <a:pt x="1" y="2577"/>
                                    </a:moveTo>
                                    <a:lnTo>
                                      <a:pt x="1024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1" name="Google Shape;5353;p68">
                                <a:extLst>
                                  <a:ext uri="{FF2B5EF4-FFF2-40B4-BE49-F238E27FC236}">
                                    <a16:creationId xmlns:a16="http://schemas.microsoft.com/office/drawing/2014/main" id="{7A5FFDCE-50D7-55C3-556F-B1D1522E87C9}"/>
                                  </a:ext>
                                </a:extLst>
                              </p:cNvPr>
                              <p:cNvGrpSpPr/>
                              <p:nvPr/>
                            </p:nvGrpSpPr>
                            <p:grpSpPr>
                              <a:xfrm>
                                <a:off x="4579164" y="3203653"/>
                                <a:ext cx="1244833" cy="1020397"/>
                                <a:chOff x="4579164" y="3203653"/>
                                <a:chExt cx="1244833" cy="1020397"/>
                              </a:xfrm>
                            </p:grpSpPr>
                            <p:sp>
                              <p:nvSpPr>
                                <p:cNvPr id="612" name="Google Shape;5354;p68">
                                  <a:extLst>
                                    <a:ext uri="{FF2B5EF4-FFF2-40B4-BE49-F238E27FC236}">
                                      <a16:creationId xmlns:a16="http://schemas.microsoft.com/office/drawing/2014/main" id="{41C15B6B-C22C-1237-EC54-8A4C37111602}"/>
                                    </a:ext>
                                  </a:extLst>
                                </p:cNvPr>
                                <p:cNvSpPr/>
                                <p:nvPr/>
                              </p:nvSpPr>
                              <p:spPr>
                                <a:xfrm>
                                  <a:off x="4753083" y="3966015"/>
                                  <a:ext cx="92964" cy="53765"/>
                                </a:xfrm>
                                <a:custGeom>
                                  <a:avLst/>
                                  <a:gdLst/>
                                  <a:ahLst/>
                                  <a:cxnLst/>
                                  <a:rect l="l" t="t" r="r" b="b"/>
                                  <a:pathLst>
                                    <a:path w="11820" h="6836" fill="none" extrusionOk="0">
                                      <a:moveTo>
                                        <a:pt x="1" y="6836"/>
                                      </a:moveTo>
                                      <a:lnTo>
                                        <a:pt x="1181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5355;p68">
                                  <a:extLst>
                                    <a:ext uri="{FF2B5EF4-FFF2-40B4-BE49-F238E27FC236}">
                                      <a16:creationId xmlns:a16="http://schemas.microsoft.com/office/drawing/2014/main" id="{6CF511E3-6A82-C4B7-81B4-39AA52813D54}"/>
                                    </a:ext>
                                  </a:extLst>
                                </p:cNvPr>
                                <p:cNvSpPr/>
                                <p:nvPr/>
                              </p:nvSpPr>
                              <p:spPr>
                                <a:xfrm>
                                  <a:off x="4846040" y="3952794"/>
                                  <a:ext cx="103519" cy="13135"/>
                                </a:xfrm>
                                <a:custGeom>
                                  <a:avLst/>
                                  <a:gdLst/>
                                  <a:ahLst/>
                                  <a:cxnLst/>
                                  <a:rect l="l" t="t" r="r" b="b"/>
                                  <a:pathLst>
                                    <a:path w="13162" h="1670" fill="none" extrusionOk="0">
                                      <a:moveTo>
                                        <a:pt x="13161" y="0"/>
                                      </a:moveTo>
                                      <a:lnTo>
                                        <a:pt x="0" y="167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5356;p68">
                                  <a:extLst>
                                    <a:ext uri="{FF2B5EF4-FFF2-40B4-BE49-F238E27FC236}">
                                      <a16:creationId xmlns:a16="http://schemas.microsoft.com/office/drawing/2014/main" id="{8935DD75-C873-FA13-CDF4-128849C95A50}"/>
                                    </a:ext>
                                  </a:extLst>
                                </p:cNvPr>
                                <p:cNvSpPr/>
                                <p:nvPr/>
                              </p:nvSpPr>
                              <p:spPr>
                                <a:xfrm>
                                  <a:off x="4846040" y="3962216"/>
                                  <a:ext cx="64800" cy="128066"/>
                                </a:xfrm>
                                <a:custGeom>
                                  <a:avLst/>
                                  <a:gdLst/>
                                  <a:ahLst/>
                                  <a:cxnLst/>
                                  <a:rect l="l" t="t" r="r" b="b"/>
                                  <a:pathLst>
                                    <a:path w="8239" h="16283" fill="none" extrusionOk="0">
                                      <a:moveTo>
                                        <a:pt x="0" y="0"/>
                                      </a:moveTo>
                                      <a:lnTo>
                                        <a:pt x="8238" y="1628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5357;p68">
                                  <a:extLst>
                                    <a:ext uri="{FF2B5EF4-FFF2-40B4-BE49-F238E27FC236}">
                                      <a16:creationId xmlns:a16="http://schemas.microsoft.com/office/drawing/2014/main" id="{BF0603F6-9F65-AF56-3824-748F21AF1B70}"/>
                                    </a:ext>
                                  </a:extLst>
                                </p:cNvPr>
                                <p:cNvSpPr/>
                                <p:nvPr/>
                              </p:nvSpPr>
                              <p:spPr>
                                <a:xfrm>
                                  <a:off x="4842233" y="3962216"/>
                                  <a:ext cx="3815" cy="164787"/>
                                </a:xfrm>
                                <a:custGeom>
                                  <a:avLst/>
                                  <a:gdLst/>
                                  <a:ahLst/>
                                  <a:cxnLst/>
                                  <a:rect l="l" t="t" r="r" b="b"/>
                                  <a:pathLst>
                                    <a:path w="485" h="20952" fill="none" extrusionOk="0">
                                      <a:moveTo>
                                        <a:pt x="0" y="20952"/>
                                      </a:moveTo>
                                      <a:lnTo>
                                        <a:pt x="48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5358;p68">
                                  <a:extLst>
                                    <a:ext uri="{FF2B5EF4-FFF2-40B4-BE49-F238E27FC236}">
                                      <a16:creationId xmlns:a16="http://schemas.microsoft.com/office/drawing/2014/main" id="{620F2D5A-92AF-D5FE-BC4D-77CDBBD06F83}"/>
                                    </a:ext>
                                  </a:extLst>
                                </p:cNvPr>
                                <p:cNvSpPr/>
                                <p:nvPr/>
                              </p:nvSpPr>
                              <p:spPr>
                                <a:xfrm>
                                  <a:off x="4842233" y="4123189"/>
                                  <a:ext cx="37587" cy="53002"/>
                                </a:xfrm>
                                <a:custGeom>
                                  <a:avLst/>
                                  <a:gdLst/>
                                  <a:ahLst/>
                                  <a:cxnLst/>
                                  <a:rect l="l" t="t" r="r" b="b"/>
                                  <a:pathLst>
                                    <a:path w="4779" h="6739" fill="none" extrusionOk="0">
                                      <a:moveTo>
                                        <a:pt x="4779" y="673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5359;p68">
                                  <a:extLst>
                                    <a:ext uri="{FF2B5EF4-FFF2-40B4-BE49-F238E27FC236}">
                                      <a16:creationId xmlns:a16="http://schemas.microsoft.com/office/drawing/2014/main" id="{F5F89191-F2E9-7EF1-EF46-5473B4A45E05}"/>
                                    </a:ext>
                                  </a:extLst>
                                </p:cNvPr>
                                <p:cNvSpPr/>
                                <p:nvPr/>
                              </p:nvSpPr>
                              <p:spPr>
                                <a:xfrm>
                                  <a:off x="4770779" y="4118525"/>
                                  <a:ext cx="71461" cy="4672"/>
                                </a:xfrm>
                                <a:custGeom>
                                  <a:avLst/>
                                  <a:gdLst/>
                                  <a:ahLst/>
                                  <a:cxnLst/>
                                  <a:rect l="l" t="t" r="r" b="b"/>
                                  <a:pathLst>
                                    <a:path w="9086" h="594" fill="none" extrusionOk="0">
                                      <a:moveTo>
                                        <a:pt x="9085" y="594"/>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5360;p68">
                                  <a:extLst>
                                    <a:ext uri="{FF2B5EF4-FFF2-40B4-BE49-F238E27FC236}">
                                      <a16:creationId xmlns:a16="http://schemas.microsoft.com/office/drawing/2014/main" id="{4D66C4C4-1A82-9110-B332-4E693D79C487}"/>
                                    </a:ext>
                                  </a:extLst>
                                </p:cNvPr>
                                <p:cNvSpPr/>
                                <p:nvPr/>
                              </p:nvSpPr>
                              <p:spPr>
                                <a:xfrm>
                                  <a:off x="4842233" y="4090274"/>
                                  <a:ext cx="68606" cy="32923"/>
                                </a:xfrm>
                                <a:custGeom>
                                  <a:avLst/>
                                  <a:gdLst/>
                                  <a:ahLst/>
                                  <a:cxnLst/>
                                  <a:rect l="l" t="t" r="r" b="b"/>
                                  <a:pathLst>
                                    <a:path w="8723" h="4186" fill="none" extrusionOk="0">
                                      <a:moveTo>
                                        <a:pt x="0" y="4186"/>
                                      </a:moveTo>
                                      <a:lnTo>
                                        <a:pt x="872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9" name="Google Shape;5361;p68">
                                  <a:extLst>
                                    <a:ext uri="{FF2B5EF4-FFF2-40B4-BE49-F238E27FC236}">
                                      <a16:creationId xmlns:a16="http://schemas.microsoft.com/office/drawing/2014/main" id="{B9EBC6AC-75D5-0ABD-30A2-EF76DE30BC74}"/>
                                    </a:ext>
                                  </a:extLst>
                                </p:cNvPr>
                                <p:cNvGrpSpPr/>
                                <p:nvPr/>
                              </p:nvGrpSpPr>
                              <p:grpSpPr>
                                <a:xfrm>
                                  <a:off x="4579164" y="3203653"/>
                                  <a:ext cx="1244833" cy="1020397"/>
                                  <a:chOff x="4579164" y="3203653"/>
                                  <a:chExt cx="1244833" cy="1020397"/>
                                </a:xfrm>
                              </p:grpSpPr>
                              <p:sp>
                                <p:nvSpPr>
                                  <p:cNvPr id="620" name="Google Shape;5362;p68">
                                    <a:extLst>
                                      <a:ext uri="{FF2B5EF4-FFF2-40B4-BE49-F238E27FC236}">
                                        <a16:creationId xmlns:a16="http://schemas.microsoft.com/office/drawing/2014/main" id="{94ECEF2C-1BED-07BF-4BA1-9E3859D63007}"/>
                                      </a:ext>
                                    </a:extLst>
                                  </p:cNvPr>
                                  <p:cNvSpPr/>
                                  <p:nvPr/>
                                </p:nvSpPr>
                                <p:spPr>
                                  <a:xfrm>
                                    <a:off x="4788476" y="3855276"/>
                                    <a:ext cx="57572" cy="110747"/>
                                  </a:xfrm>
                                  <a:custGeom>
                                    <a:avLst/>
                                    <a:gdLst/>
                                    <a:ahLst/>
                                    <a:cxnLst/>
                                    <a:rect l="l" t="t" r="r" b="b"/>
                                    <a:pathLst>
                                      <a:path w="7320" h="14081" fill="none" extrusionOk="0">
                                        <a:moveTo>
                                          <a:pt x="7319" y="1408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5363;p68">
                                    <a:extLst>
                                      <a:ext uri="{FF2B5EF4-FFF2-40B4-BE49-F238E27FC236}">
                                        <a16:creationId xmlns:a16="http://schemas.microsoft.com/office/drawing/2014/main" id="{5DACBA98-2A2C-E68C-A328-FF53D8AB12C7}"/>
                                      </a:ext>
                                    </a:extLst>
                                  </p:cNvPr>
                                  <p:cNvSpPr/>
                                  <p:nvPr/>
                                </p:nvSpPr>
                                <p:spPr>
                                  <a:xfrm>
                                    <a:off x="4846040" y="3833867"/>
                                    <a:ext cx="11231" cy="132156"/>
                                  </a:xfrm>
                                  <a:custGeom>
                                    <a:avLst/>
                                    <a:gdLst/>
                                    <a:ahLst/>
                                    <a:cxnLst/>
                                    <a:rect l="l" t="t" r="r" b="b"/>
                                    <a:pathLst>
                                      <a:path w="1428" h="16803" fill="none" extrusionOk="0">
                                        <a:moveTo>
                                          <a:pt x="0" y="16803"/>
                                        </a:moveTo>
                                        <a:lnTo>
                                          <a:pt x="1428"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5364;p68">
                                    <a:extLst>
                                      <a:ext uri="{FF2B5EF4-FFF2-40B4-BE49-F238E27FC236}">
                                        <a16:creationId xmlns:a16="http://schemas.microsoft.com/office/drawing/2014/main" id="{C1BC7BCA-049C-F33A-7ABB-93AF7693D253}"/>
                                      </a:ext>
                                    </a:extLst>
                                  </p:cNvPr>
                                  <p:cNvSpPr/>
                                  <p:nvPr/>
                                </p:nvSpPr>
                                <p:spPr>
                                  <a:xfrm>
                                    <a:off x="4761554" y="3854796"/>
                                    <a:ext cx="26261" cy="164984"/>
                                  </a:xfrm>
                                  <a:custGeom>
                                    <a:avLst/>
                                    <a:gdLst/>
                                    <a:ahLst/>
                                    <a:cxnLst/>
                                    <a:rect l="l" t="t" r="r" b="b"/>
                                    <a:pathLst>
                                      <a:path w="3339" h="20977" fill="none" extrusionOk="0">
                                        <a:moveTo>
                                          <a:pt x="0" y="20977"/>
                                        </a:moveTo>
                                        <a:lnTo>
                                          <a:pt x="333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5365;p68">
                                    <a:extLst>
                                      <a:ext uri="{FF2B5EF4-FFF2-40B4-BE49-F238E27FC236}">
                                        <a16:creationId xmlns:a16="http://schemas.microsoft.com/office/drawing/2014/main" id="{07C6C4D5-AD17-087A-F39F-F080B45E120C}"/>
                                      </a:ext>
                                    </a:extLst>
                                  </p:cNvPr>
                                  <p:cNvSpPr/>
                                  <p:nvPr/>
                                </p:nvSpPr>
                                <p:spPr>
                                  <a:xfrm>
                                    <a:off x="4846991" y="3818263"/>
                                    <a:ext cx="74025" cy="146242"/>
                                  </a:xfrm>
                                  <a:custGeom>
                                    <a:avLst/>
                                    <a:gdLst/>
                                    <a:ahLst/>
                                    <a:cxnLst/>
                                    <a:rect l="l" t="t" r="r" b="b"/>
                                    <a:pathLst>
                                      <a:path w="9412" h="18594" fill="none" extrusionOk="0">
                                        <a:moveTo>
                                          <a:pt x="0" y="18593"/>
                                        </a:moveTo>
                                        <a:lnTo>
                                          <a:pt x="941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5366;p68">
                                    <a:extLst>
                                      <a:ext uri="{FF2B5EF4-FFF2-40B4-BE49-F238E27FC236}">
                                        <a16:creationId xmlns:a16="http://schemas.microsoft.com/office/drawing/2014/main" id="{EA4DDF98-88B8-E908-92B1-9055BCBD75A1}"/>
                                      </a:ext>
                                    </a:extLst>
                                  </p:cNvPr>
                                  <p:cNvSpPr/>
                                  <p:nvPr/>
                                </p:nvSpPr>
                                <p:spPr>
                                  <a:xfrm>
                                    <a:off x="4927191" y="3823305"/>
                                    <a:ext cx="22368" cy="129497"/>
                                  </a:xfrm>
                                  <a:custGeom>
                                    <a:avLst/>
                                    <a:gdLst/>
                                    <a:ahLst/>
                                    <a:cxnLst/>
                                    <a:rect l="l" t="t" r="r" b="b"/>
                                    <a:pathLst>
                                      <a:path w="2844" h="16465" fill="none" extrusionOk="0">
                                        <a:moveTo>
                                          <a:pt x="1" y="1"/>
                                        </a:moveTo>
                                        <a:lnTo>
                                          <a:pt x="2843" y="1646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5" name="Google Shape;5367;p68">
                                    <a:extLst>
                                      <a:ext uri="{FF2B5EF4-FFF2-40B4-BE49-F238E27FC236}">
                                        <a16:creationId xmlns:a16="http://schemas.microsoft.com/office/drawing/2014/main" id="{D80CEBF1-8FDA-C46B-9868-DD12EBC8AD4F}"/>
                                      </a:ext>
                                    </a:extLst>
                                  </p:cNvPr>
                                  <p:cNvGrpSpPr/>
                                  <p:nvPr/>
                                </p:nvGrpSpPr>
                                <p:grpSpPr>
                                  <a:xfrm>
                                    <a:off x="4579164" y="3203653"/>
                                    <a:ext cx="1244833" cy="1020397"/>
                                    <a:chOff x="4579164" y="3203653"/>
                                    <a:chExt cx="1244833" cy="1020397"/>
                                  </a:xfrm>
                                </p:grpSpPr>
                                <p:sp>
                                  <p:nvSpPr>
                                    <p:cNvPr id="626" name="Google Shape;5368;p68">
                                      <a:extLst>
                                        <a:ext uri="{FF2B5EF4-FFF2-40B4-BE49-F238E27FC236}">
                                          <a16:creationId xmlns:a16="http://schemas.microsoft.com/office/drawing/2014/main" id="{A03A5845-059B-678B-9E81-8C862AFC1C46}"/>
                                        </a:ext>
                                      </a:extLst>
                                    </p:cNvPr>
                                    <p:cNvSpPr/>
                                    <p:nvPr/>
                                  </p:nvSpPr>
                                  <p:spPr>
                                    <a:xfrm>
                                      <a:off x="4579164" y="3652241"/>
                                      <a:ext cx="422626" cy="571809"/>
                                    </a:xfrm>
                                    <a:custGeom>
                                      <a:avLst/>
                                      <a:gdLst/>
                                      <a:ahLst/>
                                      <a:cxnLst/>
                                      <a:rect l="l" t="t" r="r" b="b"/>
                                      <a:pathLst>
                                        <a:path w="53735" h="72703" fill="none" extrusionOk="0">
                                          <a:moveTo>
                                            <a:pt x="27593" y="71880"/>
                                          </a:moveTo>
                                          <a:lnTo>
                                            <a:pt x="23771" y="58694"/>
                                          </a:lnTo>
                                          <a:lnTo>
                                            <a:pt x="22936" y="46731"/>
                                          </a:lnTo>
                                          <a:lnTo>
                                            <a:pt x="19972" y="37380"/>
                                          </a:lnTo>
                                          <a:lnTo>
                                            <a:pt x="11674" y="32686"/>
                                          </a:lnTo>
                                          <a:lnTo>
                                            <a:pt x="1" y="27001"/>
                                          </a:lnTo>
                                          <a:lnTo>
                                            <a:pt x="1392" y="10610"/>
                                          </a:lnTo>
                                          <a:lnTo>
                                            <a:pt x="17517" y="1"/>
                                          </a:lnTo>
                                          <a:lnTo>
                                            <a:pt x="29747" y="5384"/>
                                          </a:lnTo>
                                          <a:lnTo>
                                            <a:pt x="43827" y="21291"/>
                                          </a:lnTo>
                                          <a:lnTo>
                                            <a:pt x="49343" y="27122"/>
                                          </a:lnTo>
                                          <a:lnTo>
                                            <a:pt x="53735" y="25815"/>
                                          </a:lnTo>
                                          <a:lnTo>
                                            <a:pt x="50347" y="35940"/>
                                          </a:lnTo>
                                          <a:lnTo>
                                            <a:pt x="47093" y="38214"/>
                                          </a:lnTo>
                                          <a:lnTo>
                                            <a:pt x="44069" y="44275"/>
                                          </a:lnTo>
                                          <a:lnTo>
                                            <a:pt x="45073" y="51944"/>
                                          </a:lnTo>
                                          <a:lnTo>
                                            <a:pt x="42170" y="55694"/>
                                          </a:lnTo>
                                          <a:lnTo>
                                            <a:pt x="38227" y="66025"/>
                                          </a:lnTo>
                                          <a:lnTo>
                                            <a:pt x="27593" y="727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5369;p68">
                                      <a:extLst>
                                        <a:ext uri="{FF2B5EF4-FFF2-40B4-BE49-F238E27FC236}">
                                          <a16:creationId xmlns:a16="http://schemas.microsoft.com/office/drawing/2014/main" id="{ED531C2E-26A2-BC64-06F6-86258C01C3D6}"/>
                                        </a:ext>
                                      </a:extLst>
                                    </p:cNvPr>
                                    <p:cNvSpPr/>
                                    <p:nvPr/>
                                  </p:nvSpPr>
                                  <p:spPr>
                                    <a:xfrm>
                                      <a:off x="4617986" y="3203653"/>
                                      <a:ext cx="1206011" cy="684357"/>
                                    </a:xfrm>
                                    <a:custGeom>
                                      <a:avLst/>
                                      <a:gdLst/>
                                      <a:ahLst/>
                                      <a:cxnLst/>
                                      <a:rect l="l" t="t" r="r" b="b"/>
                                      <a:pathLst>
                                        <a:path w="153339" h="87013" fill="none" extrusionOk="0">
                                          <a:moveTo>
                                            <a:pt x="24811" y="62214"/>
                                          </a:moveTo>
                                          <a:lnTo>
                                            <a:pt x="34452" y="66980"/>
                                          </a:lnTo>
                                          <a:lnTo>
                                            <a:pt x="37549" y="69920"/>
                                          </a:lnTo>
                                          <a:lnTo>
                                            <a:pt x="41274" y="77698"/>
                                          </a:lnTo>
                                          <a:lnTo>
                                            <a:pt x="46270" y="79222"/>
                                          </a:lnTo>
                                          <a:lnTo>
                                            <a:pt x="55899" y="72775"/>
                                          </a:lnTo>
                                          <a:lnTo>
                                            <a:pt x="52645" y="69085"/>
                                          </a:lnTo>
                                          <a:lnTo>
                                            <a:pt x="48291" y="70234"/>
                                          </a:lnTo>
                                          <a:lnTo>
                                            <a:pt x="46585" y="64634"/>
                                          </a:lnTo>
                                          <a:lnTo>
                                            <a:pt x="48774" y="66097"/>
                                          </a:lnTo>
                                          <a:lnTo>
                                            <a:pt x="59698" y="70234"/>
                                          </a:lnTo>
                                          <a:lnTo>
                                            <a:pt x="65988" y="72279"/>
                                          </a:lnTo>
                                          <a:lnTo>
                                            <a:pt x="66315" y="75944"/>
                                          </a:lnTo>
                                          <a:lnTo>
                                            <a:pt x="70960" y="87013"/>
                                          </a:lnTo>
                                          <a:lnTo>
                                            <a:pt x="76573" y="75944"/>
                                          </a:lnTo>
                                          <a:lnTo>
                                            <a:pt x="80831" y="72932"/>
                                          </a:lnTo>
                                          <a:lnTo>
                                            <a:pt x="86069" y="78146"/>
                                          </a:lnTo>
                                          <a:lnTo>
                                            <a:pt x="88355" y="83928"/>
                                          </a:lnTo>
                                          <a:lnTo>
                                            <a:pt x="94633" y="84037"/>
                                          </a:lnTo>
                                          <a:lnTo>
                                            <a:pt x="94270" y="74299"/>
                                          </a:lnTo>
                                          <a:lnTo>
                                            <a:pt x="100936" y="72690"/>
                                          </a:lnTo>
                                          <a:lnTo>
                                            <a:pt x="106682" y="64307"/>
                                          </a:lnTo>
                                          <a:lnTo>
                                            <a:pt x="106319" y="56553"/>
                                          </a:lnTo>
                                          <a:lnTo>
                                            <a:pt x="103416" y="54690"/>
                                          </a:lnTo>
                                          <a:lnTo>
                                            <a:pt x="106827" y="53105"/>
                                          </a:lnTo>
                                          <a:lnTo>
                                            <a:pt x="120194" y="45339"/>
                                          </a:lnTo>
                                          <a:lnTo>
                                            <a:pt x="122528" y="36859"/>
                                          </a:lnTo>
                                          <a:lnTo>
                                            <a:pt x="118851" y="35493"/>
                                          </a:lnTo>
                                          <a:lnTo>
                                            <a:pt x="125093" y="28464"/>
                                          </a:lnTo>
                                          <a:lnTo>
                                            <a:pt x="148536" y="25972"/>
                                          </a:lnTo>
                                          <a:lnTo>
                                            <a:pt x="153339" y="12255"/>
                                          </a:lnTo>
                                          <a:lnTo>
                                            <a:pt x="125468" y="6255"/>
                                          </a:lnTo>
                                          <a:lnTo>
                                            <a:pt x="101758" y="5432"/>
                                          </a:lnTo>
                                          <a:lnTo>
                                            <a:pt x="85016" y="1"/>
                                          </a:lnTo>
                                          <a:lnTo>
                                            <a:pt x="60532" y="12255"/>
                                          </a:lnTo>
                                          <a:lnTo>
                                            <a:pt x="39714" y="20214"/>
                                          </a:lnTo>
                                          <a:lnTo>
                                            <a:pt x="35444" y="13089"/>
                                          </a:lnTo>
                                          <a:lnTo>
                                            <a:pt x="22186" y="13464"/>
                                          </a:lnTo>
                                          <a:lnTo>
                                            <a:pt x="15291" y="21351"/>
                                          </a:lnTo>
                                          <a:lnTo>
                                            <a:pt x="11831" y="27484"/>
                                          </a:lnTo>
                                          <a:lnTo>
                                            <a:pt x="21581" y="26614"/>
                                          </a:lnTo>
                                          <a:lnTo>
                                            <a:pt x="24532" y="19561"/>
                                          </a:lnTo>
                                          <a:lnTo>
                                            <a:pt x="29480" y="22694"/>
                                          </a:lnTo>
                                          <a:lnTo>
                                            <a:pt x="24811" y="32964"/>
                                          </a:lnTo>
                                          <a:lnTo>
                                            <a:pt x="20262" y="35541"/>
                                          </a:lnTo>
                                          <a:lnTo>
                                            <a:pt x="15569" y="31368"/>
                                          </a:lnTo>
                                          <a:lnTo>
                                            <a:pt x="15061" y="35650"/>
                                          </a:lnTo>
                                          <a:lnTo>
                                            <a:pt x="11057" y="37924"/>
                                          </a:lnTo>
                                          <a:lnTo>
                                            <a:pt x="6024" y="43089"/>
                                          </a:lnTo>
                                          <a:lnTo>
                                            <a:pt x="6387" y="49210"/>
                                          </a:lnTo>
                                          <a:lnTo>
                                            <a:pt x="992" y="49210"/>
                                          </a:lnTo>
                                          <a:lnTo>
                                            <a:pt x="0" y="52198"/>
                                          </a:lnTo>
                                          <a:lnTo>
                                            <a:pt x="835" y="57037"/>
                                          </a:lnTo>
                                          <a:lnTo>
                                            <a:pt x="6726" y="55198"/>
                                          </a:lnTo>
                                          <a:lnTo>
                                            <a:pt x="10924" y="50069"/>
                                          </a:lnTo>
                                          <a:lnTo>
                                            <a:pt x="16367" y="50686"/>
                                          </a:lnTo>
                                          <a:lnTo>
                                            <a:pt x="18049" y="46670"/>
                                          </a:lnTo>
                                          <a:lnTo>
                                            <a:pt x="23093" y="54363"/>
                                          </a:lnTo>
                                          <a:lnTo>
                                            <a:pt x="26528" y="56105"/>
                                          </a:lnTo>
                                          <a:lnTo>
                                            <a:pt x="26734" y="52210"/>
                                          </a:lnTo>
                                          <a:lnTo>
                                            <a:pt x="33835" y="47069"/>
                                          </a:lnTo>
                                          <a:lnTo>
                                            <a:pt x="38069" y="49488"/>
                                          </a:lnTo>
                                          <a:lnTo>
                                            <a:pt x="36278" y="53045"/>
                                          </a:lnTo>
                                          <a:lnTo>
                                            <a:pt x="28343" y="55392"/>
                                          </a:lnTo>
                                          <a:cubicBezTo>
                                            <a:pt x="28343" y="55392"/>
                                            <a:pt x="31041" y="58888"/>
                                            <a:pt x="31319" y="58984"/>
                                          </a:cubicBezTo>
                                          <a:cubicBezTo>
                                            <a:pt x="31597" y="59069"/>
                                            <a:pt x="36278" y="58150"/>
                                            <a:pt x="36278" y="58150"/>
                                          </a:cubicBezTo>
                                          <a:lnTo>
                                            <a:pt x="35456" y="61948"/>
                                          </a:lnTo>
                                          <a:lnTo>
                                            <a:pt x="30920" y="63255"/>
                                          </a:lnTo>
                                          <a:lnTo>
                                            <a:pt x="24823" y="621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5370;p68">
                                      <a:extLst>
                                        <a:ext uri="{FF2B5EF4-FFF2-40B4-BE49-F238E27FC236}">
                                          <a16:creationId xmlns:a16="http://schemas.microsoft.com/office/drawing/2014/main" id="{AFB64A02-5C49-4B35-58F6-E5FC31BE0835}"/>
                                        </a:ext>
                                      </a:extLst>
                                    </p:cNvPr>
                                    <p:cNvSpPr/>
                                    <p:nvPr/>
                                  </p:nvSpPr>
                                  <p:spPr>
                                    <a:xfrm>
                                      <a:off x="4906356" y="3466721"/>
                                      <a:ext cx="194289" cy="358880"/>
                                    </a:xfrm>
                                    <a:custGeom>
                                      <a:avLst/>
                                      <a:gdLst/>
                                      <a:ahLst/>
                                      <a:cxnLst/>
                                      <a:rect l="l" t="t" r="r" b="b"/>
                                      <a:pathLst>
                                        <a:path w="24703" h="45630" fill="none" extrusionOk="0">
                                          <a:moveTo>
                                            <a:pt x="8396" y="39968"/>
                                          </a:moveTo>
                                          <a:lnTo>
                                            <a:pt x="9835" y="45629"/>
                                          </a:lnTo>
                                          <a:lnTo>
                                            <a:pt x="11626" y="36786"/>
                                          </a:lnTo>
                                          <a:lnTo>
                                            <a:pt x="5492" y="30218"/>
                                          </a:lnTo>
                                          <a:lnTo>
                                            <a:pt x="1" y="25016"/>
                                          </a:lnTo>
                                          <a:lnTo>
                                            <a:pt x="1392" y="16040"/>
                                          </a:lnTo>
                                          <a:lnTo>
                                            <a:pt x="24702" y="15206"/>
                                          </a:lnTo>
                                          <a:lnTo>
                                            <a:pt x="647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5371;p68">
                                      <a:extLst>
                                        <a:ext uri="{FF2B5EF4-FFF2-40B4-BE49-F238E27FC236}">
                                          <a16:creationId xmlns:a16="http://schemas.microsoft.com/office/drawing/2014/main" id="{A77E2FF3-4101-9152-F170-DAAEEA0D059B}"/>
                                        </a:ext>
                                      </a:extLst>
                                    </p:cNvPr>
                                    <p:cNvSpPr/>
                                    <p:nvPr/>
                                  </p:nvSpPr>
                                  <p:spPr>
                                    <a:xfrm>
                                      <a:off x="4972383" y="3756043"/>
                                      <a:ext cx="25412" cy="25026"/>
                                    </a:xfrm>
                                    <a:custGeom>
                                      <a:avLst/>
                                      <a:gdLst/>
                                      <a:ahLst/>
                                      <a:cxnLst/>
                                      <a:rect l="l" t="t" r="r" b="b"/>
                                      <a:pathLst>
                                        <a:path w="3231" h="3182" fill="none" extrusionOk="0">
                                          <a:moveTo>
                                            <a:pt x="1" y="3182"/>
                                          </a:moveTo>
                                          <a:lnTo>
                                            <a:pt x="323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595" name="Google Shape;5372;p68">
                              <a:extLst>
                                <a:ext uri="{FF2B5EF4-FFF2-40B4-BE49-F238E27FC236}">
                                  <a16:creationId xmlns:a16="http://schemas.microsoft.com/office/drawing/2014/main" id="{5CE59E7A-5EBF-0F36-18F1-AA3D5C30D61C}"/>
                                </a:ext>
                              </a:extLst>
                            </p:cNvPr>
                            <p:cNvSpPr/>
                            <p:nvPr/>
                          </p:nvSpPr>
                          <p:spPr>
                            <a:xfrm>
                              <a:off x="4890375" y="3688019"/>
                              <a:ext cx="5144" cy="43769"/>
                            </a:xfrm>
                            <a:custGeom>
                              <a:avLst/>
                              <a:gdLst/>
                              <a:ahLst/>
                              <a:cxnLst/>
                              <a:rect l="l" t="t" r="r" b="b"/>
                              <a:pathLst>
                                <a:path w="654" h="5565" fill="none" extrusionOk="0">
                                  <a:moveTo>
                                    <a:pt x="653" y="0"/>
                                  </a:moveTo>
                                  <a:lnTo>
                                    <a:pt x="0" y="556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373;p68">
                              <a:extLst>
                                <a:ext uri="{FF2B5EF4-FFF2-40B4-BE49-F238E27FC236}">
                                  <a16:creationId xmlns:a16="http://schemas.microsoft.com/office/drawing/2014/main" id="{A003477A-4694-782F-1D4B-00920615880B}"/>
                                </a:ext>
                              </a:extLst>
                            </p:cNvPr>
                            <p:cNvSpPr/>
                            <p:nvPr/>
                          </p:nvSpPr>
                          <p:spPr>
                            <a:xfrm>
                              <a:off x="4899317" y="3688019"/>
                              <a:ext cx="54048" cy="20174"/>
                            </a:xfrm>
                            <a:custGeom>
                              <a:avLst/>
                              <a:gdLst/>
                              <a:ahLst/>
                              <a:cxnLst/>
                              <a:rect l="l" t="t" r="r" b="b"/>
                              <a:pathLst>
                                <a:path w="6872" h="2565" fill="none" extrusionOk="0">
                                  <a:moveTo>
                                    <a:pt x="0" y="0"/>
                                  </a:moveTo>
                                  <a:lnTo>
                                    <a:pt x="6871" y="256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374;p68">
                              <a:extLst>
                                <a:ext uri="{FF2B5EF4-FFF2-40B4-BE49-F238E27FC236}">
                                  <a16:creationId xmlns:a16="http://schemas.microsoft.com/office/drawing/2014/main" id="{2C5D49B1-B5EF-387F-74BC-339E435BDFD8}"/>
                                </a:ext>
                              </a:extLst>
                            </p:cNvPr>
                            <p:cNvSpPr/>
                            <p:nvPr/>
                          </p:nvSpPr>
                          <p:spPr>
                            <a:xfrm>
                              <a:off x="4862690" y="3700571"/>
                              <a:ext cx="27693" cy="31216"/>
                            </a:xfrm>
                            <a:custGeom>
                              <a:avLst/>
                              <a:gdLst/>
                              <a:ahLst/>
                              <a:cxnLst/>
                              <a:rect l="l" t="t" r="r" b="b"/>
                              <a:pathLst>
                                <a:path w="3521" h="3969" fill="none" extrusionOk="0">
                                  <a:moveTo>
                                    <a:pt x="0" y="1"/>
                                  </a:moveTo>
                                  <a:lnTo>
                                    <a:pt x="3520" y="39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84" name="Google Shape;5375;p68">
                          <a:extLst>
                            <a:ext uri="{FF2B5EF4-FFF2-40B4-BE49-F238E27FC236}">
                              <a16:creationId xmlns:a16="http://schemas.microsoft.com/office/drawing/2014/main" id="{D098653E-1A96-CDF5-39ED-70253759FD9D}"/>
                            </a:ext>
                          </a:extLst>
                        </p:cNvPr>
                        <p:cNvSpPr/>
                        <p:nvPr/>
                      </p:nvSpPr>
                      <p:spPr>
                        <a:xfrm>
                          <a:off x="4953924" y="3297081"/>
                          <a:ext cx="146053" cy="168122"/>
                        </a:xfrm>
                        <a:custGeom>
                          <a:avLst/>
                          <a:gdLst/>
                          <a:ahLst/>
                          <a:cxnLst/>
                          <a:rect l="l" t="t" r="r" b="b"/>
                          <a:pathLst>
                            <a:path w="18570" h="21376" fill="none" extrusionOk="0">
                              <a:moveTo>
                                <a:pt x="1" y="21376"/>
                              </a:moveTo>
                              <a:lnTo>
                                <a:pt x="1856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grpSp>
            <p:nvGrpSpPr>
              <p:cNvPr id="212" name="Google Shape;5376;p68">
                <a:extLst>
                  <a:ext uri="{FF2B5EF4-FFF2-40B4-BE49-F238E27FC236}">
                    <a16:creationId xmlns:a16="http://schemas.microsoft.com/office/drawing/2014/main" id="{36D2D49D-ADC9-E7D4-021F-1F1F3B868AC6}"/>
                  </a:ext>
                </a:extLst>
              </p:cNvPr>
              <p:cNvGrpSpPr/>
              <p:nvPr/>
            </p:nvGrpSpPr>
            <p:grpSpPr>
              <a:xfrm>
                <a:off x="4595437" y="3598775"/>
                <a:ext cx="37776" cy="32451"/>
                <a:chOff x="4595437" y="3598775"/>
                <a:chExt cx="37776" cy="32451"/>
              </a:xfrm>
            </p:grpSpPr>
            <p:sp>
              <p:nvSpPr>
                <p:cNvPr id="527" name="Google Shape;5377;p68">
                  <a:extLst>
                    <a:ext uri="{FF2B5EF4-FFF2-40B4-BE49-F238E27FC236}">
                      <a16:creationId xmlns:a16="http://schemas.microsoft.com/office/drawing/2014/main" id="{52274926-4285-D113-4F48-48D033B518A4}"/>
                    </a:ext>
                  </a:extLst>
                </p:cNvPr>
                <p:cNvSpPr/>
                <p:nvPr/>
              </p:nvSpPr>
              <p:spPr>
                <a:xfrm>
                  <a:off x="4595437" y="3598775"/>
                  <a:ext cx="37776" cy="32451"/>
                </a:xfrm>
                <a:custGeom>
                  <a:avLst/>
                  <a:gdLst/>
                  <a:ahLst/>
                  <a:cxnLst/>
                  <a:rect l="l" t="t" r="r" b="b"/>
                  <a:pathLst>
                    <a:path w="4803" h="4126" extrusionOk="0">
                      <a:moveTo>
                        <a:pt x="2730" y="0"/>
                      </a:moveTo>
                      <a:cubicBezTo>
                        <a:pt x="2226" y="0"/>
                        <a:pt x="1712" y="187"/>
                        <a:pt x="1295" y="605"/>
                      </a:cubicBezTo>
                      <a:cubicBezTo>
                        <a:pt x="0" y="1900"/>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378;p68">
                  <a:extLst>
                    <a:ext uri="{FF2B5EF4-FFF2-40B4-BE49-F238E27FC236}">
                      <a16:creationId xmlns:a16="http://schemas.microsoft.com/office/drawing/2014/main" id="{CDD77641-F49E-E1F3-03C9-F63F2588117B}"/>
                    </a:ext>
                  </a:extLst>
                </p:cNvPr>
                <p:cNvSpPr/>
                <p:nvPr/>
              </p:nvSpPr>
              <p:spPr>
                <a:xfrm>
                  <a:off x="4610561" y="3608480"/>
                  <a:ext cx="13040" cy="13040"/>
                </a:xfrm>
                <a:custGeom>
                  <a:avLst/>
                  <a:gdLst/>
                  <a:ahLst/>
                  <a:cxnLst/>
                  <a:rect l="l" t="t" r="r" b="b"/>
                  <a:pathLst>
                    <a:path w="1658" h="1658" extrusionOk="0">
                      <a:moveTo>
                        <a:pt x="835" y="0"/>
                      </a:moveTo>
                      <a:cubicBezTo>
                        <a:pt x="376" y="0"/>
                        <a:pt x="1" y="375"/>
                        <a:pt x="1" y="835"/>
                      </a:cubicBezTo>
                      <a:cubicBezTo>
                        <a:pt x="1" y="1283"/>
                        <a:pt x="376" y="1658"/>
                        <a:pt x="835" y="1658"/>
                      </a:cubicBezTo>
                      <a:cubicBezTo>
                        <a:pt x="1283" y="1658"/>
                        <a:pt x="1658" y="1283"/>
                        <a:pt x="1658" y="835"/>
                      </a:cubicBezTo>
                      <a:cubicBezTo>
                        <a:pt x="1658" y="375"/>
                        <a:pt x="1283"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 name="Google Shape;5379;p68">
                <a:extLst>
                  <a:ext uri="{FF2B5EF4-FFF2-40B4-BE49-F238E27FC236}">
                    <a16:creationId xmlns:a16="http://schemas.microsoft.com/office/drawing/2014/main" id="{0D65E817-DCF2-2923-DD7C-26BFD4F18737}"/>
                  </a:ext>
                </a:extLst>
              </p:cNvPr>
              <p:cNvGrpSpPr/>
              <p:nvPr/>
            </p:nvGrpSpPr>
            <p:grpSpPr>
              <a:xfrm>
                <a:off x="4641864" y="3524443"/>
                <a:ext cx="37776" cy="32380"/>
                <a:chOff x="4641864" y="3524443"/>
                <a:chExt cx="37776" cy="32380"/>
              </a:xfrm>
            </p:grpSpPr>
            <p:sp>
              <p:nvSpPr>
                <p:cNvPr id="525" name="Google Shape;5380;p68">
                  <a:extLst>
                    <a:ext uri="{FF2B5EF4-FFF2-40B4-BE49-F238E27FC236}">
                      <a16:creationId xmlns:a16="http://schemas.microsoft.com/office/drawing/2014/main" id="{94C71794-B2D5-003F-CCF9-0F4BAE5B8175}"/>
                    </a:ext>
                  </a:extLst>
                </p:cNvPr>
                <p:cNvSpPr/>
                <p:nvPr/>
              </p:nvSpPr>
              <p:spPr>
                <a:xfrm>
                  <a:off x="4641864" y="3524443"/>
                  <a:ext cx="37776" cy="32380"/>
                </a:xfrm>
                <a:custGeom>
                  <a:avLst/>
                  <a:gdLst/>
                  <a:ahLst/>
                  <a:cxnLst/>
                  <a:rect l="l" t="t" r="r" b="b"/>
                  <a:pathLst>
                    <a:path w="4803" h="4117" extrusionOk="0">
                      <a:moveTo>
                        <a:pt x="2737" y="1"/>
                      </a:moveTo>
                      <a:cubicBezTo>
                        <a:pt x="2231" y="1"/>
                        <a:pt x="1715" y="189"/>
                        <a:pt x="1295" y="609"/>
                      </a:cubicBezTo>
                      <a:cubicBezTo>
                        <a:pt x="0" y="1903"/>
                        <a:pt x="908" y="4117"/>
                        <a:pt x="2746"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381;p68">
                  <a:extLst>
                    <a:ext uri="{FF2B5EF4-FFF2-40B4-BE49-F238E27FC236}">
                      <a16:creationId xmlns:a16="http://schemas.microsoft.com/office/drawing/2014/main" id="{C150FDEC-B347-86CD-7CF1-7645172B91A4}"/>
                    </a:ext>
                  </a:extLst>
                </p:cNvPr>
                <p:cNvSpPr/>
                <p:nvPr/>
              </p:nvSpPr>
              <p:spPr>
                <a:xfrm>
                  <a:off x="4656988" y="3534077"/>
                  <a:ext cx="13048" cy="13040"/>
                </a:xfrm>
                <a:custGeom>
                  <a:avLst/>
                  <a:gdLst/>
                  <a:ahLst/>
                  <a:cxnLst/>
                  <a:rect l="l" t="t" r="r" b="b"/>
                  <a:pathLst>
                    <a:path w="1659" h="1658" extrusionOk="0">
                      <a:moveTo>
                        <a:pt x="823" y="1"/>
                      </a:moveTo>
                      <a:cubicBezTo>
                        <a:pt x="376" y="1"/>
                        <a:pt x="1" y="376"/>
                        <a:pt x="1" y="835"/>
                      </a:cubicBezTo>
                      <a:cubicBezTo>
                        <a:pt x="1" y="1295"/>
                        <a:pt x="376"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5382;p68">
                <a:extLst>
                  <a:ext uri="{FF2B5EF4-FFF2-40B4-BE49-F238E27FC236}">
                    <a16:creationId xmlns:a16="http://schemas.microsoft.com/office/drawing/2014/main" id="{6FD91C6A-66C3-36C5-FBBB-C06B27995113}"/>
                  </a:ext>
                </a:extLst>
              </p:cNvPr>
              <p:cNvGrpSpPr/>
              <p:nvPr/>
            </p:nvGrpSpPr>
            <p:grpSpPr>
              <a:xfrm>
                <a:off x="4648431" y="3893901"/>
                <a:ext cx="37776" cy="32357"/>
                <a:chOff x="4648431" y="3893901"/>
                <a:chExt cx="37776" cy="32357"/>
              </a:xfrm>
            </p:grpSpPr>
            <p:sp>
              <p:nvSpPr>
                <p:cNvPr id="523" name="Google Shape;5383;p68">
                  <a:extLst>
                    <a:ext uri="{FF2B5EF4-FFF2-40B4-BE49-F238E27FC236}">
                      <a16:creationId xmlns:a16="http://schemas.microsoft.com/office/drawing/2014/main" id="{B6F3E8DE-8FA0-33E8-E4AE-FB1A3EDD7E9F}"/>
                    </a:ext>
                  </a:extLst>
                </p:cNvPr>
                <p:cNvSpPr/>
                <p:nvPr/>
              </p:nvSpPr>
              <p:spPr>
                <a:xfrm>
                  <a:off x="4648431" y="3893901"/>
                  <a:ext cx="37776" cy="32357"/>
                </a:xfrm>
                <a:custGeom>
                  <a:avLst/>
                  <a:gdLst/>
                  <a:ahLst/>
                  <a:cxnLst/>
                  <a:rect l="l" t="t" r="r" b="b"/>
                  <a:pathLst>
                    <a:path w="4803" h="4114" extrusionOk="0">
                      <a:moveTo>
                        <a:pt x="2732" y="0"/>
                      </a:moveTo>
                      <a:cubicBezTo>
                        <a:pt x="2227" y="0"/>
                        <a:pt x="1713" y="187"/>
                        <a:pt x="1295" y="605"/>
                      </a:cubicBezTo>
                      <a:cubicBezTo>
                        <a:pt x="0" y="1900"/>
                        <a:pt x="920" y="4113"/>
                        <a:pt x="2746" y="4113"/>
                      </a:cubicBezTo>
                      <a:cubicBezTo>
                        <a:pt x="3883" y="4113"/>
                        <a:pt x="4803" y="3194"/>
                        <a:pt x="4803" y="2057"/>
                      </a:cubicBezTo>
                      <a:cubicBezTo>
                        <a:pt x="4803" y="821"/>
                        <a:pt x="3788"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384;p68">
                  <a:extLst>
                    <a:ext uri="{FF2B5EF4-FFF2-40B4-BE49-F238E27FC236}">
                      <a16:creationId xmlns:a16="http://schemas.microsoft.com/office/drawing/2014/main" id="{E238F5D0-1CB4-0811-8257-AAD74902DA59}"/>
                    </a:ext>
                  </a:extLst>
                </p:cNvPr>
                <p:cNvSpPr/>
                <p:nvPr/>
              </p:nvSpPr>
              <p:spPr>
                <a:xfrm>
                  <a:off x="4663556" y="3903606"/>
                  <a:ext cx="13040" cy="13040"/>
                </a:xfrm>
                <a:custGeom>
                  <a:avLst/>
                  <a:gdLst/>
                  <a:ahLst/>
                  <a:cxnLst/>
                  <a:rect l="l" t="t" r="r" b="b"/>
                  <a:pathLst>
                    <a:path w="1658" h="1658" extrusionOk="0">
                      <a:moveTo>
                        <a:pt x="823" y="0"/>
                      </a:moveTo>
                      <a:cubicBezTo>
                        <a:pt x="363" y="0"/>
                        <a:pt x="1" y="375"/>
                        <a:pt x="1" y="823"/>
                      </a:cubicBezTo>
                      <a:cubicBezTo>
                        <a:pt x="1" y="1283"/>
                        <a:pt x="363"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5385;p68">
                <a:extLst>
                  <a:ext uri="{FF2B5EF4-FFF2-40B4-BE49-F238E27FC236}">
                    <a16:creationId xmlns:a16="http://schemas.microsoft.com/office/drawing/2014/main" id="{74EA4C5D-E60A-6996-A897-F286A99E6E3C}"/>
                  </a:ext>
                </a:extLst>
              </p:cNvPr>
              <p:cNvGrpSpPr/>
              <p:nvPr/>
            </p:nvGrpSpPr>
            <p:grpSpPr>
              <a:xfrm>
                <a:off x="4567752" y="3722908"/>
                <a:ext cx="37870" cy="32380"/>
                <a:chOff x="4567752" y="3722908"/>
                <a:chExt cx="37870" cy="32380"/>
              </a:xfrm>
            </p:grpSpPr>
            <p:sp>
              <p:nvSpPr>
                <p:cNvPr id="521" name="Google Shape;5386;p68">
                  <a:extLst>
                    <a:ext uri="{FF2B5EF4-FFF2-40B4-BE49-F238E27FC236}">
                      <a16:creationId xmlns:a16="http://schemas.microsoft.com/office/drawing/2014/main" id="{32409176-12A5-6032-4ECE-D97B49BF5103}"/>
                    </a:ext>
                  </a:extLst>
                </p:cNvPr>
                <p:cNvSpPr/>
                <p:nvPr/>
              </p:nvSpPr>
              <p:spPr>
                <a:xfrm>
                  <a:off x="4567752" y="3722908"/>
                  <a:ext cx="37870" cy="32380"/>
                </a:xfrm>
                <a:custGeom>
                  <a:avLst/>
                  <a:gdLst/>
                  <a:ahLst/>
                  <a:cxnLst/>
                  <a:rect l="l" t="t" r="r" b="b"/>
                  <a:pathLst>
                    <a:path w="4815" h="4117" extrusionOk="0">
                      <a:moveTo>
                        <a:pt x="2749" y="1"/>
                      </a:moveTo>
                      <a:cubicBezTo>
                        <a:pt x="2243" y="1"/>
                        <a:pt x="1726" y="189"/>
                        <a:pt x="1307" y="609"/>
                      </a:cubicBezTo>
                      <a:cubicBezTo>
                        <a:pt x="0" y="1903"/>
                        <a:pt x="919" y="4117"/>
                        <a:pt x="2758" y="4117"/>
                      </a:cubicBezTo>
                      <a:cubicBezTo>
                        <a:pt x="3895" y="4117"/>
                        <a:pt x="4815" y="3197"/>
                        <a:pt x="4815" y="2060"/>
                      </a:cubicBezTo>
                      <a:cubicBezTo>
                        <a:pt x="4815" y="818"/>
                        <a:pt x="3804" y="1"/>
                        <a:pt x="274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387;p68">
                  <a:extLst>
                    <a:ext uri="{FF2B5EF4-FFF2-40B4-BE49-F238E27FC236}">
                      <a16:creationId xmlns:a16="http://schemas.microsoft.com/office/drawing/2014/main" id="{452530DE-CB10-F09B-EB3D-AD1EDFD8104D}"/>
                    </a:ext>
                  </a:extLst>
                </p:cNvPr>
                <p:cNvSpPr/>
                <p:nvPr/>
              </p:nvSpPr>
              <p:spPr>
                <a:xfrm>
                  <a:off x="4580690" y="3732543"/>
                  <a:ext cx="15227" cy="13064"/>
                </a:xfrm>
                <a:custGeom>
                  <a:avLst/>
                  <a:gdLst/>
                  <a:ahLst/>
                  <a:cxnLst/>
                  <a:rect l="l" t="t" r="r" b="b"/>
                  <a:pathLst>
                    <a:path w="1936" h="1661" extrusionOk="0">
                      <a:moveTo>
                        <a:pt x="1113" y="0"/>
                      </a:moveTo>
                      <a:cubicBezTo>
                        <a:pt x="375" y="0"/>
                        <a:pt x="0" y="896"/>
                        <a:pt x="520" y="1416"/>
                      </a:cubicBezTo>
                      <a:cubicBezTo>
                        <a:pt x="689" y="1585"/>
                        <a:pt x="898" y="1661"/>
                        <a:pt x="1103" y="1661"/>
                      </a:cubicBezTo>
                      <a:cubicBezTo>
                        <a:pt x="1528" y="1661"/>
                        <a:pt x="1936" y="1333"/>
                        <a:pt x="1936" y="835"/>
                      </a:cubicBezTo>
                      <a:cubicBezTo>
                        <a:pt x="1936" y="375"/>
                        <a:pt x="1573"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 name="Google Shape;5388;p68">
                <a:extLst>
                  <a:ext uri="{FF2B5EF4-FFF2-40B4-BE49-F238E27FC236}">
                    <a16:creationId xmlns:a16="http://schemas.microsoft.com/office/drawing/2014/main" id="{02123C8F-8E07-0A2B-7C83-91F99B677B43}"/>
                  </a:ext>
                </a:extLst>
              </p:cNvPr>
              <p:cNvGrpSpPr/>
              <p:nvPr/>
            </p:nvGrpSpPr>
            <p:grpSpPr>
              <a:xfrm>
                <a:off x="4617506" y="3652052"/>
                <a:ext cx="37783" cy="32357"/>
                <a:chOff x="4617506" y="3652052"/>
                <a:chExt cx="37783" cy="32357"/>
              </a:xfrm>
            </p:grpSpPr>
            <p:sp>
              <p:nvSpPr>
                <p:cNvPr id="519" name="Google Shape;5389;p68">
                  <a:extLst>
                    <a:ext uri="{FF2B5EF4-FFF2-40B4-BE49-F238E27FC236}">
                      <a16:creationId xmlns:a16="http://schemas.microsoft.com/office/drawing/2014/main" id="{F191F2B7-7A6D-C5B4-59D4-EE701BE4E137}"/>
                    </a:ext>
                  </a:extLst>
                </p:cNvPr>
                <p:cNvSpPr/>
                <p:nvPr/>
              </p:nvSpPr>
              <p:spPr>
                <a:xfrm>
                  <a:off x="4617506" y="3652052"/>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390;p68">
                  <a:extLst>
                    <a:ext uri="{FF2B5EF4-FFF2-40B4-BE49-F238E27FC236}">
                      <a16:creationId xmlns:a16="http://schemas.microsoft.com/office/drawing/2014/main" id="{17EC3CC9-3F75-4634-B095-E562B337912D}"/>
                    </a:ext>
                  </a:extLst>
                </p:cNvPr>
                <p:cNvSpPr/>
                <p:nvPr/>
              </p:nvSpPr>
              <p:spPr>
                <a:xfrm>
                  <a:off x="4632638" y="3661758"/>
                  <a:ext cx="13040" cy="13040"/>
                </a:xfrm>
                <a:custGeom>
                  <a:avLst/>
                  <a:gdLst/>
                  <a:ahLst/>
                  <a:cxnLst/>
                  <a:rect l="l" t="t" r="r" b="b"/>
                  <a:pathLst>
                    <a:path w="1658" h="1658" extrusionOk="0">
                      <a:moveTo>
                        <a:pt x="823" y="1"/>
                      </a:moveTo>
                      <a:cubicBezTo>
                        <a:pt x="363" y="1"/>
                        <a:pt x="0" y="363"/>
                        <a:pt x="0" y="823"/>
                      </a:cubicBezTo>
                      <a:cubicBezTo>
                        <a:pt x="0" y="1283"/>
                        <a:pt x="363" y="1658"/>
                        <a:pt x="823" y="1658"/>
                      </a:cubicBezTo>
                      <a:cubicBezTo>
                        <a:pt x="1282" y="1658"/>
                        <a:pt x="1657" y="1283"/>
                        <a:pt x="1657" y="823"/>
                      </a:cubicBezTo>
                      <a:cubicBezTo>
                        <a:pt x="1657" y="363"/>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 name="Google Shape;5391;p68">
                <a:extLst>
                  <a:ext uri="{FF2B5EF4-FFF2-40B4-BE49-F238E27FC236}">
                    <a16:creationId xmlns:a16="http://schemas.microsoft.com/office/drawing/2014/main" id="{706B5C8F-D9B6-3354-9ECF-FA704ACF0A27}"/>
                  </a:ext>
                </a:extLst>
              </p:cNvPr>
              <p:cNvGrpSpPr/>
              <p:nvPr/>
            </p:nvGrpSpPr>
            <p:grpSpPr>
              <a:xfrm>
                <a:off x="4739005" y="3554149"/>
                <a:ext cx="37870" cy="32357"/>
                <a:chOff x="4739005" y="3554149"/>
                <a:chExt cx="37870" cy="32357"/>
              </a:xfrm>
            </p:grpSpPr>
            <p:sp>
              <p:nvSpPr>
                <p:cNvPr id="517" name="Google Shape;5392;p68">
                  <a:extLst>
                    <a:ext uri="{FF2B5EF4-FFF2-40B4-BE49-F238E27FC236}">
                      <a16:creationId xmlns:a16="http://schemas.microsoft.com/office/drawing/2014/main" id="{D35B80E7-93F5-B1BC-9C73-FDA9854F7800}"/>
                    </a:ext>
                  </a:extLst>
                </p:cNvPr>
                <p:cNvSpPr/>
                <p:nvPr/>
              </p:nvSpPr>
              <p:spPr>
                <a:xfrm>
                  <a:off x="4739005" y="3554149"/>
                  <a:ext cx="37870" cy="32357"/>
                </a:xfrm>
                <a:custGeom>
                  <a:avLst/>
                  <a:gdLst/>
                  <a:ahLst/>
                  <a:cxnLst/>
                  <a:rect l="l" t="t" r="r" b="b"/>
                  <a:pathLst>
                    <a:path w="4815" h="4114" extrusionOk="0">
                      <a:moveTo>
                        <a:pt x="2744" y="1"/>
                      </a:moveTo>
                      <a:cubicBezTo>
                        <a:pt x="2239" y="1"/>
                        <a:pt x="1725" y="188"/>
                        <a:pt x="1307" y="606"/>
                      </a:cubicBezTo>
                      <a:cubicBezTo>
                        <a:pt x="0" y="1900"/>
                        <a:pt x="920" y="4114"/>
                        <a:pt x="2758" y="4114"/>
                      </a:cubicBezTo>
                      <a:cubicBezTo>
                        <a:pt x="3895" y="4114"/>
                        <a:pt x="4815" y="3195"/>
                        <a:pt x="4815" y="2058"/>
                      </a:cubicBezTo>
                      <a:cubicBezTo>
                        <a:pt x="4815" y="821"/>
                        <a:pt x="3801" y="1"/>
                        <a:pt x="274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393;p68">
                  <a:extLst>
                    <a:ext uri="{FF2B5EF4-FFF2-40B4-BE49-F238E27FC236}">
                      <a16:creationId xmlns:a16="http://schemas.microsoft.com/office/drawing/2014/main" id="{E9353D77-128E-70A0-9A24-5000CA8B8700}"/>
                    </a:ext>
                  </a:extLst>
                </p:cNvPr>
                <p:cNvSpPr/>
                <p:nvPr/>
              </p:nvSpPr>
              <p:spPr>
                <a:xfrm>
                  <a:off x="4751943" y="3563854"/>
                  <a:ext cx="15227" cy="13048"/>
                </a:xfrm>
                <a:custGeom>
                  <a:avLst/>
                  <a:gdLst/>
                  <a:ahLst/>
                  <a:cxnLst/>
                  <a:rect l="l" t="t" r="r" b="b"/>
                  <a:pathLst>
                    <a:path w="1936" h="1659" extrusionOk="0">
                      <a:moveTo>
                        <a:pt x="1113" y="1"/>
                      </a:moveTo>
                      <a:cubicBezTo>
                        <a:pt x="375" y="1"/>
                        <a:pt x="0" y="896"/>
                        <a:pt x="521" y="1416"/>
                      </a:cubicBezTo>
                      <a:cubicBezTo>
                        <a:pt x="692" y="1583"/>
                        <a:pt x="899" y="1658"/>
                        <a:pt x="1101" y="1658"/>
                      </a:cubicBezTo>
                      <a:cubicBezTo>
                        <a:pt x="1529" y="1658"/>
                        <a:pt x="1936" y="1324"/>
                        <a:pt x="1936" y="824"/>
                      </a:cubicBezTo>
                      <a:cubicBezTo>
                        <a:pt x="1936" y="364"/>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 name="Google Shape;5394;p68">
                <a:extLst>
                  <a:ext uri="{FF2B5EF4-FFF2-40B4-BE49-F238E27FC236}">
                    <a16:creationId xmlns:a16="http://schemas.microsoft.com/office/drawing/2014/main" id="{44C12A76-2FFC-7BD9-1E7E-6344B3CD1744}"/>
                  </a:ext>
                </a:extLst>
              </p:cNvPr>
              <p:cNvGrpSpPr/>
              <p:nvPr/>
            </p:nvGrpSpPr>
            <p:grpSpPr>
              <a:xfrm>
                <a:off x="4806557" y="3630258"/>
                <a:ext cx="37776" cy="32364"/>
                <a:chOff x="4806557" y="3630258"/>
                <a:chExt cx="37776" cy="32364"/>
              </a:xfrm>
            </p:grpSpPr>
            <p:sp>
              <p:nvSpPr>
                <p:cNvPr id="515" name="Google Shape;5395;p68">
                  <a:extLst>
                    <a:ext uri="{FF2B5EF4-FFF2-40B4-BE49-F238E27FC236}">
                      <a16:creationId xmlns:a16="http://schemas.microsoft.com/office/drawing/2014/main" id="{24FDA81C-7F3C-95FB-CECC-9EB3F27F3249}"/>
                    </a:ext>
                  </a:extLst>
                </p:cNvPr>
                <p:cNvSpPr/>
                <p:nvPr/>
              </p:nvSpPr>
              <p:spPr>
                <a:xfrm>
                  <a:off x="4806557" y="3630258"/>
                  <a:ext cx="37776" cy="32364"/>
                </a:xfrm>
                <a:custGeom>
                  <a:avLst/>
                  <a:gdLst/>
                  <a:ahLst/>
                  <a:cxnLst/>
                  <a:rect l="l" t="t" r="r" b="b"/>
                  <a:pathLst>
                    <a:path w="4803" h="4115" extrusionOk="0">
                      <a:moveTo>
                        <a:pt x="2732" y="1"/>
                      </a:moveTo>
                      <a:cubicBezTo>
                        <a:pt x="2227" y="1"/>
                        <a:pt x="1713" y="188"/>
                        <a:pt x="1294" y="606"/>
                      </a:cubicBezTo>
                      <a:cubicBezTo>
                        <a:pt x="0" y="1901"/>
                        <a:pt x="907" y="4114"/>
                        <a:pt x="2746" y="4114"/>
                      </a:cubicBezTo>
                      <a:cubicBezTo>
                        <a:pt x="3883" y="4114"/>
                        <a:pt x="4802" y="3195"/>
                        <a:pt x="4802" y="2058"/>
                      </a:cubicBezTo>
                      <a:cubicBezTo>
                        <a:pt x="4802" y="822"/>
                        <a:pt x="3788"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396;p68">
                  <a:extLst>
                    <a:ext uri="{FF2B5EF4-FFF2-40B4-BE49-F238E27FC236}">
                      <a16:creationId xmlns:a16="http://schemas.microsoft.com/office/drawing/2014/main" id="{1BDCF75D-ADD4-5E93-FDF0-47388042F65B}"/>
                    </a:ext>
                  </a:extLst>
                </p:cNvPr>
                <p:cNvSpPr/>
                <p:nvPr/>
              </p:nvSpPr>
              <p:spPr>
                <a:xfrm>
                  <a:off x="4819495" y="3639972"/>
                  <a:ext cx="15227" cy="13040"/>
                </a:xfrm>
                <a:custGeom>
                  <a:avLst/>
                  <a:gdLst/>
                  <a:ahLst/>
                  <a:cxnLst/>
                  <a:rect l="l" t="t" r="r" b="b"/>
                  <a:pathLst>
                    <a:path w="1936" h="1658" extrusionOk="0">
                      <a:moveTo>
                        <a:pt x="1113" y="0"/>
                      </a:moveTo>
                      <a:cubicBezTo>
                        <a:pt x="363" y="0"/>
                        <a:pt x="0" y="896"/>
                        <a:pt x="520" y="1416"/>
                      </a:cubicBezTo>
                      <a:cubicBezTo>
                        <a:pt x="687" y="1583"/>
                        <a:pt x="893" y="1657"/>
                        <a:pt x="1096" y="1657"/>
                      </a:cubicBezTo>
                      <a:cubicBezTo>
                        <a:pt x="1523" y="1657"/>
                        <a:pt x="1936" y="1324"/>
                        <a:pt x="1936" y="823"/>
                      </a:cubicBezTo>
                      <a:cubicBezTo>
                        <a:pt x="1936" y="363"/>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5397;p68">
                <a:extLst>
                  <a:ext uri="{FF2B5EF4-FFF2-40B4-BE49-F238E27FC236}">
                    <a16:creationId xmlns:a16="http://schemas.microsoft.com/office/drawing/2014/main" id="{70C517C3-49F7-B30E-CA0F-377321D2B1B4}"/>
                  </a:ext>
                </a:extLst>
              </p:cNvPr>
              <p:cNvGrpSpPr/>
              <p:nvPr/>
            </p:nvGrpSpPr>
            <p:grpSpPr>
              <a:xfrm>
                <a:off x="4737007" y="4004357"/>
                <a:ext cx="37870" cy="32357"/>
                <a:chOff x="4737007" y="4004357"/>
                <a:chExt cx="37870" cy="32357"/>
              </a:xfrm>
            </p:grpSpPr>
            <p:sp>
              <p:nvSpPr>
                <p:cNvPr id="513" name="Google Shape;5398;p68">
                  <a:extLst>
                    <a:ext uri="{FF2B5EF4-FFF2-40B4-BE49-F238E27FC236}">
                      <a16:creationId xmlns:a16="http://schemas.microsoft.com/office/drawing/2014/main" id="{4B27E406-991F-99B2-3EF6-081D1EEB6F6B}"/>
                    </a:ext>
                  </a:extLst>
                </p:cNvPr>
                <p:cNvSpPr/>
                <p:nvPr/>
              </p:nvSpPr>
              <p:spPr>
                <a:xfrm>
                  <a:off x="4737007" y="4004357"/>
                  <a:ext cx="37870" cy="32357"/>
                </a:xfrm>
                <a:custGeom>
                  <a:avLst/>
                  <a:gdLst/>
                  <a:ahLst/>
                  <a:cxnLst/>
                  <a:rect l="l" t="t" r="r" b="b"/>
                  <a:pathLst>
                    <a:path w="4815" h="4114" extrusionOk="0">
                      <a:moveTo>
                        <a:pt x="2740" y="0"/>
                      </a:moveTo>
                      <a:cubicBezTo>
                        <a:pt x="2234" y="0"/>
                        <a:pt x="1717" y="187"/>
                        <a:pt x="1295" y="606"/>
                      </a:cubicBezTo>
                      <a:cubicBezTo>
                        <a:pt x="0" y="1900"/>
                        <a:pt x="920" y="4114"/>
                        <a:pt x="2758" y="4114"/>
                      </a:cubicBezTo>
                      <a:cubicBezTo>
                        <a:pt x="3895" y="4114"/>
                        <a:pt x="4803" y="3194"/>
                        <a:pt x="4815" y="2057"/>
                      </a:cubicBezTo>
                      <a:cubicBezTo>
                        <a:pt x="4815" y="821"/>
                        <a:pt x="3801" y="0"/>
                        <a:pt x="274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399;p68">
                  <a:extLst>
                    <a:ext uri="{FF2B5EF4-FFF2-40B4-BE49-F238E27FC236}">
                      <a16:creationId xmlns:a16="http://schemas.microsoft.com/office/drawing/2014/main" id="{68F38F4A-648A-10F0-A034-0BB135FF4C40}"/>
                    </a:ext>
                  </a:extLst>
                </p:cNvPr>
                <p:cNvSpPr/>
                <p:nvPr/>
              </p:nvSpPr>
              <p:spPr>
                <a:xfrm>
                  <a:off x="4752131" y="4014062"/>
                  <a:ext cx="13040" cy="13048"/>
                </a:xfrm>
                <a:custGeom>
                  <a:avLst/>
                  <a:gdLst/>
                  <a:ahLst/>
                  <a:cxnLst/>
                  <a:rect l="l" t="t" r="r" b="b"/>
                  <a:pathLst>
                    <a:path w="1658" h="1659" extrusionOk="0">
                      <a:moveTo>
                        <a:pt x="835" y="1"/>
                      </a:moveTo>
                      <a:cubicBezTo>
                        <a:pt x="376" y="1"/>
                        <a:pt x="1" y="364"/>
                        <a:pt x="1" y="823"/>
                      </a:cubicBezTo>
                      <a:cubicBezTo>
                        <a:pt x="1" y="1283"/>
                        <a:pt x="376" y="1658"/>
                        <a:pt x="835" y="1658"/>
                      </a:cubicBezTo>
                      <a:cubicBezTo>
                        <a:pt x="1295" y="1658"/>
                        <a:pt x="1658" y="1283"/>
                        <a:pt x="1658" y="823"/>
                      </a:cubicBezTo>
                      <a:cubicBezTo>
                        <a:pt x="1658" y="364"/>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 name="Google Shape;5400;p68">
                <a:extLst>
                  <a:ext uri="{FF2B5EF4-FFF2-40B4-BE49-F238E27FC236}">
                    <a16:creationId xmlns:a16="http://schemas.microsoft.com/office/drawing/2014/main" id="{DB5C45CA-436B-77E8-EB80-394D4A298036}"/>
                  </a:ext>
                </a:extLst>
              </p:cNvPr>
              <p:cNvGrpSpPr/>
              <p:nvPr/>
            </p:nvGrpSpPr>
            <p:grpSpPr>
              <a:xfrm>
                <a:off x="4773634" y="4208627"/>
                <a:ext cx="37776" cy="32357"/>
                <a:chOff x="4773634" y="4208627"/>
                <a:chExt cx="37776" cy="32357"/>
              </a:xfrm>
            </p:grpSpPr>
            <p:sp>
              <p:nvSpPr>
                <p:cNvPr id="511" name="Google Shape;5401;p68">
                  <a:extLst>
                    <a:ext uri="{FF2B5EF4-FFF2-40B4-BE49-F238E27FC236}">
                      <a16:creationId xmlns:a16="http://schemas.microsoft.com/office/drawing/2014/main" id="{7DF454C3-48ED-87B7-34FB-CD8BAE27D8BD}"/>
                    </a:ext>
                  </a:extLst>
                </p:cNvPr>
                <p:cNvSpPr/>
                <p:nvPr/>
              </p:nvSpPr>
              <p:spPr>
                <a:xfrm>
                  <a:off x="4773634" y="4208627"/>
                  <a:ext cx="37776" cy="32357"/>
                </a:xfrm>
                <a:custGeom>
                  <a:avLst/>
                  <a:gdLst/>
                  <a:ahLst/>
                  <a:cxnLst/>
                  <a:rect l="l" t="t" r="r" b="b"/>
                  <a:pathLst>
                    <a:path w="4803" h="4114" extrusionOk="0">
                      <a:moveTo>
                        <a:pt x="2732" y="0"/>
                      </a:moveTo>
                      <a:cubicBezTo>
                        <a:pt x="2227" y="0"/>
                        <a:pt x="1713" y="187"/>
                        <a:pt x="1295" y="605"/>
                      </a:cubicBezTo>
                      <a:cubicBezTo>
                        <a:pt x="1" y="1900"/>
                        <a:pt x="920" y="4114"/>
                        <a:pt x="2746"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402;p68">
                  <a:extLst>
                    <a:ext uri="{FF2B5EF4-FFF2-40B4-BE49-F238E27FC236}">
                      <a16:creationId xmlns:a16="http://schemas.microsoft.com/office/drawing/2014/main" id="{A144C654-617F-7971-CE2C-25A69A6C0495}"/>
                    </a:ext>
                  </a:extLst>
                </p:cNvPr>
                <p:cNvSpPr/>
                <p:nvPr/>
              </p:nvSpPr>
              <p:spPr>
                <a:xfrm>
                  <a:off x="4788664" y="4218332"/>
                  <a:ext cx="13048" cy="13040"/>
                </a:xfrm>
                <a:custGeom>
                  <a:avLst/>
                  <a:gdLst/>
                  <a:ahLst/>
                  <a:cxnLst/>
                  <a:rect l="l" t="t" r="r" b="b"/>
                  <a:pathLst>
                    <a:path w="1659"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5403;p68">
                <a:extLst>
                  <a:ext uri="{FF2B5EF4-FFF2-40B4-BE49-F238E27FC236}">
                    <a16:creationId xmlns:a16="http://schemas.microsoft.com/office/drawing/2014/main" id="{A484CC05-9B2B-114E-74CB-34D3DF43ABE3}"/>
                  </a:ext>
                </a:extLst>
              </p:cNvPr>
              <p:cNvGrpSpPr/>
              <p:nvPr/>
            </p:nvGrpSpPr>
            <p:grpSpPr>
              <a:xfrm>
                <a:off x="4888282" y="4074764"/>
                <a:ext cx="37776" cy="32451"/>
                <a:chOff x="4888282" y="4074764"/>
                <a:chExt cx="37776" cy="32451"/>
              </a:xfrm>
            </p:grpSpPr>
            <p:sp>
              <p:nvSpPr>
                <p:cNvPr id="509" name="Google Shape;5404;p68">
                  <a:extLst>
                    <a:ext uri="{FF2B5EF4-FFF2-40B4-BE49-F238E27FC236}">
                      <a16:creationId xmlns:a16="http://schemas.microsoft.com/office/drawing/2014/main" id="{FB9144A5-A08A-09F7-423B-16606BAA157F}"/>
                    </a:ext>
                  </a:extLst>
                </p:cNvPr>
                <p:cNvSpPr/>
                <p:nvPr/>
              </p:nvSpPr>
              <p:spPr>
                <a:xfrm>
                  <a:off x="4888282" y="4074764"/>
                  <a:ext cx="37776" cy="32451"/>
                </a:xfrm>
                <a:custGeom>
                  <a:avLst/>
                  <a:gdLst/>
                  <a:ahLst/>
                  <a:cxnLst/>
                  <a:rect l="l" t="t" r="r" b="b"/>
                  <a:pathLst>
                    <a:path w="4803" h="4126" extrusionOk="0">
                      <a:moveTo>
                        <a:pt x="2730" y="0"/>
                      </a:moveTo>
                      <a:cubicBezTo>
                        <a:pt x="2226" y="0"/>
                        <a:pt x="1712" y="187"/>
                        <a:pt x="1294" y="605"/>
                      </a:cubicBezTo>
                      <a:cubicBezTo>
                        <a:pt x="0" y="1912"/>
                        <a:pt x="919" y="4125"/>
                        <a:pt x="2746" y="4125"/>
                      </a:cubicBezTo>
                      <a:cubicBezTo>
                        <a:pt x="3883" y="4125"/>
                        <a:pt x="4803" y="3206"/>
                        <a:pt x="4803" y="2069"/>
                      </a:cubicBezTo>
                      <a:cubicBezTo>
                        <a:pt x="4803" y="824"/>
                        <a:pt x="3787"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405;p68">
                  <a:extLst>
                    <a:ext uri="{FF2B5EF4-FFF2-40B4-BE49-F238E27FC236}">
                      <a16:creationId xmlns:a16="http://schemas.microsoft.com/office/drawing/2014/main" id="{7A8DED34-3610-70DB-6D91-E0A8A3B066C0}"/>
                    </a:ext>
                  </a:extLst>
                </p:cNvPr>
                <p:cNvSpPr/>
                <p:nvPr/>
              </p:nvSpPr>
              <p:spPr>
                <a:xfrm>
                  <a:off x="4901220" y="4084470"/>
                  <a:ext cx="15227" cy="13064"/>
                </a:xfrm>
                <a:custGeom>
                  <a:avLst/>
                  <a:gdLst/>
                  <a:ahLst/>
                  <a:cxnLst/>
                  <a:rect l="l" t="t" r="r" b="b"/>
                  <a:pathLst>
                    <a:path w="1936" h="1661" extrusionOk="0">
                      <a:moveTo>
                        <a:pt x="1101" y="0"/>
                      </a:moveTo>
                      <a:cubicBezTo>
                        <a:pt x="363" y="0"/>
                        <a:pt x="0" y="896"/>
                        <a:pt x="520" y="1416"/>
                      </a:cubicBezTo>
                      <a:cubicBezTo>
                        <a:pt x="689" y="1585"/>
                        <a:pt x="898" y="1660"/>
                        <a:pt x="1103" y="1660"/>
                      </a:cubicBezTo>
                      <a:cubicBezTo>
                        <a:pt x="1528" y="1660"/>
                        <a:pt x="1936" y="1333"/>
                        <a:pt x="1936" y="835"/>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 name="Google Shape;5406;p68">
                <a:extLst>
                  <a:ext uri="{FF2B5EF4-FFF2-40B4-BE49-F238E27FC236}">
                    <a16:creationId xmlns:a16="http://schemas.microsoft.com/office/drawing/2014/main" id="{0C97B16B-B523-7F16-A36D-BD6E7230B9D4}"/>
                  </a:ext>
                </a:extLst>
              </p:cNvPr>
              <p:cNvGrpSpPr/>
              <p:nvPr/>
            </p:nvGrpSpPr>
            <p:grpSpPr>
              <a:xfrm>
                <a:off x="4901315" y="3804271"/>
                <a:ext cx="37776" cy="32364"/>
                <a:chOff x="4901315" y="3804271"/>
                <a:chExt cx="37776" cy="32364"/>
              </a:xfrm>
            </p:grpSpPr>
            <p:sp>
              <p:nvSpPr>
                <p:cNvPr id="507" name="Google Shape;5407;p68">
                  <a:extLst>
                    <a:ext uri="{FF2B5EF4-FFF2-40B4-BE49-F238E27FC236}">
                      <a16:creationId xmlns:a16="http://schemas.microsoft.com/office/drawing/2014/main" id="{4C8929D7-5D18-3D17-C088-ACFBFD5EEA00}"/>
                    </a:ext>
                  </a:extLst>
                </p:cNvPr>
                <p:cNvSpPr/>
                <p:nvPr/>
              </p:nvSpPr>
              <p:spPr>
                <a:xfrm>
                  <a:off x="4901315" y="3804271"/>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408;p68">
                  <a:extLst>
                    <a:ext uri="{FF2B5EF4-FFF2-40B4-BE49-F238E27FC236}">
                      <a16:creationId xmlns:a16="http://schemas.microsoft.com/office/drawing/2014/main" id="{2D0FE4C9-ADB1-4415-C8AD-11E08192690E}"/>
                    </a:ext>
                  </a:extLst>
                </p:cNvPr>
                <p:cNvSpPr/>
                <p:nvPr/>
              </p:nvSpPr>
              <p:spPr>
                <a:xfrm>
                  <a:off x="4914253" y="3813985"/>
                  <a:ext cx="15235" cy="13040"/>
                </a:xfrm>
                <a:custGeom>
                  <a:avLst/>
                  <a:gdLst/>
                  <a:ahLst/>
                  <a:cxnLst/>
                  <a:rect l="l" t="t" r="r" b="b"/>
                  <a:pathLst>
                    <a:path w="1937" h="1658" extrusionOk="0">
                      <a:moveTo>
                        <a:pt x="1101" y="0"/>
                      </a:moveTo>
                      <a:cubicBezTo>
                        <a:pt x="363"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5409;p68">
                <a:extLst>
                  <a:ext uri="{FF2B5EF4-FFF2-40B4-BE49-F238E27FC236}">
                    <a16:creationId xmlns:a16="http://schemas.microsoft.com/office/drawing/2014/main" id="{D4B0624B-2060-9693-192B-5AA090BC09FB}"/>
                  </a:ext>
                </a:extLst>
              </p:cNvPr>
              <p:cNvGrpSpPr/>
              <p:nvPr/>
            </p:nvGrpSpPr>
            <p:grpSpPr>
              <a:xfrm>
                <a:off x="4866394" y="3715035"/>
                <a:ext cx="37846" cy="32357"/>
                <a:chOff x="4866394" y="3715035"/>
                <a:chExt cx="37846" cy="32357"/>
              </a:xfrm>
            </p:grpSpPr>
            <p:sp>
              <p:nvSpPr>
                <p:cNvPr id="505" name="Google Shape;5410;p68">
                  <a:extLst>
                    <a:ext uri="{FF2B5EF4-FFF2-40B4-BE49-F238E27FC236}">
                      <a16:creationId xmlns:a16="http://schemas.microsoft.com/office/drawing/2014/main" id="{2313B132-D4B0-F4AB-4809-615386EBEC9B}"/>
                    </a:ext>
                  </a:extLst>
                </p:cNvPr>
                <p:cNvSpPr/>
                <p:nvPr/>
              </p:nvSpPr>
              <p:spPr>
                <a:xfrm>
                  <a:off x="4866394" y="3715035"/>
                  <a:ext cx="37846" cy="32357"/>
                </a:xfrm>
                <a:custGeom>
                  <a:avLst/>
                  <a:gdLst/>
                  <a:ahLst/>
                  <a:cxnLst/>
                  <a:rect l="l" t="t" r="r" b="b"/>
                  <a:pathLst>
                    <a:path w="4812" h="4114" extrusionOk="0">
                      <a:moveTo>
                        <a:pt x="2735" y="0"/>
                      </a:moveTo>
                      <a:cubicBezTo>
                        <a:pt x="2229" y="0"/>
                        <a:pt x="1714" y="187"/>
                        <a:pt x="1295" y="606"/>
                      </a:cubicBezTo>
                      <a:cubicBezTo>
                        <a:pt x="1" y="1900"/>
                        <a:pt x="920" y="4114"/>
                        <a:pt x="2747" y="4114"/>
                      </a:cubicBezTo>
                      <a:cubicBezTo>
                        <a:pt x="3884" y="4114"/>
                        <a:pt x="4803" y="3194"/>
                        <a:pt x="4803" y="2057"/>
                      </a:cubicBezTo>
                      <a:cubicBezTo>
                        <a:pt x="4811" y="821"/>
                        <a:pt x="3794" y="0"/>
                        <a:pt x="273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411;p68">
                  <a:extLst>
                    <a:ext uri="{FF2B5EF4-FFF2-40B4-BE49-F238E27FC236}">
                      <a16:creationId xmlns:a16="http://schemas.microsoft.com/office/drawing/2014/main" id="{3A6ABEDA-C7E4-2905-FF69-F06DC6F858E2}"/>
                    </a:ext>
                  </a:extLst>
                </p:cNvPr>
                <p:cNvSpPr/>
                <p:nvPr/>
              </p:nvSpPr>
              <p:spPr>
                <a:xfrm>
                  <a:off x="4879340" y="3724646"/>
                  <a:ext cx="15227" cy="13103"/>
                </a:xfrm>
                <a:custGeom>
                  <a:avLst/>
                  <a:gdLst/>
                  <a:ahLst/>
                  <a:cxnLst/>
                  <a:rect l="l" t="t" r="r" b="b"/>
                  <a:pathLst>
                    <a:path w="1936" h="1666" extrusionOk="0">
                      <a:moveTo>
                        <a:pt x="1101" y="0"/>
                      </a:moveTo>
                      <a:cubicBezTo>
                        <a:pt x="363" y="0"/>
                        <a:pt x="0" y="896"/>
                        <a:pt x="520" y="1416"/>
                      </a:cubicBezTo>
                      <a:cubicBezTo>
                        <a:pt x="689" y="1589"/>
                        <a:pt x="898" y="1666"/>
                        <a:pt x="1103" y="1666"/>
                      </a:cubicBezTo>
                      <a:cubicBezTo>
                        <a:pt x="1528" y="1666"/>
                        <a:pt x="1936" y="1333"/>
                        <a:pt x="1936" y="835"/>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 name="Google Shape;5412;p68">
                <a:extLst>
                  <a:ext uri="{FF2B5EF4-FFF2-40B4-BE49-F238E27FC236}">
                    <a16:creationId xmlns:a16="http://schemas.microsoft.com/office/drawing/2014/main" id="{F7A5546C-E07F-6D71-4B52-D9C4A4E79D72}"/>
                  </a:ext>
                </a:extLst>
              </p:cNvPr>
              <p:cNvGrpSpPr/>
              <p:nvPr/>
            </p:nvGrpSpPr>
            <p:grpSpPr>
              <a:xfrm>
                <a:off x="4979233" y="3839798"/>
                <a:ext cx="37878" cy="32420"/>
                <a:chOff x="4979233" y="3839798"/>
                <a:chExt cx="37878" cy="32420"/>
              </a:xfrm>
            </p:grpSpPr>
            <p:sp>
              <p:nvSpPr>
                <p:cNvPr id="503" name="Google Shape;5413;p68">
                  <a:extLst>
                    <a:ext uri="{FF2B5EF4-FFF2-40B4-BE49-F238E27FC236}">
                      <a16:creationId xmlns:a16="http://schemas.microsoft.com/office/drawing/2014/main" id="{C70D5DCD-3CC3-578B-5765-E8D1F389F4E4}"/>
                    </a:ext>
                  </a:extLst>
                </p:cNvPr>
                <p:cNvSpPr/>
                <p:nvPr/>
              </p:nvSpPr>
              <p:spPr>
                <a:xfrm>
                  <a:off x="4979233" y="3839798"/>
                  <a:ext cx="37878" cy="32420"/>
                </a:xfrm>
                <a:custGeom>
                  <a:avLst/>
                  <a:gdLst/>
                  <a:ahLst/>
                  <a:cxnLst/>
                  <a:rect l="l" t="t" r="r" b="b"/>
                  <a:pathLst>
                    <a:path w="4816" h="4122" extrusionOk="0">
                      <a:moveTo>
                        <a:pt x="2738" y="0"/>
                      </a:moveTo>
                      <a:cubicBezTo>
                        <a:pt x="2231" y="0"/>
                        <a:pt x="1715" y="190"/>
                        <a:pt x="1295" y="613"/>
                      </a:cubicBezTo>
                      <a:cubicBezTo>
                        <a:pt x="1" y="1908"/>
                        <a:pt x="920" y="4122"/>
                        <a:pt x="2759" y="4122"/>
                      </a:cubicBezTo>
                      <a:cubicBezTo>
                        <a:pt x="3884" y="4122"/>
                        <a:pt x="4803" y="3202"/>
                        <a:pt x="4815" y="2065"/>
                      </a:cubicBezTo>
                      <a:cubicBezTo>
                        <a:pt x="4807" y="823"/>
                        <a:pt x="3794"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414;p68">
                  <a:extLst>
                    <a:ext uri="{FF2B5EF4-FFF2-40B4-BE49-F238E27FC236}">
                      <a16:creationId xmlns:a16="http://schemas.microsoft.com/office/drawing/2014/main" id="{1C825F7C-70FE-3892-A846-D4A9A76CDA5F}"/>
                    </a:ext>
                  </a:extLst>
                </p:cNvPr>
                <p:cNvSpPr/>
                <p:nvPr/>
              </p:nvSpPr>
              <p:spPr>
                <a:xfrm>
                  <a:off x="4994366" y="384947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 name="Google Shape;5415;p68">
                <a:extLst>
                  <a:ext uri="{FF2B5EF4-FFF2-40B4-BE49-F238E27FC236}">
                    <a16:creationId xmlns:a16="http://schemas.microsoft.com/office/drawing/2014/main" id="{5E39D57D-684C-8B1E-A35B-0402D57274BA}"/>
                  </a:ext>
                </a:extLst>
              </p:cNvPr>
              <p:cNvGrpSpPr/>
              <p:nvPr/>
            </p:nvGrpSpPr>
            <p:grpSpPr>
              <a:xfrm>
                <a:off x="4790662" y="3679147"/>
                <a:ext cx="37783" cy="32380"/>
                <a:chOff x="4790662" y="3679147"/>
                <a:chExt cx="37783" cy="32380"/>
              </a:xfrm>
            </p:grpSpPr>
            <p:sp>
              <p:nvSpPr>
                <p:cNvPr id="501" name="Google Shape;5416;p68">
                  <a:extLst>
                    <a:ext uri="{FF2B5EF4-FFF2-40B4-BE49-F238E27FC236}">
                      <a16:creationId xmlns:a16="http://schemas.microsoft.com/office/drawing/2014/main" id="{ED664BCB-0AD7-8A3C-F5B6-E183FCDED46A}"/>
                    </a:ext>
                  </a:extLst>
                </p:cNvPr>
                <p:cNvSpPr/>
                <p:nvPr/>
              </p:nvSpPr>
              <p:spPr>
                <a:xfrm>
                  <a:off x="4790662" y="3679147"/>
                  <a:ext cx="37783" cy="32380"/>
                </a:xfrm>
                <a:custGeom>
                  <a:avLst/>
                  <a:gdLst/>
                  <a:ahLst/>
                  <a:cxnLst/>
                  <a:rect l="l" t="t" r="r" b="b"/>
                  <a:pathLst>
                    <a:path w="4804" h="4117" extrusionOk="0">
                      <a:moveTo>
                        <a:pt x="2738" y="0"/>
                      </a:moveTo>
                      <a:cubicBezTo>
                        <a:pt x="2231" y="0"/>
                        <a:pt x="1715" y="188"/>
                        <a:pt x="1295" y="608"/>
                      </a:cubicBezTo>
                      <a:cubicBezTo>
                        <a:pt x="1" y="1902"/>
                        <a:pt x="908" y="4116"/>
                        <a:pt x="2747" y="4116"/>
                      </a:cubicBezTo>
                      <a:cubicBezTo>
                        <a:pt x="3884" y="4116"/>
                        <a:pt x="4803" y="3197"/>
                        <a:pt x="4803" y="2060"/>
                      </a:cubicBezTo>
                      <a:cubicBezTo>
                        <a:pt x="4803" y="817"/>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417;p68">
                  <a:extLst>
                    <a:ext uri="{FF2B5EF4-FFF2-40B4-BE49-F238E27FC236}">
                      <a16:creationId xmlns:a16="http://schemas.microsoft.com/office/drawing/2014/main" id="{A0A89642-3DC8-55A1-0E6D-2BFBEEBEF492}"/>
                    </a:ext>
                  </a:extLst>
                </p:cNvPr>
                <p:cNvSpPr/>
                <p:nvPr/>
              </p:nvSpPr>
              <p:spPr>
                <a:xfrm>
                  <a:off x="4803506" y="3688774"/>
                  <a:ext cx="15235" cy="13072"/>
                </a:xfrm>
                <a:custGeom>
                  <a:avLst/>
                  <a:gdLst/>
                  <a:ahLst/>
                  <a:cxnLst/>
                  <a:rect l="l" t="t" r="r" b="b"/>
                  <a:pathLst>
                    <a:path w="1937" h="1662" extrusionOk="0">
                      <a:moveTo>
                        <a:pt x="1114" y="1"/>
                      </a:moveTo>
                      <a:cubicBezTo>
                        <a:pt x="376" y="1"/>
                        <a:pt x="1" y="896"/>
                        <a:pt x="521" y="1416"/>
                      </a:cubicBezTo>
                      <a:cubicBezTo>
                        <a:pt x="694" y="1585"/>
                        <a:pt x="904" y="1661"/>
                        <a:pt x="1109" y="1661"/>
                      </a:cubicBezTo>
                      <a:cubicBezTo>
                        <a:pt x="1534" y="1661"/>
                        <a:pt x="1936" y="1334"/>
                        <a:pt x="1936" y="836"/>
                      </a:cubicBezTo>
                      <a:cubicBezTo>
                        <a:pt x="1936" y="376"/>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 name="Google Shape;5418;p68">
                <a:extLst>
                  <a:ext uri="{FF2B5EF4-FFF2-40B4-BE49-F238E27FC236}">
                    <a16:creationId xmlns:a16="http://schemas.microsoft.com/office/drawing/2014/main" id="{0FEF0100-6475-5FB9-1905-E9BC6656DD04}"/>
                  </a:ext>
                </a:extLst>
              </p:cNvPr>
              <p:cNvGrpSpPr/>
              <p:nvPr/>
            </p:nvGrpSpPr>
            <p:grpSpPr>
              <a:xfrm>
                <a:off x="4857263" y="3557861"/>
                <a:ext cx="37776" cy="32357"/>
                <a:chOff x="4857263" y="3557861"/>
                <a:chExt cx="37776" cy="32357"/>
              </a:xfrm>
            </p:grpSpPr>
            <p:sp>
              <p:nvSpPr>
                <p:cNvPr id="499" name="Google Shape;5419;p68">
                  <a:extLst>
                    <a:ext uri="{FF2B5EF4-FFF2-40B4-BE49-F238E27FC236}">
                      <a16:creationId xmlns:a16="http://schemas.microsoft.com/office/drawing/2014/main" id="{CC9F8DB8-6B11-9C17-EA1C-B98E62C389C7}"/>
                    </a:ext>
                  </a:extLst>
                </p:cNvPr>
                <p:cNvSpPr/>
                <p:nvPr/>
              </p:nvSpPr>
              <p:spPr>
                <a:xfrm>
                  <a:off x="4857263" y="3557861"/>
                  <a:ext cx="37776" cy="32357"/>
                </a:xfrm>
                <a:custGeom>
                  <a:avLst/>
                  <a:gdLst/>
                  <a:ahLst/>
                  <a:cxnLst/>
                  <a:rect l="l" t="t" r="r" b="b"/>
                  <a:pathLst>
                    <a:path w="4803" h="4114" extrusionOk="0">
                      <a:moveTo>
                        <a:pt x="2732" y="0"/>
                      </a:moveTo>
                      <a:cubicBezTo>
                        <a:pt x="2228" y="0"/>
                        <a:pt x="1713" y="187"/>
                        <a:pt x="1295" y="606"/>
                      </a:cubicBezTo>
                      <a:cubicBezTo>
                        <a:pt x="1" y="1900"/>
                        <a:pt x="908"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420;p68">
                  <a:extLst>
                    <a:ext uri="{FF2B5EF4-FFF2-40B4-BE49-F238E27FC236}">
                      <a16:creationId xmlns:a16="http://schemas.microsoft.com/office/drawing/2014/main" id="{D3D1DDD5-8FAA-D216-9A70-B2259CE7A565}"/>
                    </a:ext>
                  </a:extLst>
                </p:cNvPr>
                <p:cNvSpPr/>
                <p:nvPr/>
              </p:nvSpPr>
              <p:spPr>
                <a:xfrm>
                  <a:off x="4870106" y="3567566"/>
                  <a:ext cx="15329" cy="13040"/>
                </a:xfrm>
                <a:custGeom>
                  <a:avLst/>
                  <a:gdLst/>
                  <a:ahLst/>
                  <a:cxnLst/>
                  <a:rect l="l" t="t" r="r" b="b"/>
                  <a:pathLst>
                    <a:path w="1949" h="1658" extrusionOk="0">
                      <a:moveTo>
                        <a:pt x="1114" y="1"/>
                      </a:moveTo>
                      <a:cubicBezTo>
                        <a:pt x="376" y="1"/>
                        <a:pt x="1" y="896"/>
                        <a:pt x="533" y="1416"/>
                      </a:cubicBezTo>
                      <a:cubicBezTo>
                        <a:pt x="700" y="1583"/>
                        <a:pt x="905" y="1658"/>
                        <a:pt x="1105" y="1658"/>
                      </a:cubicBezTo>
                      <a:cubicBezTo>
                        <a:pt x="1529" y="1658"/>
                        <a:pt x="1936" y="1324"/>
                        <a:pt x="1936" y="823"/>
                      </a:cubicBezTo>
                      <a:cubicBezTo>
                        <a:pt x="1948" y="364"/>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 name="Google Shape;5421;p68">
                <a:extLst>
                  <a:ext uri="{FF2B5EF4-FFF2-40B4-BE49-F238E27FC236}">
                    <a16:creationId xmlns:a16="http://schemas.microsoft.com/office/drawing/2014/main" id="{545302AC-B7C2-6F99-F3D6-05C2968C006B}"/>
                  </a:ext>
                </a:extLst>
              </p:cNvPr>
              <p:cNvGrpSpPr/>
              <p:nvPr/>
            </p:nvGrpSpPr>
            <p:grpSpPr>
              <a:xfrm>
                <a:off x="4883902" y="3648033"/>
                <a:ext cx="37783" cy="32380"/>
                <a:chOff x="4883902" y="3648033"/>
                <a:chExt cx="37783" cy="32380"/>
              </a:xfrm>
            </p:grpSpPr>
            <p:sp>
              <p:nvSpPr>
                <p:cNvPr id="497" name="Google Shape;5422;p68">
                  <a:extLst>
                    <a:ext uri="{FF2B5EF4-FFF2-40B4-BE49-F238E27FC236}">
                      <a16:creationId xmlns:a16="http://schemas.microsoft.com/office/drawing/2014/main" id="{513B73F2-1024-AAE1-2781-A1A850893427}"/>
                    </a:ext>
                  </a:extLst>
                </p:cNvPr>
                <p:cNvSpPr/>
                <p:nvPr/>
              </p:nvSpPr>
              <p:spPr>
                <a:xfrm>
                  <a:off x="4883902" y="3648033"/>
                  <a:ext cx="37783" cy="32380"/>
                </a:xfrm>
                <a:custGeom>
                  <a:avLst/>
                  <a:gdLst/>
                  <a:ahLst/>
                  <a:cxnLst/>
                  <a:rect l="l" t="t" r="r" b="b"/>
                  <a:pathLst>
                    <a:path w="4804" h="4117" extrusionOk="0">
                      <a:moveTo>
                        <a:pt x="2731" y="0"/>
                      </a:moveTo>
                      <a:cubicBezTo>
                        <a:pt x="2226" y="0"/>
                        <a:pt x="1711" y="188"/>
                        <a:pt x="1295" y="608"/>
                      </a:cubicBezTo>
                      <a:cubicBezTo>
                        <a:pt x="1" y="1903"/>
                        <a:pt x="920" y="4104"/>
                        <a:pt x="2747" y="4116"/>
                      </a:cubicBezTo>
                      <a:cubicBezTo>
                        <a:pt x="3884" y="4104"/>
                        <a:pt x="4803" y="3185"/>
                        <a:pt x="4803" y="2048"/>
                      </a:cubicBezTo>
                      <a:cubicBezTo>
                        <a:pt x="4795" y="814"/>
                        <a:pt x="3783" y="0"/>
                        <a:pt x="27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5423;p68">
                  <a:extLst>
                    <a:ext uri="{FF2B5EF4-FFF2-40B4-BE49-F238E27FC236}">
                      <a16:creationId xmlns:a16="http://schemas.microsoft.com/office/drawing/2014/main" id="{AF8FEC7A-7B8C-543F-4963-A636A6A0ACA5}"/>
                    </a:ext>
                  </a:extLst>
                </p:cNvPr>
                <p:cNvSpPr/>
                <p:nvPr/>
              </p:nvSpPr>
              <p:spPr>
                <a:xfrm>
                  <a:off x="4896745" y="3657668"/>
                  <a:ext cx="15329" cy="13009"/>
                </a:xfrm>
                <a:custGeom>
                  <a:avLst/>
                  <a:gdLst/>
                  <a:ahLst/>
                  <a:cxnLst/>
                  <a:rect l="l" t="t" r="r" b="b"/>
                  <a:pathLst>
                    <a:path w="1949" h="1654" extrusionOk="0">
                      <a:moveTo>
                        <a:pt x="1114" y="0"/>
                      </a:moveTo>
                      <a:cubicBezTo>
                        <a:pt x="376" y="0"/>
                        <a:pt x="1" y="883"/>
                        <a:pt x="533" y="1404"/>
                      </a:cubicBezTo>
                      <a:cubicBezTo>
                        <a:pt x="702" y="1577"/>
                        <a:pt x="911" y="1654"/>
                        <a:pt x="1115" y="1654"/>
                      </a:cubicBezTo>
                      <a:cubicBezTo>
                        <a:pt x="1541" y="1654"/>
                        <a:pt x="1948" y="1321"/>
                        <a:pt x="1948" y="823"/>
                      </a:cubicBezTo>
                      <a:cubicBezTo>
                        <a:pt x="1948" y="363"/>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5424;p68">
                <a:extLst>
                  <a:ext uri="{FF2B5EF4-FFF2-40B4-BE49-F238E27FC236}">
                    <a16:creationId xmlns:a16="http://schemas.microsoft.com/office/drawing/2014/main" id="{DE64FC19-1339-DC3E-EA1C-A40361D85CDC}"/>
                  </a:ext>
                </a:extLst>
              </p:cNvPr>
              <p:cNvGrpSpPr/>
              <p:nvPr/>
            </p:nvGrpSpPr>
            <p:grpSpPr>
              <a:xfrm>
                <a:off x="4907780" y="3347220"/>
                <a:ext cx="37878" cy="32357"/>
                <a:chOff x="4907780" y="3347220"/>
                <a:chExt cx="37878" cy="32357"/>
              </a:xfrm>
            </p:grpSpPr>
            <p:sp>
              <p:nvSpPr>
                <p:cNvPr id="495" name="Google Shape;5425;p68">
                  <a:extLst>
                    <a:ext uri="{FF2B5EF4-FFF2-40B4-BE49-F238E27FC236}">
                      <a16:creationId xmlns:a16="http://schemas.microsoft.com/office/drawing/2014/main" id="{B8797375-AF02-E8B9-C49C-A28B46CAD7F7}"/>
                    </a:ext>
                  </a:extLst>
                </p:cNvPr>
                <p:cNvSpPr/>
                <p:nvPr/>
              </p:nvSpPr>
              <p:spPr>
                <a:xfrm>
                  <a:off x="4907780" y="3347220"/>
                  <a:ext cx="37878" cy="32357"/>
                </a:xfrm>
                <a:custGeom>
                  <a:avLst/>
                  <a:gdLst/>
                  <a:ahLst/>
                  <a:cxnLst/>
                  <a:rect l="l" t="t" r="r" b="b"/>
                  <a:pathLst>
                    <a:path w="4816" h="4114" extrusionOk="0">
                      <a:moveTo>
                        <a:pt x="2733" y="0"/>
                      </a:moveTo>
                      <a:cubicBezTo>
                        <a:pt x="2228" y="0"/>
                        <a:pt x="1714" y="187"/>
                        <a:pt x="1295" y="606"/>
                      </a:cubicBezTo>
                      <a:cubicBezTo>
                        <a:pt x="1" y="1900"/>
                        <a:pt x="920" y="4114"/>
                        <a:pt x="2759" y="4114"/>
                      </a:cubicBezTo>
                      <a:cubicBezTo>
                        <a:pt x="3884" y="4114"/>
                        <a:pt x="4803" y="3194"/>
                        <a:pt x="4815" y="2057"/>
                      </a:cubicBezTo>
                      <a:cubicBezTo>
                        <a:pt x="4807" y="821"/>
                        <a:pt x="3791" y="0"/>
                        <a:pt x="273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5426;p68">
                  <a:extLst>
                    <a:ext uri="{FF2B5EF4-FFF2-40B4-BE49-F238E27FC236}">
                      <a16:creationId xmlns:a16="http://schemas.microsoft.com/office/drawing/2014/main" id="{99C9DA85-E0CA-B883-A150-CA5D2D06AE5C}"/>
                    </a:ext>
                  </a:extLst>
                </p:cNvPr>
                <p:cNvSpPr/>
                <p:nvPr/>
              </p:nvSpPr>
              <p:spPr>
                <a:xfrm>
                  <a:off x="4922912" y="3356926"/>
                  <a:ext cx="13040" cy="13040"/>
                </a:xfrm>
                <a:custGeom>
                  <a:avLst/>
                  <a:gdLst/>
                  <a:ahLst/>
                  <a:cxnLst/>
                  <a:rect l="l" t="t" r="r" b="b"/>
                  <a:pathLst>
                    <a:path w="1658" h="1658" extrusionOk="0">
                      <a:moveTo>
                        <a:pt x="835" y="1"/>
                      </a:moveTo>
                      <a:cubicBezTo>
                        <a:pt x="375" y="1"/>
                        <a:pt x="0" y="363"/>
                        <a:pt x="0" y="823"/>
                      </a:cubicBezTo>
                      <a:cubicBezTo>
                        <a:pt x="0" y="1283"/>
                        <a:pt x="375" y="1658"/>
                        <a:pt x="835" y="1658"/>
                      </a:cubicBezTo>
                      <a:cubicBezTo>
                        <a:pt x="1283" y="1658"/>
                        <a:pt x="1658" y="1283"/>
                        <a:pt x="1658" y="823"/>
                      </a:cubicBezTo>
                      <a:cubicBezTo>
                        <a:pt x="1658" y="363"/>
                        <a:pt x="1283"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5427;p68">
                <a:extLst>
                  <a:ext uri="{FF2B5EF4-FFF2-40B4-BE49-F238E27FC236}">
                    <a16:creationId xmlns:a16="http://schemas.microsoft.com/office/drawing/2014/main" id="{0F69F03A-06C2-7607-4595-D97316AB2A53}"/>
                  </a:ext>
                </a:extLst>
              </p:cNvPr>
              <p:cNvGrpSpPr/>
              <p:nvPr/>
            </p:nvGrpSpPr>
            <p:grpSpPr>
              <a:xfrm>
                <a:off x="5065048" y="3738150"/>
                <a:ext cx="37783" cy="32364"/>
                <a:chOff x="5065048" y="3738150"/>
                <a:chExt cx="37783" cy="32364"/>
              </a:xfrm>
            </p:grpSpPr>
            <p:sp>
              <p:nvSpPr>
                <p:cNvPr id="493" name="Google Shape;5428;p68">
                  <a:extLst>
                    <a:ext uri="{FF2B5EF4-FFF2-40B4-BE49-F238E27FC236}">
                      <a16:creationId xmlns:a16="http://schemas.microsoft.com/office/drawing/2014/main" id="{E9B6233B-EA82-F809-ABFC-E1C2FCC80F11}"/>
                    </a:ext>
                  </a:extLst>
                </p:cNvPr>
                <p:cNvSpPr/>
                <p:nvPr/>
              </p:nvSpPr>
              <p:spPr>
                <a:xfrm>
                  <a:off x="5065048" y="3738150"/>
                  <a:ext cx="37783" cy="32364"/>
                </a:xfrm>
                <a:custGeom>
                  <a:avLst/>
                  <a:gdLst/>
                  <a:ahLst/>
                  <a:cxnLst/>
                  <a:rect l="l" t="t" r="r" b="b"/>
                  <a:pathLst>
                    <a:path w="4804" h="4115"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5429;p68">
                  <a:extLst>
                    <a:ext uri="{FF2B5EF4-FFF2-40B4-BE49-F238E27FC236}">
                      <a16:creationId xmlns:a16="http://schemas.microsoft.com/office/drawing/2014/main" id="{69C51DE4-7764-739B-4F4E-0E65D49B5A26}"/>
                    </a:ext>
                  </a:extLst>
                </p:cNvPr>
                <p:cNvSpPr/>
                <p:nvPr/>
              </p:nvSpPr>
              <p:spPr>
                <a:xfrm>
                  <a:off x="5077994" y="3747761"/>
                  <a:ext cx="15227" cy="13072"/>
                </a:xfrm>
                <a:custGeom>
                  <a:avLst/>
                  <a:gdLst/>
                  <a:ahLst/>
                  <a:cxnLst/>
                  <a:rect l="l" t="t" r="r" b="b"/>
                  <a:pathLst>
                    <a:path w="1936" h="1662" extrusionOk="0">
                      <a:moveTo>
                        <a:pt x="1101" y="1"/>
                      </a:moveTo>
                      <a:cubicBezTo>
                        <a:pt x="363" y="1"/>
                        <a:pt x="0" y="896"/>
                        <a:pt x="520" y="1416"/>
                      </a:cubicBezTo>
                      <a:cubicBezTo>
                        <a:pt x="689" y="1585"/>
                        <a:pt x="898" y="1661"/>
                        <a:pt x="1102" y="1661"/>
                      </a:cubicBezTo>
                      <a:cubicBezTo>
                        <a:pt x="1528" y="1661"/>
                        <a:pt x="1936" y="1334"/>
                        <a:pt x="1936" y="836"/>
                      </a:cubicBezTo>
                      <a:cubicBezTo>
                        <a:pt x="1936" y="376"/>
                        <a:pt x="1561" y="1"/>
                        <a:pt x="110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 name="Google Shape;5430;p68">
                <a:extLst>
                  <a:ext uri="{FF2B5EF4-FFF2-40B4-BE49-F238E27FC236}">
                    <a16:creationId xmlns:a16="http://schemas.microsoft.com/office/drawing/2014/main" id="{29E64933-DFD5-0023-DC18-C612E6435FF8}"/>
                  </a:ext>
                </a:extLst>
              </p:cNvPr>
              <p:cNvGrpSpPr/>
              <p:nvPr/>
            </p:nvGrpSpPr>
            <p:grpSpPr>
              <a:xfrm>
                <a:off x="5071616" y="3284615"/>
                <a:ext cx="37783" cy="32357"/>
                <a:chOff x="5071616" y="3284615"/>
                <a:chExt cx="37783" cy="32357"/>
              </a:xfrm>
            </p:grpSpPr>
            <p:sp>
              <p:nvSpPr>
                <p:cNvPr id="491" name="Google Shape;5431;p68">
                  <a:extLst>
                    <a:ext uri="{FF2B5EF4-FFF2-40B4-BE49-F238E27FC236}">
                      <a16:creationId xmlns:a16="http://schemas.microsoft.com/office/drawing/2014/main" id="{9FE0EF3F-9DFA-41A4-508F-1451E9ADD828}"/>
                    </a:ext>
                  </a:extLst>
                </p:cNvPr>
                <p:cNvSpPr/>
                <p:nvPr/>
              </p:nvSpPr>
              <p:spPr>
                <a:xfrm>
                  <a:off x="5071616" y="3284615"/>
                  <a:ext cx="37783" cy="32357"/>
                </a:xfrm>
                <a:custGeom>
                  <a:avLst/>
                  <a:gdLst/>
                  <a:ahLst/>
                  <a:cxnLst/>
                  <a:rect l="l" t="t" r="r" b="b"/>
                  <a:pathLst>
                    <a:path w="4804" h="4114" extrusionOk="0">
                      <a:moveTo>
                        <a:pt x="2732" y="0"/>
                      </a:moveTo>
                      <a:cubicBezTo>
                        <a:pt x="2228" y="0"/>
                        <a:pt x="1713" y="188"/>
                        <a:pt x="1295" y="606"/>
                      </a:cubicBezTo>
                      <a:cubicBezTo>
                        <a:pt x="1" y="1900"/>
                        <a:pt x="908" y="4114"/>
                        <a:pt x="2747" y="4114"/>
                      </a:cubicBezTo>
                      <a:cubicBezTo>
                        <a:pt x="3872" y="4114"/>
                        <a:pt x="4791"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5432;p68">
                  <a:extLst>
                    <a:ext uri="{FF2B5EF4-FFF2-40B4-BE49-F238E27FC236}">
                      <a16:creationId xmlns:a16="http://schemas.microsoft.com/office/drawing/2014/main" id="{E4CEA678-EFA5-674F-0B03-56C0F5D79363}"/>
                    </a:ext>
                  </a:extLst>
                </p:cNvPr>
                <p:cNvSpPr/>
                <p:nvPr/>
              </p:nvSpPr>
              <p:spPr>
                <a:xfrm>
                  <a:off x="5086646" y="3294320"/>
                  <a:ext cx="13048" cy="13048"/>
                </a:xfrm>
                <a:custGeom>
                  <a:avLst/>
                  <a:gdLst/>
                  <a:ahLst/>
                  <a:cxnLst/>
                  <a:rect l="l" t="t" r="r" b="b"/>
                  <a:pathLst>
                    <a:path w="1659" h="1659" extrusionOk="0">
                      <a:moveTo>
                        <a:pt x="836" y="1"/>
                      </a:moveTo>
                      <a:cubicBezTo>
                        <a:pt x="376" y="1"/>
                        <a:pt x="1" y="364"/>
                        <a:pt x="1" y="823"/>
                      </a:cubicBezTo>
                      <a:cubicBezTo>
                        <a:pt x="1" y="1283"/>
                        <a:pt x="376" y="1658"/>
                        <a:pt x="836" y="1658"/>
                      </a:cubicBezTo>
                      <a:cubicBezTo>
                        <a:pt x="1283" y="1658"/>
                        <a:pt x="1658" y="1283"/>
                        <a:pt x="1658" y="823"/>
                      </a:cubicBezTo>
                      <a:cubicBezTo>
                        <a:pt x="1658" y="364"/>
                        <a:pt x="1283" y="1"/>
                        <a:pt x="83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 name="Google Shape;5433;p68">
                <a:extLst>
                  <a:ext uri="{FF2B5EF4-FFF2-40B4-BE49-F238E27FC236}">
                    <a16:creationId xmlns:a16="http://schemas.microsoft.com/office/drawing/2014/main" id="{8886CBD0-A46B-F62D-A0FA-EC61A39C31DD}"/>
                  </a:ext>
                </a:extLst>
              </p:cNvPr>
              <p:cNvGrpSpPr/>
              <p:nvPr/>
            </p:nvGrpSpPr>
            <p:grpSpPr>
              <a:xfrm>
                <a:off x="5389291" y="3759921"/>
                <a:ext cx="37783" cy="32380"/>
                <a:chOff x="5389291" y="3759921"/>
                <a:chExt cx="37783" cy="32380"/>
              </a:xfrm>
            </p:grpSpPr>
            <p:sp>
              <p:nvSpPr>
                <p:cNvPr id="489" name="Google Shape;5434;p68">
                  <a:extLst>
                    <a:ext uri="{FF2B5EF4-FFF2-40B4-BE49-F238E27FC236}">
                      <a16:creationId xmlns:a16="http://schemas.microsoft.com/office/drawing/2014/main" id="{16D8B163-24C7-4879-F821-CFF9961BA7AA}"/>
                    </a:ext>
                  </a:extLst>
                </p:cNvPr>
                <p:cNvSpPr/>
                <p:nvPr/>
              </p:nvSpPr>
              <p:spPr>
                <a:xfrm>
                  <a:off x="5389291" y="3759921"/>
                  <a:ext cx="37783" cy="32380"/>
                </a:xfrm>
                <a:custGeom>
                  <a:avLst/>
                  <a:gdLst/>
                  <a:ahLst/>
                  <a:cxnLst/>
                  <a:rect l="l" t="t" r="r" b="b"/>
                  <a:pathLst>
                    <a:path w="4804" h="4117" extrusionOk="0">
                      <a:moveTo>
                        <a:pt x="2738" y="0"/>
                      </a:moveTo>
                      <a:cubicBezTo>
                        <a:pt x="2231" y="0"/>
                        <a:pt x="1715" y="188"/>
                        <a:pt x="1295" y="608"/>
                      </a:cubicBezTo>
                      <a:cubicBezTo>
                        <a:pt x="1" y="1903"/>
                        <a:pt x="920" y="4116"/>
                        <a:pt x="2747" y="4116"/>
                      </a:cubicBezTo>
                      <a:cubicBezTo>
                        <a:pt x="3884" y="4116"/>
                        <a:pt x="4803" y="3197"/>
                        <a:pt x="4803" y="2060"/>
                      </a:cubicBezTo>
                      <a:cubicBezTo>
                        <a:pt x="4803" y="817"/>
                        <a:pt x="3792"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5435;p68">
                  <a:extLst>
                    <a:ext uri="{FF2B5EF4-FFF2-40B4-BE49-F238E27FC236}">
                      <a16:creationId xmlns:a16="http://schemas.microsoft.com/office/drawing/2014/main" id="{11EB84CF-E473-7004-A96C-4380244C94DD}"/>
                    </a:ext>
                  </a:extLst>
                </p:cNvPr>
                <p:cNvSpPr/>
                <p:nvPr/>
              </p:nvSpPr>
              <p:spPr>
                <a:xfrm>
                  <a:off x="5402229" y="3769555"/>
                  <a:ext cx="15235" cy="13064"/>
                </a:xfrm>
                <a:custGeom>
                  <a:avLst/>
                  <a:gdLst/>
                  <a:ahLst/>
                  <a:cxnLst/>
                  <a:rect l="l" t="t" r="r" b="b"/>
                  <a:pathLst>
                    <a:path w="1937" h="1661" extrusionOk="0">
                      <a:moveTo>
                        <a:pt x="1114" y="0"/>
                      </a:moveTo>
                      <a:cubicBezTo>
                        <a:pt x="364" y="0"/>
                        <a:pt x="1" y="895"/>
                        <a:pt x="521" y="1415"/>
                      </a:cubicBezTo>
                      <a:cubicBezTo>
                        <a:pt x="690" y="1584"/>
                        <a:pt x="899" y="1660"/>
                        <a:pt x="1103" y="1660"/>
                      </a:cubicBezTo>
                      <a:cubicBezTo>
                        <a:pt x="1528" y="1660"/>
                        <a:pt x="1936" y="1333"/>
                        <a:pt x="1936" y="835"/>
                      </a:cubicBezTo>
                      <a:cubicBezTo>
                        <a:pt x="1936" y="375"/>
                        <a:pt x="1561"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 name="Google Shape;5436;p68">
                <a:extLst>
                  <a:ext uri="{FF2B5EF4-FFF2-40B4-BE49-F238E27FC236}">
                    <a16:creationId xmlns:a16="http://schemas.microsoft.com/office/drawing/2014/main" id="{78EE2F38-1CA9-4542-3B22-65719F284A16}"/>
                  </a:ext>
                </a:extLst>
              </p:cNvPr>
              <p:cNvGrpSpPr/>
              <p:nvPr/>
            </p:nvGrpSpPr>
            <p:grpSpPr>
              <a:xfrm>
                <a:off x="5431534" y="3632932"/>
                <a:ext cx="37878" cy="32451"/>
                <a:chOff x="5431534" y="3632932"/>
                <a:chExt cx="37878" cy="32451"/>
              </a:xfrm>
            </p:grpSpPr>
            <p:sp>
              <p:nvSpPr>
                <p:cNvPr id="487" name="Google Shape;5437;p68">
                  <a:extLst>
                    <a:ext uri="{FF2B5EF4-FFF2-40B4-BE49-F238E27FC236}">
                      <a16:creationId xmlns:a16="http://schemas.microsoft.com/office/drawing/2014/main" id="{08B433A6-19BB-7679-CB0B-791592753CA9}"/>
                    </a:ext>
                  </a:extLst>
                </p:cNvPr>
                <p:cNvSpPr/>
                <p:nvPr/>
              </p:nvSpPr>
              <p:spPr>
                <a:xfrm>
                  <a:off x="5431534" y="3632932"/>
                  <a:ext cx="37878" cy="32451"/>
                </a:xfrm>
                <a:custGeom>
                  <a:avLst/>
                  <a:gdLst/>
                  <a:ahLst/>
                  <a:cxnLst/>
                  <a:rect l="l" t="t" r="r" b="b"/>
                  <a:pathLst>
                    <a:path w="4816" h="4126" extrusionOk="0">
                      <a:moveTo>
                        <a:pt x="2734" y="0"/>
                      </a:moveTo>
                      <a:cubicBezTo>
                        <a:pt x="2228" y="0"/>
                        <a:pt x="1713" y="187"/>
                        <a:pt x="1295" y="605"/>
                      </a:cubicBezTo>
                      <a:cubicBezTo>
                        <a:pt x="1" y="1899"/>
                        <a:pt x="920" y="4125"/>
                        <a:pt x="2759" y="4125"/>
                      </a:cubicBezTo>
                      <a:cubicBezTo>
                        <a:pt x="3896" y="4113"/>
                        <a:pt x="4815" y="3194"/>
                        <a:pt x="4815" y="2069"/>
                      </a:cubicBezTo>
                      <a:cubicBezTo>
                        <a:pt x="4815" y="824"/>
                        <a:pt x="3795" y="0"/>
                        <a:pt x="273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5438;p68">
                  <a:extLst>
                    <a:ext uri="{FF2B5EF4-FFF2-40B4-BE49-F238E27FC236}">
                      <a16:creationId xmlns:a16="http://schemas.microsoft.com/office/drawing/2014/main" id="{ABFC1EF5-9587-D4B9-3DC4-F9D0E21434D5}"/>
                    </a:ext>
                  </a:extLst>
                </p:cNvPr>
                <p:cNvSpPr/>
                <p:nvPr/>
              </p:nvSpPr>
              <p:spPr>
                <a:xfrm>
                  <a:off x="5444472" y="3642638"/>
                  <a:ext cx="15235" cy="13064"/>
                </a:xfrm>
                <a:custGeom>
                  <a:avLst/>
                  <a:gdLst/>
                  <a:ahLst/>
                  <a:cxnLst/>
                  <a:rect l="l" t="t" r="r" b="b"/>
                  <a:pathLst>
                    <a:path w="1937" h="1661" extrusionOk="0">
                      <a:moveTo>
                        <a:pt x="1114" y="0"/>
                      </a:moveTo>
                      <a:cubicBezTo>
                        <a:pt x="376" y="0"/>
                        <a:pt x="1" y="895"/>
                        <a:pt x="521" y="1415"/>
                      </a:cubicBezTo>
                      <a:cubicBezTo>
                        <a:pt x="690" y="1584"/>
                        <a:pt x="899" y="1660"/>
                        <a:pt x="1103" y="1660"/>
                      </a:cubicBezTo>
                      <a:cubicBezTo>
                        <a:pt x="1528" y="1660"/>
                        <a:pt x="1936" y="1333"/>
                        <a:pt x="1936" y="835"/>
                      </a:cubicBezTo>
                      <a:cubicBezTo>
                        <a:pt x="1936" y="375"/>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 name="Google Shape;5439;p68">
                <a:extLst>
                  <a:ext uri="{FF2B5EF4-FFF2-40B4-BE49-F238E27FC236}">
                    <a16:creationId xmlns:a16="http://schemas.microsoft.com/office/drawing/2014/main" id="{28518104-1DCD-CCC2-C1AF-4E39B426985E}"/>
                  </a:ext>
                </a:extLst>
              </p:cNvPr>
              <p:cNvGrpSpPr/>
              <p:nvPr/>
            </p:nvGrpSpPr>
            <p:grpSpPr>
              <a:xfrm>
                <a:off x="5540755" y="3544829"/>
                <a:ext cx="37783" cy="32357"/>
                <a:chOff x="5540755" y="3544829"/>
                <a:chExt cx="37783" cy="32357"/>
              </a:xfrm>
            </p:grpSpPr>
            <p:sp>
              <p:nvSpPr>
                <p:cNvPr id="485" name="Google Shape;5440;p68">
                  <a:extLst>
                    <a:ext uri="{FF2B5EF4-FFF2-40B4-BE49-F238E27FC236}">
                      <a16:creationId xmlns:a16="http://schemas.microsoft.com/office/drawing/2014/main" id="{EFA5A2B5-2ABE-375A-4223-94F580423029}"/>
                    </a:ext>
                  </a:extLst>
                </p:cNvPr>
                <p:cNvSpPr/>
                <p:nvPr/>
              </p:nvSpPr>
              <p:spPr>
                <a:xfrm>
                  <a:off x="5540755" y="3544829"/>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5441;p68">
                  <a:extLst>
                    <a:ext uri="{FF2B5EF4-FFF2-40B4-BE49-F238E27FC236}">
                      <a16:creationId xmlns:a16="http://schemas.microsoft.com/office/drawing/2014/main" id="{B7C1401D-0857-DB42-0A5D-55B5EE821D2E}"/>
                    </a:ext>
                  </a:extLst>
                </p:cNvPr>
                <p:cNvSpPr/>
                <p:nvPr/>
              </p:nvSpPr>
              <p:spPr>
                <a:xfrm>
                  <a:off x="5553693" y="3554534"/>
                  <a:ext cx="15235" cy="13040"/>
                </a:xfrm>
                <a:custGeom>
                  <a:avLst/>
                  <a:gdLst/>
                  <a:ahLst/>
                  <a:cxnLst/>
                  <a:rect l="l" t="t" r="r" b="b"/>
                  <a:pathLst>
                    <a:path w="1937" h="1658" extrusionOk="0">
                      <a:moveTo>
                        <a:pt x="1102" y="0"/>
                      </a:moveTo>
                      <a:cubicBezTo>
                        <a:pt x="364" y="0"/>
                        <a:pt x="1" y="896"/>
                        <a:pt x="521" y="1416"/>
                      </a:cubicBezTo>
                      <a:cubicBezTo>
                        <a:pt x="688" y="1583"/>
                        <a:pt x="894" y="1658"/>
                        <a:pt x="1096" y="1658"/>
                      </a:cubicBezTo>
                      <a:cubicBezTo>
                        <a:pt x="1524" y="1658"/>
                        <a:pt x="1936" y="1324"/>
                        <a:pt x="1936" y="823"/>
                      </a:cubicBezTo>
                      <a:cubicBezTo>
                        <a:pt x="1936" y="363"/>
                        <a:pt x="1561" y="0"/>
                        <a:pt x="110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5442;p68">
                <a:extLst>
                  <a:ext uri="{FF2B5EF4-FFF2-40B4-BE49-F238E27FC236}">
                    <a16:creationId xmlns:a16="http://schemas.microsoft.com/office/drawing/2014/main" id="{482FC980-C41D-DCDA-5F92-93A5749D9B1A}"/>
                  </a:ext>
                </a:extLst>
              </p:cNvPr>
              <p:cNvGrpSpPr/>
              <p:nvPr/>
            </p:nvGrpSpPr>
            <p:grpSpPr>
              <a:xfrm>
                <a:off x="5579293" y="3412107"/>
                <a:ext cx="37776" cy="32357"/>
                <a:chOff x="5579293" y="3412107"/>
                <a:chExt cx="37776" cy="32357"/>
              </a:xfrm>
            </p:grpSpPr>
            <p:sp>
              <p:nvSpPr>
                <p:cNvPr id="483" name="Google Shape;5443;p68">
                  <a:extLst>
                    <a:ext uri="{FF2B5EF4-FFF2-40B4-BE49-F238E27FC236}">
                      <a16:creationId xmlns:a16="http://schemas.microsoft.com/office/drawing/2014/main" id="{1AF4CD9B-C075-E8B1-CBC5-118E63735C8D}"/>
                    </a:ext>
                  </a:extLst>
                </p:cNvPr>
                <p:cNvSpPr/>
                <p:nvPr/>
              </p:nvSpPr>
              <p:spPr>
                <a:xfrm>
                  <a:off x="5579293" y="3412107"/>
                  <a:ext cx="37776" cy="32357"/>
                </a:xfrm>
                <a:custGeom>
                  <a:avLst/>
                  <a:gdLst/>
                  <a:ahLst/>
                  <a:cxnLst/>
                  <a:rect l="l" t="t" r="r" b="b"/>
                  <a:pathLst>
                    <a:path w="4803" h="4114" extrusionOk="0">
                      <a:moveTo>
                        <a:pt x="2732" y="0"/>
                      </a:moveTo>
                      <a:cubicBezTo>
                        <a:pt x="2227" y="0"/>
                        <a:pt x="1713" y="187"/>
                        <a:pt x="1294" y="605"/>
                      </a:cubicBezTo>
                      <a:cubicBezTo>
                        <a:pt x="0" y="1900"/>
                        <a:pt x="919" y="4114"/>
                        <a:pt x="2746" y="4114"/>
                      </a:cubicBezTo>
                      <a:cubicBezTo>
                        <a:pt x="3883" y="4114"/>
                        <a:pt x="4802" y="3194"/>
                        <a:pt x="4802" y="2057"/>
                      </a:cubicBezTo>
                      <a:cubicBezTo>
                        <a:pt x="4802" y="821"/>
                        <a:pt x="3788"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5444;p68">
                  <a:extLst>
                    <a:ext uri="{FF2B5EF4-FFF2-40B4-BE49-F238E27FC236}">
                      <a16:creationId xmlns:a16="http://schemas.microsoft.com/office/drawing/2014/main" id="{6752914B-51D4-9F32-E2B3-A68173912F61}"/>
                    </a:ext>
                  </a:extLst>
                </p:cNvPr>
                <p:cNvSpPr/>
                <p:nvPr/>
              </p:nvSpPr>
              <p:spPr>
                <a:xfrm>
                  <a:off x="5594418" y="3421812"/>
                  <a:ext cx="13040" cy="13040"/>
                </a:xfrm>
                <a:custGeom>
                  <a:avLst/>
                  <a:gdLst/>
                  <a:ahLst/>
                  <a:cxnLst/>
                  <a:rect l="l" t="t" r="r" b="b"/>
                  <a:pathLst>
                    <a:path w="1658" h="1658" extrusionOk="0">
                      <a:moveTo>
                        <a:pt x="823" y="1"/>
                      </a:moveTo>
                      <a:cubicBezTo>
                        <a:pt x="375" y="1"/>
                        <a:pt x="0" y="363"/>
                        <a:pt x="0" y="823"/>
                      </a:cubicBezTo>
                      <a:cubicBezTo>
                        <a:pt x="0" y="1283"/>
                        <a:pt x="375"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 name="Google Shape;5445;p68">
                <a:extLst>
                  <a:ext uri="{FF2B5EF4-FFF2-40B4-BE49-F238E27FC236}">
                    <a16:creationId xmlns:a16="http://schemas.microsoft.com/office/drawing/2014/main" id="{5A1DCD9A-C2D8-63B6-49F3-38FF218F0FD0}"/>
                  </a:ext>
                </a:extLst>
              </p:cNvPr>
              <p:cNvGrpSpPr/>
              <p:nvPr/>
            </p:nvGrpSpPr>
            <p:grpSpPr>
              <a:xfrm>
                <a:off x="5801346" y="3284615"/>
                <a:ext cx="37783" cy="32357"/>
                <a:chOff x="5801346" y="3284615"/>
                <a:chExt cx="37783" cy="32357"/>
              </a:xfrm>
            </p:grpSpPr>
            <p:sp>
              <p:nvSpPr>
                <p:cNvPr id="481" name="Google Shape;5446;p68">
                  <a:extLst>
                    <a:ext uri="{FF2B5EF4-FFF2-40B4-BE49-F238E27FC236}">
                      <a16:creationId xmlns:a16="http://schemas.microsoft.com/office/drawing/2014/main" id="{F19FF399-8A2A-6341-A415-CED458DCBF6B}"/>
                    </a:ext>
                  </a:extLst>
                </p:cNvPr>
                <p:cNvSpPr/>
                <p:nvPr/>
              </p:nvSpPr>
              <p:spPr>
                <a:xfrm>
                  <a:off x="5801346" y="3284615"/>
                  <a:ext cx="37783" cy="32357"/>
                </a:xfrm>
                <a:custGeom>
                  <a:avLst/>
                  <a:gdLst/>
                  <a:ahLst/>
                  <a:cxnLst/>
                  <a:rect l="l" t="t" r="r" b="b"/>
                  <a:pathLst>
                    <a:path w="4804" h="4114" extrusionOk="0">
                      <a:moveTo>
                        <a:pt x="2732" y="0"/>
                      </a:moveTo>
                      <a:cubicBezTo>
                        <a:pt x="2228" y="0"/>
                        <a:pt x="1714" y="188"/>
                        <a:pt x="1295" y="606"/>
                      </a:cubicBezTo>
                      <a:cubicBezTo>
                        <a:pt x="1" y="1900"/>
                        <a:pt x="920" y="4114"/>
                        <a:pt x="2759" y="4114"/>
                      </a:cubicBezTo>
                      <a:cubicBezTo>
                        <a:pt x="3884"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5447;p68">
                  <a:extLst>
                    <a:ext uri="{FF2B5EF4-FFF2-40B4-BE49-F238E27FC236}">
                      <a16:creationId xmlns:a16="http://schemas.microsoft.com/office/drawing/2014/main" id="{209EB029-50DD-DEA8-2A15-DC2873C411F2}"/>
                    </a:ext>
                  </a:extLst>
                </p:cNvPr>
                <p:cNvSpPr/>
                <p:nvPr/>
              </p:nvSpPr>
              <p:spPr>
                <a:xfrm>
                  <a:off x="5816478" y="3294320"/>
                  <a:ext cx="13040" cy="13048"/>
                </a:xfrm>
                <a:custGeom>
                  <a:avLst/>
                  <a:gdLst/>
                  <a:ahLst/>
                  <a:cxnLst/>
                  <a:rect l="l" t="t" r="r" b="b"/>
                  <a:pathLst>
                    <a:path w="1658" h="1659" extrusionOk="0">
                      <a:moveTo>
                        <a:pt x="835" y="1"/>
                      </a:moveTo>
                      <a:cubicBezTo>
                        <a:pt x="375" y="1"/>
                        <a:pt x="0" y="364"/>
                        <a:pt x="0" y="823"/>
                      </a:cubicBezTo>
                      <a:cubicBezTo>
                        <a:pt x="0" y="1283"/>
                        <a:pt x="375" y="1658"/>
                        <a:pt x="835" y="1658"/>
                      </a:cubicBezTo>
                      <a:cubicBezTo>
                        <a:pt x="1283" y="1658"/>
                        <a:pt x="1658" y="1283"/>
                        <a:pt x="1658" y="823"/>
                      </a:cubicBezTo>
                      <a:cubicBezTo>
                        <a:pt x="1658" y="364"/>
                        <a:pt x="1283"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 name="Google Shape;5448;p68">
                <a:extLst>
                  <a:ext uri="{FF2B5EF4-FFF2-40B4-BE49-F238E27FC236}">
                    <a16:creationId xmlns:a16="http://schemas.microsoft.com/office/drawing/2014/main" id="{D2F57248-C447-584F-BE1A-4147EB380247}"/>
                  </a:ext>
                </a:extLst>
              </p:cNvPr>
              <p:cNvGrpSpPr/>
              <p:nvPr/>
            </p:nvGrpSpPr>
            <p:grpSpPr>
              <a:xfrm>
                <a:off x="5763578" y="3399067"/>
                <a:ext cx="37776" cy="32364"/>
                <a:chOff x="5763578" y="3399067"/>
                <a:chExt cx="37776" cy="32364"/>
              </a:xfrm>
            </p:grpSpPr>
            <p:sp>
              <p:nvSpPr>
                <p:cNvPr id="479" name="Google Shape;5449;p68">
                  <a:extLst>
                    <a:ext uri="{FF2B5EF4-FFF2-40B4-BE49-F238E27FC236}">
                      <a16:creationId xmlns:a16="http://schemas.microsoft.com/office/drawing/2014/main" id="{F1C20C92-2D46-07D3-E257-9F241EC75C5B}"/>
                    </a:ext>
                  </a:extLst>
                </p:cNvPr>
                <p:cNvSpPr/>
                <p:nvPr/>
              </p:nvSpPr>
              <p:spPr>
                <a:xfrm>
                  <a:off x="5763578" y="3399067"/>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4"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5450;p68">
                  <a:extLst>
                    <a:ext uri="{FF2B5EF4-FFF2-40B4-BE49-F238E27FC236}">
                      <a16:creationId xmlns:a16="http://schemas.microsoft.com/office/drawing/2014/main" id="{03716526-D820-B6F1-060E-317F24BA22AE}"/>
                    </a:ext>
                  </a:extLst>
                </p:cNvPr>
                <p:cNvSpPr/>
                <p:nvPr/>
              </p:nvSpPr>
              <p:spPr>
                <a:xfrm>
                  <a:off x="5776516" y="3408780"/>
                  <a:ext cx="15235" cy="13040"/>
                </a:xfrm>
                <a:custGeom>
                  <a:avLst/>
                  <a:gdLst/>
                  <a:ahLst/>
                  <a:cxnLst/>
                  <a:rect l="l" t="t" r="r" b="b"/>
                  <a:pathLst>
                    <a:path w="1937" h="1658" extrusionOk="0">
                      <a:moveTo>
                        <a:pt x="1101" y="0"/>
                      </a:moveTo>
                      <a:cubicBezTo>
                        <a:pt x="364"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 name="Google Shape;5451;p68">
                <a:extLst>
                  <a:ext uri="{FF2B5EF4-FFF2-40B4-BE49-F238E27FC236}">
                    <a16:creationId xmlns:a16="http://schemas.microsoft.com/office/drawing/2014/main" id="{14B48A3D-0B44-DA3A-2C87-A2A9607FB64A}"/>
                  </a:ext>
                </a:extLst>
              </p:cNvPr>
              <p:cNvGrpSpPr/>
              <p:nvPr/>
            </p:nvGrpSpPr>
            <p:grpSpPr>
              <a:xfrm>
                <a:off x="5395858" y="3230952"/>
                <a:ext cx="37776" cy="32364"/>
                <a:chOff x="5395858" y="3230952"/>
                <a:chExt cx="37776" cy="32364"/>
              </a:xfrm>
            </p:grpSpPr>
            <p:sp>
              <p:nvSpPr>
                <p:cNvPr id="477" name="Google Shape;5452;p68">
                  <a:extLst>
                    <a:ext uri="{FF2B5EF4-FFF2-40B4-BE49-F238E27FC236}">
                      <a16:creationId xmlns:a16="http://schemas.microsoft.com/office/drawing/2014/main" id="{59BDDE1F-DF11-7709-808B-EC7E08A761F5}"/>
                    </a:ext>
                  </a:extLst>
                </p:cNvPr>
                <p:cNvSpPr/>
                <p:nvPr/>
              </p:nvSpPr>
              <p:spPr>
                <a:xfrm>
                  <a:off x="5395858" y="3230952"/>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5453;p68">
                  <a:extLst>
                    <a:ext uri="{FF2B5EF4-FFF2-40B4-BE49-F238E27FC236}">
                      <a16:creationId xmlns:a16="http://schemas.microsoft.com/office/drawing/2014/main" id="{A8B9C3DF-AF68-9DF7-7948-034CBD5BDE7C}"/>
                    </a:ext>
                  </a:extLst>
                </p:cNvPr>
                <p:cNvSpPr/>
                <p:nvPr/>
              </p:nvSpPr>
              <p:spPr>
                <a:xfrm>
                  <a:off x="5408702" y="3240571"/>
                  <a:ext cx="15227" cy="13064"/>
                </a:xfrm>
                <a:custGeom>
                  <a:avLst/>
                  <a:gdLst/>
                  <a:ahLst/>
                  <a:cxnLst/>
                  <a:rect l="l" t="t" r="r" b="b"/>
                  <a:pathLst>
                    <a:path w="1936" h="1661" extrusionOk="0">
                      <a:moveTo>
                        <a:pt x="1113" y="0"/>
                      </a:moveTo>
                      <a:cubicBezTo>
                        <a:pt x="375" y="0"/>
                        <a:pt x="0" y="895"/>
                        <a:pt x="521" y="1416"/>
                      </a:cubicBezTo>
                      <a:cubicBezTo>
                        <a:pt x="690" y="1585"/>
                        <a:pt x="898" y="1660"/>
                        <a:pt x="1103" y="1660"/>
                      </a:cubicBezTo>
                      <a:cubicBezTo>
                        <a:pt x="1528" y="1660"/>
                        <a:pt x="1936" y="1333"/>
                        <a:pt x="1936" y="835"/>
                      </a:cubicBezTo>
                      <a:cubicBezTo>
                        <a:pt x="1936" y="375"/>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 name="Google Shape;5454;p68">
                <a:extLst>
                  <a:ext uri="{FF2B5EF4-FFF2-40B4-BE49-F238E27FC236}">
                    <a16:creationId xmlns:a16="http://schemas.microsoft.com/office/drawing/2014/main" id="{60FD506A-C6F8-902D-E070-BC2E2888673F}"/>
                  </a:ext>
                </a:extLst>
              </p:cNvPr>
              <p:cNvGrpSpPr/>
              <p:nvPr/>
            </p:nvGrpSpPr>
            <p:grpSpPr>
              <a:xfrm>
                <a:off x="5264088" y="3188237"/>
                <a:ext cx="37776" cy="32357"/>
                <a:chOff x="5264088" y="3188237"/>
                <a:chExt cx="37776" cy="32357"/>
              </a:xfrm>
            </p:grpSpPr>
            <p:sp>
              <p:nvSpPr>
                <p:cNvPr id="475" name="Google Shape;5455;p68">
                  <a:extLst>
                    <a:ext uri="{FF2B5EF4-FFF2-40B4-BE49-F238E27FC236}">
                      <a16:creationId xmlns:a16="http://schemas.microsoft.com/office/drawing/2014/main" id="{763E77D4-5853-5094-C1DF-FD3DE699ADF4}"/>
                    </a:ext>
                  </a:extLst>
                </p:cNvPr>
                <p:cNvSpPr/>
                <p:nvPr/>
              </p:nvSpPr>
              <p:spPr>
                <a:xfrm>
                  <a:off x="5264088" y="3188237"/>
                  <a:ext cx="37776" cy="32357"/>
                </a:xfrm>
                <a:custGeom>
                  <a:avLst/>
                  <a:gdLst/>
                  <a:ahLst/>
                  <a:cxnLst/>
                  <a:rect l="l" t="t" r="r" b="b"/>
                  <a:pathLst>
                    <a:path w="4803" h="4114" extrusionOk="0">
                      <a:moveTo>
                        <a:pt x="2732" y="0"/>
                      </a:moveTo>
                      <a:cubicBezTo>
                        <a:pt x="2227" y="0"/>
                        <a:pt x="1713" y="188"/>
                        <a:pt x="1295" y="606"/>
                      </a:cubicBezTo>
                      <a:cubicBezTo>
                        <a:pt x="0" y="1900"/>
                        <a:pt x="920"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5456;p68">
                  <a:extLst>
                    <a:ext uri="{FF2B5EF4-FFF2-40B4-BE49-F238E27FC236}">
                      <a16:creationId xmlns:a16="http://schemas.microsoft.com/office/drawing/2014/main" id="{DD9B6F85-6014-4C32-EE76-381E569190BF}"/>
                    </a:ext>
                  </a:extLst>
                </p:cNvPr>
                <p:cNvSpPr/>
                <p:nvPr/>
              </p:nvSpPr>
              <p:spPr>
                <a:xfrm>
                  <a:off x="5279212" y="3197943"/>
                  <a:ext cx="13048" cy="13048"/>
                </a:xfrm>
                <a:custGeom>
                  <a:avLst/>
                  <a:gdLst/>
                  <a:ahLst/>
                  <a:cxnLst/>
                  <a:rect l="l" t="t" r="r" b="b"/>
                  <a:pathLst>
                    <a:path w="1659" h="1659" extrusionOk="0">
                      <a:moveTo>
                        <a:pt x="823" y="1"/>
                      </a:moveTo>
                      <a:cubicBezTo>
                        <a:pt x="364" y="1"/>
                        <a:pt x="1" y="376"/>
                        <a:pt x="1" y="823"/>
                      </a:cubicBezTo>
                      <a:cubicBezTo>
                        <a:pt x="1" y="1283"/>
                        <a:pt x="364"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5457;p68">
                <a:extLst>
                  <a:ext uri="{FF2B5EF4-FFF2-40B4-BE49-F238E27FC236}">
                    <a16:creationId xmlns:a16="http://schemas.microsoft.com/office/drawing/2014/main" id="{4FE5D376-20E7-06E1-70D7-8814371BDFC5}"/>
                  </a:ext>
                </a:extLst>
              </p:cNvPr>
              <p:cNvGrpSpPr/>
              <p:nvPr/>
            </p:nvGrpSpPr>
            <p:grpSpPr>
              <a:xfrm>
                <a:off x="5585758" y="3237425"/>
                <a:ext cx="37878" cy="32357"/>
                <a:chOff x="5585758" y="3237425"/>
                <a:chExt cx="37878" cy="32357"/>
              </a:xfrm>
            </p:grpSpPr>
            <p:sp>
              <p:nvSpPr>
                <p:cNvPr id="473" name="Google Shape;5458;p68">
                  <a:extLst>
                    <a:ext uri="{FF2B5EF4-FFF2-40B4-BE49-F238E27FC236}">
                      <a16:creationId xmlns:a16="http://schemas.microsoft.com/office/drawing/2014/main" id="{65BCB281-FC09-CCFD-AFAA-D6AFDF1129E9}"/>
                    </a:ext>
                  </a:extLst>
                </p:cNvPr>
                <p:cNvSpPr/>
                <p:nvPr/>
              </p:nvSpPr>
              <p:spPr>
                <a:xfrm>
                  <a:off x="5585758" y="3237425"/>
                  <a:ext cx="37878" cy="32357"/>
                </a:xfrm>
                <a:custGeom>
                  <a:avLst/>
                  <a:gdLst/>
                  <a:ahLst/>
                  <a:cxnLst/>
                  <a:rect l="l" t="t" r="r" b="b"/>
                  <a:pathLst>
                    <a:path w="4816" h="4114" extrusionOk="0">
                      <a:moveTo>
                        <a:pt x="2744" y="0"/>
                      </a:moveTo>
                      <a:cubicBezTo>
                        <a:pt x="2240" y="0"/>
                        <a:pt x="1725" y="188"/>
                        <a:pt x="1307" y="606"/>
                      </a:cubicBezTo>
                      <a:cubicBezTo>
                        <a:pt x="1" y="1900"/>
                        <a:pt x="920" y="4114"/>
                        <a:pt x="2759" y="4114"/>
                      </a:cubicBezTo>
                      <a:cubicBezTo>
                        <a:pt x="3896" y="4114"/>
                        <a:pt x="4815" y="3195"/>
                        <a:pt x="4815" y="2057"/>
                      </a:cubicBezTo>
                      <a:cubicBezTo>
                        <a:pt x="4815" y="821"/>
                        <a:pt x="3801" y="0"/>
                        <a:pt x="27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5459;p68">
                  <a:extLst>
                    <a:ext uri="{FF2B5EF4-FFF2-40B4-BE49-F238E27FC236}">
                      <a16:creationId xmlns:a16="http://schemas.microsoft.com/office/drawing/2014/main" id="{FFA5F8A4-26D3-02C9-3312-310E617E0C66}"/>
                    </a:ext>
                  </a:extLst>
                </p:cNvPr>
                <p:cNvSpPr/>
                <p:nvPr/>
              </p:nvSpPr>
              <p:spPr>
                <a:xfrm>
                  <a:off x="5598696" y="3247130"/>
                  <a:ext cx="15235" cy="13048"/>
                </a:xfrm>
                <a:custGeom>
                  <a:avLst/>
                  <a:gdLst/>
                  <a:ahLst/>
                  <a:cxnLst/>
                  <a:rect l="l" t="t" r="r" b="b"/>
                  <a:pathLst>
                    <a:path w="1937" h="1659" extrusionOk="0">
                      <a:moveTo>
                        <a:pt x="1114" y="1"/>
                      </a:moveTo>
                      <a:cubicBezTo>
                        <a:pt x="376" y="1"/>
                        <a:pt x="1" y="896"/>
                        <a:pt x="521" y="1416"/>
                      </a:cubicBezTo>
                      <a:cubicBezTo>
                        <a:pt x="692" y="1583"/>
                        <a:pt x="899" y="1658"/>
                        <a:pt x="1102" y="1658"/>
                      </a:cubicBezTo>
                      <a:cubicBezTo>
                        <a:pt x="1529" y="1658"/>
                        <a:pt x="1936" y="1324"/>
                        <a:pt x="1936" y="823"/>
                      </a:cubicBezTo>
                      <a:cubicBezTo>
                        <a:pt x="1936" y="376"/>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 name="Google Shape;5460;p68">
                <a:extLst>
                  <a:ext uri="{FF2B5EF4-FFF2-40B4-BE49-F238E27FC236}">
                    <a16:creationId xmlns:a16="http://schemas.microsoft.com/office/drawing/2014/main" id="{C68EFDD2-33DF-3041-AE0F-8719D3DE4930}"/>
                  </a:ext>
                </a:extLst>
              </p:cNvPr>
              <p:cNvGrpSpPr/>
              <p:nvPr/>
            </p:nvGrpSpPr>
            <p:grpSpPr>
              <a:xfrm>
                <a:off x="4874196" y="3291088"/>
                <a:ext cx="37878" cy="32451"/>
                <a:chOff x="4874196" y="3291088"/>
                <a:chExt cx="37878" cy="32451"/>
              </a:xfrm>
            </p:grpSpPr>
            <p:sp>
              <p:nvSpPr>
                <p:cNvPr id="471" name="Google Shape;5461;p68">
                  <a:extLst>
                    <a:ext uri="{FF2B5EF4-FFF2-40B4-BE49-F238E27FC236}">
                      <a16:creationId xmlns:a16="http://schemas.microsoft.com/office/drawing/2014/main" id="{82F5EAFB-0945-B096-4EA0-0DEB44B0E2CC}"/>
                    </a:ext>
                  </a:extLst>
                </p:cNvPr>
                <p:cNvSpPr/>
                <p:nvPr/>
              </p:nvSpPr>
              <p:spPr>
                <a:xfrm>
                  <a:off x="4874196"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5462;p68">
                  <a:extLst>
                    <a:ext uri="{FF2B5EF4-FFF2-40B4-BE49-F238E27FC236}">
                      <a16:creationId xmlns:a16="http://schemas.microsoft.com/office/drawing/2014/main" id="{2F0F4B36-6BD5-284C-CAD0-8BA48BD67F6A}"/>
                    </a:ext>
                  </a:extLst>
                </p:cNvPr>
                <p:cNvSpPr/>
                <p:nvPr/>
              </p:nvSpPr>
              <p:spPr>
                <a:xfrm>
                  <a:off x="4889328" y="3300793"/>
                  <a:ext cx="13040" cy="13040"/>
                </a:xfrm>
                <a:custGeom>
                  <a:avLst/>
                  <a:gdLst/>
                  <a:ahLst/>
                  <a:cxnLst/>
                  <a:rect l="l" t="t" r="r" b="b"/>
                  <a:pathLst>
                    <a:path w="1658" h="1658" extrusionOk="0">
                      <a:moveTo>
                        <a:pt x="835" y="0"/>
                      </a:moveTo>
                      <a:cubicBezTo>
                        <a:pt x="375" y="0"/>
                        <a:pt x="0" y="375"/>
                        <a:pt x="0" y="835"/>
                      </a:cubicBezTo>
                      <a:cubicBezTo>
                        <a:pt x="0" y="1283"/>
                        <a:pt x="375" y="1658"/>
                        <a:pt x="835" y="1658"/>
                      </a:cubicBezTo>
                      <a:cubicBezTo>
                        <a:pt x="1295" y="1658"/>
                        <a:pt x="1657" y="1283"/>
                        <a:pt x="1657" y="835"/>
                      </a:cubicBezTo>
                      <a:cubicBezTo>
                        <a:pt x="1657"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5463;p68">
                <a:extLst>
                  <a:ext uri="{FF2B5EF4-FFF2-40B4-BE49-F238E27FC236}">
                    <a16:creationId xmlns:a16="http://schemas.microsoft.com/office/drawing/2014/main" id="{9C3A8E70-B2E6-889D-BC21-E69732ADCCF4}"/>
                  </a:ext>
                </a:extLst>
              </p:cNvPr>
              <p:cNvGrpSpPr/>
              <p:nvPr/>
            </p:nvGrpSpPr>
            <p:grpSpPr>
              <a:xfrm>
                <a:off x="5197770" y="3785466"/>
                <a:ext cx="37783" cy="32427"/>
                <a:chOff x="5197770" y="3785466"/>
                <a:chExt cx="37783" cy="32427"/>
              </a:xfrm>
            </p:grpSpPr>
            <p:sp>
              <p:nvSpPr>
                <p:cNvPr id="469" name="Google Shape;5464;p68">
                  <a:extLst>
                    <a:ext uri="{FF2B5EF4-FFF2-40B4-BE49-F238E27FC236}">
                      <a16:creationId xmlns:a16="http://schemas.microsoft.com/office/drawing/2014/main" id="{A5CAE4ED-F83C-2343-4643-A8E7DFAB238D}"/>
                    </a:ext>
                  </a:extLst>
                </p:cNvPr>
                <p:cNvSpPr/>
                <p:nvPr/>
              </p:nvSpPr>
              <p:spPr>
                <a:xfrm>
                  <a:off x="5197770" y="3785466"/>
                  <a:ext cx="37783" cy="32427"/>
                </a:xfrm>
                <a:custGeom>
                  <a:avLst/>
                  <a:gdLst/>
                  <a:ahLst/>
                  <a:cxnLst/>
                  <a:rect l="l" t="t" r="r" b="b"/>
                  <a:pathLst>
                    <a:path w="4804" h="4123" extrusionOk="0">
                      <a:moveTo>
                        <a:pt x="2738" y="1"/>
                      </a:moveTo>
                      <a:cubicBezTo>
                        <a:pt x="2232" y="1"/>
                        <a:pt x="1715" y="190"/>
                        <a:pt x="1295" y="614"/>
                      </a:cubicBezTo>
                      <a:cubicBezTo>
                        <a:pt x="1" y="1909"/>
                        <a:pt x="908"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5465;p68">
                  <a:extLst>
                    <a:ext uri="{FF2B5EF4-FFF2-40B4-BE49-F238E27FC236}">
                      <a16:creationId xmlns:a16="http://schemas.microsoft.com/office/drawing/2014/main" id="{2A7A41F9-896E-366D-38E5-9982D1FB1E1B}"/>
                    </a:ext>
                  </a:extLst>
                </p:cNvPr>
                <p:cNvSpPr/>
                <p:nvPr/>
              </p:nvSpPr>
              <p:spPr>
                <a:xfrm>
                  <a:off x="5212808" y="3795148"/>
                  <a:ext cx="13040" cy="13040"/>
                </a:xfrm>
                <a:custGeom>
                  <a:avLst/>
                  <a:gdLst/>
                  <a:ahLst/>
                  <a:cxnLst/>
                  <a:rect l="l" t="t" r="r" b="b"/>
                  <a:pathLst>
                    <a:path w="1658" h="1658" extrusionOk="0">
                      <a:moveTo>
                        <a:pt x="835" y="0"/>
                      </a:moveTo>
                      <a:cubicBezTo>
                        <a:pt x="375" y="0"/>
                        <a:pt x="0" y="375"/>
                        <a:pt x="0" y="835"/>
                      </a:cubicBezTo>
                      <a:cubicBezTo>
                        <a:pt x="0" y="1294"/>
                        <a:pt x="375" y="1657"/>
                        <a:pt x="835" y="1657"/>
                      </a:cubicBezTo>
                      <a:cubicBezTo>
                        <a:pt x="1295" y="1657"/>
                        <a:pt x="1657" y="1294"/>
                        <a:pt x="1657" y="835"/>
                      </a:cubicBezTo>
                      <a:cubicBezTo>
                        <a:pt x="1657"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 name="Google Shape;5466;p68">
                <a:extLst>
                  <a:ext uri="{FF2B5EF4-FFF2-40B4-BE49-F238E27FC236}">
                    <a16:creationId xmlns:a16="http://schemas.microsoft.com/office/drawing/2014/main" id="{C23A5756-5477-E1C7-1D81-73449554C3D0}"/>
                  </a:ext>
                </a:extLst>
              </p:cNvPr>
              <p:cNvGrpSpPr/>
              <p:nvPr/>
            </p:nvGrpSpPr>
            <p:grpSpPr>
              <a:xfrm>
                <a:off x="5177699" y="3492117"/>
                <a:ext cx="37776" cy="32357"/>
                <a:chOff x="5177699" y="3492117"/>
                <a:chExt cx="37776" cy="32357"/>
              </a:xfrm>
            </p:grpSpPr>
            <p:sp>
              <p:nvSpPr>
                <p:cNvPr id="467" name="Google Shape;5467;p68">
                  <a:extLst>
                    <a:ext uri="{FF2B5EF4-FFF2-40B4-BE49-F238E27FC236}">
                      <a16:creationId xmlns:a16="http://schemas.microsoft.com/office/drawing/2014/main" id="{FBB7D505-0729-84FD-BE4E-D8F89B07C49C}"/>
                    </a:ext>
                  </a:extLst>
                </p:cNvPr>
                <p:cNvSpPr/>
                <p:nvPr/>
              </p:nvSpPr>
              <p:spPr>
                <a:xfrm>
                  <a:off x="5177699" y="3492117"/>
                  <a:ext cx="37776" cy="32357"/>
                </a:xfrm>
                <a:custGeom>
                  <a:avLst/>
                  <a:gdLst/>
                  <a:ahLst/>
                  <a:cxnLst/>
                  <a:rect l="l" t="t" r="r" b="b"/>
                  <a:pathLst>
                    <a:path w="4803" h="4114" extrusionOk="0">
                      <a:moveTo>
                        <a:pt x="2736" y="1"/>
                      </a:moveTo>
                      <a:cubicBezTo>
                        <a:pt x="2232" y="1"/>
                        <a:pt x="1717" y="188"/>
                        <a:pt x="1295" y="606"/>
                      </a:cubicBezTo>
                      <a:cubicBezTo>
                        <a:pt x="1" y="1900"/>
                        <a:pt x="920" y="4114"/>
                        <a:pt x="2746" y="4114"/>
                      </a:cubicBezTo>
                      <a:cubicBezTo>
                        <a:pt x="3884" y="4114"/>
                        <a:pt x="4803" y="3195"/>
                        <a:pt x="4803" y="2070"/>
                      </a:cubicBezTo>
                      <a:cubicBezTo>
                        <a:pt x="4803" y="824"/>
                        <a:pt x="3793" y="1"/>
                        <a:pt x="27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5468;p68">
                  <a:extLst>
                    <a:ext uri="{FF2B5EF4-FFF2-40B4-BE49-F238E27FC236}">
                      <a16:creationId xmlns:a16="http://schemas.microsoft.com/office/drawing/2014/main" id="{76BEEFDF-0FED-BDD3-A776-9C0BC0A4A811}"/>
                    </a:ext>
                  </a:extLst>
                </p:cNvPr>
                <p:cNvSpPr/>
                <p:nvPr/>
              </p:nvSpPr>
              <p:spPr>
                <a:xfrm>
                  <a:off x="5192823" y="3501823"/>
                  <a:ext cx="13048" cy="13048"/>
                </a:xfrm>
                <a:custGeom>
                  <a:avLst/>
                  <a:gdLst/>
                  <a:ahLst/>
                  <a:cxnLst/>
                  <a:rect l="l" t="t" r="r" b="b"/>
                  <a:pathLst>
                    <a:path w="1659" h="1659" extrusionOk="0">
                      <a:moveTo>
                        <a:pt x="823" y="1"/>
                      </a:moveTo>
                      <a:cubicBezTo>
                        <a:pt x="376" y="1"/>
                        <a:pt x="1" y="364"/>
                        <a:pt x="1" y="823"/>
                      </a:cubicBezTo>
                      <a:cubicBezTo>
                        <a:pt x="1" y="1283"/>
                        <a:pt x="376"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5469;p68">
                <a:extLst>
                  <a:ext uri="{FF2B5EF4-FFF2-40B4-BE49-F238E27FC236}">
                    <a16:creationId xmlns:a16="http://schemas.microsoft.com/office/drawing/2014/main" id="{1A771A7C-8243-CFEF-04FA-9F1E18DED0DD}"/>
                  </a:ext>
                </a:extLst>
              </p:cNvPr>
              <p:cNvGrpSpPr/>
              <p:nvPr/>
            </p:nvGrpSpPr>
            <p:grpSpPr>
              <a:xfrm>
                <a:off x="5349431" y="3622346"/>
                <a:ext cx="37870" cy="32380"/>
                <a:chOff x="5349431" y="3622346"/>
                <a:chExt cx="37870" cy="32380"/>
              </a:xfrm>
            </p:grpSpPr>
            <p:sp>
              <p:nvSpPr>
                <p:cNvPr id="465" name="Google Shape;5470;p68">
                  <a:extLst>
                    <a:ext uri="{FF2B5EF4-FFF2-40B4-BE49-F238E27FC236}">
                      <a16:creationId xmlns:a16="http://schemas.microsoft.com/office/drawing/2014/main" id="{01198874-4D79-644C-447B-AD5458D0E048}"/>
                    </a:ext>
                  </a:extLst>
                </p:cNvPr>
                <p:cNvSpPr/>
                <p:nvPr/>
              </p:nvSpPr>
              <p:spPr>
                <a:xfrm>
                  <a:off x="5349431" y="3622346"/>
                  <a:ext cx="37870" cy="32380"/>
                </a:xfrm>
                <a:custGeom>
                  <a:avLst/>
                  <a:gdLst/>
                  <a:ahLst/>
                  <a:cxnLst/>
                  <a:rect l="l" t="t" r="r" b="b"/>
                  <a:pathLst>
                    <a:path w="4815" h="4117" extrusionOk="0">
                      <a:moveTo>
                        <a:pt x="2740" y="0"/>
                      </a:moveTo>
                      <a:cubicBezTo>
                        <a:pt x="2232" y="0"/>
                        <a:pt x="1714" y="189"/>
                        <a:pt x="1295" y="608"/>
                      </a:cubicBezTo>
                      <a:cubicBezTo>
                        <a:pt x="0" y="1903"/>
                        <a:pt x="920" y="4116"/>
                        <a:pt x="2758" y="4116"/>
                      </a:cubicBezTo>
                      <a:cubicBezTo>
                        <a:pt x="3883" y="4116"/>
                        <a:pt x="4815" y="3197"/>
                        <a:pt x="4815" y="2060"/>
                      </a:cubicBezTo>
                      <a:cubicBezTo>
                        <a:pt x="4815" y="817"/>
                        <a:pt x="3798" y="0"/>
                        <a:pt x="274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5471;p68">
                  <a:extLst>
                    <a:ext uri="{FF2B5EF4-FFF2-40B4-BE49-F238E27FC236}">
                      <a16:creationId xmlns:a16="http://schemas.microsoft.com/office/drawing/2014/main" id="{82DE6243-5A3B-3370-8094-67643D24D998}"/>
                    </a:ext>
                  </a:extLst>
                </p:cNvPr>
                <p:cNvSpPr/>
                <p:nvPr/>
              </p:nvSpPr>
              <p:spPr>
                <a:xfrm>
                  <a:off x="5362369" y="3632075"/>
                  <a:ext cx="15227" cy="13040"/>
                </a:xfrm>
                <a:custGeom>
                  <a:avLst/>
                  <a:gdLst/>
                  <a:ahLst/>
                  <a:cxnLst/>
                  <a:rect l="l" t="t" r="r" b="b"/>
                  <a:pathLst>
                    <a:path w="1936" h="1658" extrusionOk="0">
                      <a:moveTo>
                        <a:pt x="1134" y="0"/>
                      </a:moveTo>
                      <a:cubicBezTo>
                        <a:pt x="1127" y="0"/>
                        <a:pt x="1120" y="0"/>
                        <a:pt x="1113" y="0"/>
                      </a:cubicBezTo>
                      <a:cubicBezTo>
                        <a:pt x="363" y="0"/>
                        <a:pt x="0" y="883"/>
                        <a:pt x="521" y="1416"/>
                      </a:cubicBezTo>
                      <a:cubicBezTo>
                        <a:pt x="691" y="1583"/>
                        <a:pt x="899" y="1657"/>
                        <a:pt x="1101" y="1657"/>
                      </a:cubicBezTo>
                      <a:cubicBezTo>
                        <a:pt x="1529" y="1657"/>
                        <a:pt x="1936" y="1324"/>
                        <a:pt x="1936" y="823"/>
                      </a:cubicBezTo>
                      <a:cubicBezTo>
                        <a:pt x="1936" y="370"/>
                        <a:pt x="1573" y="0"/>
                        <a:pt x="113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 name="Google Shape;5472;p68">
                <a:extLst>
                  <a:ext uri="{FF2B5EF4-FFF2-40B4-BE49-F238E27FC236}">
                    <a16:creationId xmlns:a16="http://schemas.microsoft.com/office/drawing/2014/main" id="{83347510-D0DA-98C4-E082-0B8720DD641B}"/>
                  </a:ext>
                </a:extLst>
              </p:cNvPr>
              <p:cNvGrpSpPr/>
              <p:nvPr/>
            </p:nvGrpSpPr>
            <p:grpSpPr>
              <a:xfrm>
                <a:off x="5068855" y="3563980"/>
                <a:ext cx="53954" cy="46223"/>
                <a:chOff x="5068855" y="3563980"/>
                <a:chExt cx="53954" cy="46223"/>
              </a:xfrm>
            </p:grpSpPr>
            <p:sp>
              <p:nvSpPr>
                <p:cNvPr id="463" name="Google Shape;5473;p68">
                  <a:extLst>
                    <a:ext uri="{FF2B5EF4-FFF2-40B4-BE49-F238E27FC236}">
                      <a16:creationId xmlns:a16="http://schemas.microsoft.com/office/drawing/2014/main" id="{6E951959-313B-33A3-BA6F-BF8C259C3071}"/>
                    </a:ext>
                  </a:extLst>
                </p:cNvPr>
                <p:cNvSpPr/>
                <p:nvPr/>
              </p:nvSpPr>
              <p:spPr>
                <a:xfrm>
                  <a:off x="5068855" y="3563980"/>
                  <a:ext cx="53954" cy="46223"/>
                </a:xfrm>
                <a:custGeom>
                  <a:avLst/>
                  <a:gdLst/>
                  <a:ahLst/>
                  <a:cxnLst/>
                  <a:rect l="l" t="t" r="r" b="b"/>
                  <a:pathLst>
                    <a:path w="6860" h="5877" extrusionOk="0">
                      <a:moveTo>
                        <a:pt x="3909" y="0"/>
                      </a:moveTo>
                      <a:cubicBezTo>
                        <a:pt x="3187" y="0"/>
                        <a:pt x="2451" y="269"/>
                        <a:pt x="1852" y="868"/>
                      </a:cubicBezTo>
                      <a:cubicBezTo>
                        <a:pt x="1" y="2719"/>
                        <a:pt x="1307" y="5876"/>
                        <a:pt x="3920" y="5876"/>
                      </a:cubicBezTo>
                      <a:cubicBezTo>
                        <a:pt x="5541" y="5876"/>
                        <a:pt x="6848" y="4558"/>
                        <a:pt x="6860" y="2937"/>
                      </a:cubicBezTo>
                      <a:cubicBezTo>
                        <a:pt x="6860" y="1170"/>
                        <a:pt x="5416" y="0"/>
                        <a:pt x="390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5474;p68">
                  <a:extLst>
                    <a:ext uri="{FF2B5EF4-FFF2-40B4-BE49-F238E27FC236}">
                      <a16:creationId xmlns:a16="http://schemas.microsoft.com/office/drawing/2014/main" id="{353C71E2-AA04-3C2B-0AEE-626AA640A191}"/>
                    </a:ext>
                  </a:extLst>
                </p:cNvPr>
                <p:cNvSpPr/>
                <p:nvPr/>
              </p:nvSpPr>
              <p:spPr>
                <a:xfrm>
                  <a:off x="5086268" y="3573654"/>
                  <a:ext cx="26835" cy="26843"/>
                </a:xfrm>
                <a:custGeom>
                  <a:avLst/>
                  <a:gdLst/>
                  <a:ahLst/>
                  <a:cxnLst/>
                  <a:rect l="l" t="t" r="r" b="b"/>
                  <a:pathLst>
                    <a:path w="3412" h="3413" extrusionOk="0">
                      <a:moveTo>
                        <a:pt x="1706" y="1"/>
                      </a:moveTo>
                      <a:cubicBezTo>
                        <a:pt x="763" y="1"/>
                        <a:pt x="1" y="763"/>
                        <a:pt x="1" y="1707"/>
                      </a:cubicBezTo>
                      <a:cubicBezTo>
                        <a:pt x="1" y="2650"/>
                        <a:pt x="763" y="3412"/>
                        <a:pt x="1706" y="3412"/>
                      </a:cubicBezTo>
                      <a:cubicBezTo>
                        <a:pt x="2650" y="3412"/>
                        <a:pt x="3412" y="2650"/>
                        <a:pt x="3412" y="1707"/>
                      </a:cubicBezTo>
                      <a:cubicBezTo>
                        <a:pt x="3412" y="763"/>
                        <a:pt x="2650" y="1"/>
                        <a:pt x="170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 name="Google Shape;5475;p68">
                <a:extLst>
                  <a:ext uri="{FF2B5EF4-FFF2-40B4-BE49-F238E27FC236}">
                    <a16:creationId xmlns:a16="http://schemas.microsoft.com/office/drawing/2014/main" id="{0057B2F9-4234-B03A-98B0-BDEF5A891B6C}"/>
                  </a:ext>
                </a:extLst>
              </p:cNvPr>
              <p:cNvGrpSpPr/>
              <p:nvPr/>
            </p:nvGrpSpPr>
            <p:grpSpPr>
              <a:xfrm>
                <a:off x="5037654" y="3392507"/>
                <a:ext cx="37870" cy="32451"/>
                <a:chOff x="5037654" y="3392507"/>
                <a:chExt cx="37870" cy="32451"/>
              </a:xfrm>
            </p:grpSpPr>
            <p:sp>
              <p:nvSpPr>
                <p:cNvPr id="461" name="Google Shape;5476;p68">
                  <a:extLst>
                    <a:ext uri="{FF2B5EF4-FFF2-40B4-BE49-F238E27FC236}">
                      <a16:creationId xmlns:a16="http://schemas.microsoft.com/office/drawing/2014/main" id="{7EB8E29E-072B-7812-B626-F144C0FDEA0D}"/>
                    </a:ext>
                  </a:extLst>
                </p:cNvPr>
                <p:cNvSpPr/>
                <p:nvPr/>
              </p:nvSpPr>
              <p:spPr>
                <a:xfrm>
                  <a:off x="5037654" y="3392507"/>
                  <a:ext cx="37870" cy="32451"/>
                </a:xfrm>
                <a:custGeom>
                  <a:avLst/>
                  <a:gdLst/>
                  <a:ahLst/>
                  <a:cxnLst/>
                  <a:rect l="l" t="t" r="r" b="b"/>
                  <a:pathLst>
                    <a:path w="4815" h="4126" extrusionOk="0">
                      <a:moveTo>
                        <a:pt x="2742" y="1"/>
                      </a:moveTo>
                      <a:cubicBezTo>
                        <a:pt x="2238" y="1"/>
                        <a:pt x="1724" y="188"/>
                        <a:pt x="1307" y="606"/>
                      </a:cubicBezTo>
                      <a:cubicBezTo>
                        <a:pt x="0" y="1912"/>
                        <a:pt x="919" y="4126"/>
                        <a:pt x="2758" y="4126"/>
                      </a:cubicBezTo>
                      <a:cubicBezTo>
                        <a:pt x="3895" y="4114"/>
                        <a:pt x="4815" y="3194"/>
                        <a:pt x="4815" y="2069"/>
                      </a:cubicBezTo>
                      <a:cubicBezTo>
                        <a:pt x="4815" y="824"/>
                        <a:pt x="3799" y="1"/>
                        <a:pt x="274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5477;p68">
                  <a:extLst>
                    <a:ext uri="{FF2B5EF4-FFF2-40B4-BE49-F238E27FC236}">
                      <a16:creationId xmlns:a16="http://schemas.microsoft.com/office/drawing/2014/main" id="{F71A34C2-E396-0533-82A9-88394ED668F6}"/>
                    </a:ext>
                  </a:extLst>
                </p:cNvPr>
                <p:cNvSpPr/>
                <p:nvPr/>
              </p:nvSpPr>
              <p:spPr>
                <a:xfrm>
                  <a:off x="5050592" y="3402213"/>
                  <a:ext cx="15227" cy="13064"/>
                </a:xfrm>
                <a:custGeom>
                  <a:avLst/>
                  <a:gdLst/>
                  <a:ahLst/>
                  <a:cxnLst/>
                  <a:rect l="l" t="t" r="r" b="b"/>
                  <a:pathLst>
                    <a:path w="1936" h="1661" extrusionOk="0">
                      <a:moveTo>
                        <a:pt x="1113" y="1"/>
                      </a:moveTo>
                      <a:cubicBezTo>
                        <a:pt x="375" y="1"/>
                        <a:pt x="0" y="896"/>
                        <a:pt x="520" y="1416"/>
                      </a:cubicBezTo>
                      <a:cubicBezTo>
                        <a:pt x="689" y="1585"/>
                        <a:pt x="898" y="1661"/>
                        <a:pt x="1103" y="1661"/>
                      </a:cubicBezTo>
                      <a:cubicBezTo>
                        <a:pt x="1528" y="1661"/>
                        <a:pt x="1936" y="1333"/>
                        <a:pt x="1936" y="835"/>
                      </a:cubicBezTo>
                      <a:cubicBezTo>
                        <a:pt x="1936" y="376"/>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 name="Google Shape;5478;p68">
                <a:extLst>
                  <a:ext uri="{FF2B5EF4-FFF2-40B4-BE49-F238E27FC236}">
                    <a16:creationId xmlns:a16="http://schemas.microsoft.com/office/drawing/2014/main" id="{78B69D11-80D8-B186-059E-216D3FB5699D}"/>
                  </a:ext>
                </a:extLst>
              </p:cNvPr>
              <p:cNvGrpSpPr/>
              <p:nvPr/>
            </p:nvGrpSpPr>
            <p:grpSpPr>
              <a:xfrm>
                <a:off x="5456560" y="3368629"/>
                <a:ext cx="37870" cy="32451"/>
                <a:chOff x="5456560" y="3368629"/>
                <a:chExt cx="37870" cy="32451"/>
              </a:xfrm>
            </p:grpSpPr>
            <p:sp>
              <p:nvSpPr>
                <p:cNvPr id="459" name="Google Shape;5479;p68">
                  <a:extLst>
                    <a:ext uri="{FF2B5EF4-FFF2-40B4-BE49-F238E27FC236}">
                      <a16:creationId xmlns:a16="http://schemas.microsoft.com/office/drawing/2014/main" id="{DD0BCB2F-975D-9EFB-C6A7-FC5A258EC05D}"/>
                    </a:ext>
                  </a:extLst>
                </p:cNvPr>
                <p:cNvSpPr/>
                <p:nvPr/>
              </p:nvSpPr>
              <p:spPr>
                <a:xfrm>
                  <a:off x="5456560" y="3368629"/>
                  <a:ext cx="37870" cy="32451"/>
                </a:xfrm>
                <a:custGeom>
                  <a:avLst/>
                  <a:gdLst/>
                  <a:ahLst/>
                  <a:cxnLst/>
                  <a:rect l="l" t="t" r="r" b="b"/>
                  <a:pathLst>
                    <a:path w="4815" h="4126" extrusionOk="0">
                      <a:moveTo>
                        <a:pt x="2742" y="0"/>
                      </a:moveTo>
                      <a:cubicBezTo>
                        <a:pt x="2238" y="0"/>
                        <a:pt x="1724" y="187"/>
                        <a:pt x="1307" y="605"/>
                      </a:cubicBezTo>
                      <a:cubicBezTo>
                        <a:pt x="0" y="1912"/>
                        <a:pt x="920" y="4125"/>
                        <a:pt x="2758" y="4125"/>
                      </a:cubicBezTo>
                      <a:cubicBezTo>
                        <a:pt x="3895" y="4113"/>
                        <a:pt x="4815" y="3194"/>
                        <a:pt x="4815" y="2069"/>
                      </a:cubicBezTo>
                      <a:cubicBezTo>
                        <a:pt x="4815" y="824"/>
                        <a:pt x="3800" y="0"/>
                        <a:pt x="274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5480;p68">
                  <a:extLst>
                    <a:ext uri="{FF2B5EF4-FFF2-40B4-BE49-F238E27FC236}">
                      <a16:creationId xmlns:a16="http://schemas.microsoft.com/office/drawing/2014/main" id="{0298F9B2-3285-D5D5-AB04-47BBEBBB6802}"/>
                    </a:ext>
                  </a:extLst>
                </p:cNvPr>
                <p:cNvSpPr/>
                <p:nvPr/>
              </p:nvSpPr>
              <p:spPr>
                <a:xfrm>
                  <a:off x="5469498" y="3378334"/>
                  <a:ext cx="15227" cy="13064"/>
                </a:xfrm>
                <a:custGeom>
                  <a:avLst/>
                  <a:gdLst/>
                  <a:ahLst/>
                  <a:cxnLst/>
                  <a:rect l="l" t="t" r="r" b="b"/>
                  <a:pathLst>
                    <a:path w="1936" h="1661" extrusionOk="0">
                      <a:moveTo>
                        <a:pt x="1113" y="0"/>
                      </a:moveTo>
                      <a:cubicBezTo>
                        <a:pt x="375" y="0"/>
                        <a:pt x="0" y="895"/>
                        <a:pt x="520" y="1416"/>
                      </a:cubicBezTo>
                      <a:cubicBezTo>
                        <a:pt x="693" y="1585"/>
                        <a:pt x="903" y="1660"/>
                        <a:pt x="1108" y="1660"/>
                      </a:cubicBezTo>
                      <a:cubicBezTo>
                        <a:pt x="1533" y="1660"/>
                        <a:pt x="1936" y="1333"/>
                        <a:pt x="1936" y="835"/>
                      </a:cubicBezTo>
                      <a:cubicBezTo>
                        <a:pt x="1936" y="375"/>
                        <a:pt x="1573"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 name="Google Shape;5481;p68">
                <a:extLst>
                  <a:ext uri="{FF2B5EF4-FFF2-40B4-BE49-F238E27FC236}">
                    <a16:creationId xmlns:a16="http://schemas.microsoft.com/office/drawing/2014/main" id="{F1767B42-DDD1-1424-2DBF-90E1C8F2DB1C}"/>
                  </a:ext>
                </a:extLst>
              </p:cNvPr>
              <p:cNvGrpSpPr/>
              <p:nvPr/>
            </p:nvGrpSpPr>
            <p:grpSpPr>
              <a:xfrm>
                <a:off x="4755749" y="3501516"/>
                <a:ext cx="46246" cy="39608"/>
                <a:chOff x="4755749" y="3501516"/>
                <a:chExt cx="46246" cy="39608"/>
              </a:xfrm>
            </p:grpSpPr>
            <p:sp>
              <p:nvSpPr>
                <p:cNvPr id="457" name="Google Shape;5482;p68">
                  <a:extLst>
                    <a:ext uri="{FF2B5EF4-FFF2-40B4-BE49-F238E27FC236}">
                      <a16:creationId xmlns:a16="http://schemas.microsoft.com/office/drawing/2014/main" id="{E6EB593A-6CDA-C5D3-ECA9-7495B678EBAA}"/>
                    </a:ext>
                  </a:extLst>
                </p:cNvPr>
                <p:cNvSpPr/>
                <p:nvPr/>
              </p:nvSpPr>
              <p:spPr>
                <a:xfrm>
                  <a:off x="4755749" y="3501516"/>
                  <a:ext cx="46246" cy="39608"/>
                </a:xfrm>
                <a:custGeom>
                  <a:avLst/>
                  <a:gdLst/>
                  <a:ahLst/>
                  <a:cxnLst/>
                  <a:rect l="l" t="t" r="r" b="b"/>
                  <a:pathLst>
                    <a:path w="5880" h="5036" extrusionOk="0">
                      <a:moveTo>
                        <a:pt x="3345" y="0"/>
                      </a:moveTo>
                      <a:cubicBezTo>
                        <a:pt x="2727" y="0"/>
                        <a:pt x="2097" y="229"/>
                        <a:pt x="1585" y="741"/>
                      </a:cubicBezTo>
                      <a:cubicBezTo>
                        <a:pt x="0" y="2326"/>
                        <a:pt x="1125" y="5036"/>
                        <a:pt x="3363" y="5036"/>
                      </a:cubicBezTo>
                      <a:cubicBezTo>
                        <a:pt x="4754" y="5036"/>
                        <a:pt x="5879" y="3911"/>
                        <a:pt x="5879" y="2520"/>
                      </a:cubicBezTo>
                      <a:cubicBezTo>
                        <a:pt x="5879" y="1005"/>
                        <a:pt x="4638" y="0"/>
                        <a:pt x="334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5483;p68">
                  <a:extLst>
                    <a:ext uri="{FF2B5EF4-FFF2-40B4-BE49-F238E27FC236}">
                      <a16:creationId xmlns:a16="http://schemas.microsoft.com/office/drawing/2014/main" id="{7FED9EBF-B77D-ABCE-0305-1A5B3FEA8247}"/>
                    </a:ext>
                  </a:extLst>
                </p:cNvPr>
                <p:cNvSpPr/>
                <p:nvPr/>
              </p:nvSpPr>
              <p:spPr>
                <a:xfrm>
                  <a:off x="4768687" y="3511245"/>
                  <a:ext cx="23697" cy="20221"/>
                </a:xfrm>
                <a:custGeom>
                  <a:avLst/>
                  <a:gdLst/>
                  <a:ahLst/>
                  <a:cxnLst/>
                  <a:rect l="l" t="t" r="r" b="b"/>
                  <a:pathLst>
                    <a:path w="3013" h="2571" extrusionOk="0">
                      <a:moveTo>
                        <a:pt x="1718" y="0"/>
                      </a:moveTo>
                      <a:cubicBezTo>
                        <a:pt x="569" y="0"/>
                        <a:pt x="0" y="1379"/>
                        <a:pt x="811" y="2190"/>
                      </a:cubicBezTo>
                      <a:cubicBezTo>
                        <a:pt x="1074" y="2453"/>
                        <a:pt x="1398" y="2571"/>
                        <a:pt x="1715" y="2571"/>
                      </a:cubicBezTo>
                      <a:cubicBezTo>
                        <a:pt x="2377" y="2571"/>
                        <a:pt x="3013" y="2059"/>
                        <a:pt x="3013" y="1283"/>
                      </a:cubicBezTo>
                      <a:cubicBezTo>
                        <a:pt x="3013" y="581"/>
                        <a:pt x="2432" y="0"/>
                        <a:pt x="171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5484;p68">
                <a:extLst>
                  <a:ext uri="{FF2B5EF4-FFF2-40B4-BE49-F238E27FC236}">
                    <a16:creationId xmlns:a16="http://schemas.microsoft.com/office/drawing/2014/main" id="{8780B018-F55C-76C0-551C-8FDED651EF40}"/>
                  </a:ext>
                </a:extLst>
              </p:cNvPr>
              <p:cNvGrpSpPr/>
              <p:nvPr/>
            </p:nvGrpSpPr>
            <p:grpSpPr>
              <a:xfrm>
                <a:off x="4681346" y="3485582"/>
                <a:ext cx="37783" cy="32427"/>
                <a:chOff x="4681346" y="3485582"/>
                <a:chExt cx="37783" cy="32427"/>
              </a:xfrm>
            </p:grpSpPr>
            <p:sp>
              <p:nvSpPr>
                <p:cNvPr id="455" name="Google Shape;5485;p68">
                  <a:extLst>
                    <a:ext uri="{FF2B5EF4-FFF2-40B4-BE49-F238E27FC236}">
                      <a16:creationId xmlns:a16="http://schemas.microsoft.com/office/drawing/2014/main" id="{CCD6574E-F8C0-3667-9B75-0703C4B6AFEF}"/>
                    </a:ext>
                  </a:extLst>
                </p:cNvPr>
                <p:cNvSpPr/>
                <p:nvPr/>
              </p:nvSpPr>
              <p:spPr>
                <a:xfrm>
                  <a:off x="4681346" y="3485582"/>
                  <a:ext cx="37783" cy="32427"/>
                </a:xfrm>
                <a:custGeom>
                  <a:avLst/>
                  <a:gdLst/>
                  <a:ahLst/>
                  <a:cxnLst/>
                  <a:rect l="l" t="t" r="r" b="b"/>
                  <a:pathLst>
                    <a:path w="4804" h="4123" extrusionOk="0">
                      <a:moveTo>
                        <a:pt x="2738" y="1"/>
                      </a:moveTo>
                      <a:cubicBezTo>
                        <a:pt x="2231" y="1"/>
                        <a:pt x="1715" y="191"/>
                        <a:pt x="1295" y="614"/>
                      </a:cubicBezTo>
                      <a:cubicBezTo>
                        <a:pt x="1" y="1909"/>
                        <a:pt x="920"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5486;p68">
                  <a:extLst>
                    <a:ext uri="{FF2B5EF4-FFF2-40B4-BE49-F238E27FC236}">
                      <a16:creationId xmlns:a16="http://schemas.microsoft.com/office/drawing/2014/main" id="{398EFB44-CA11-7404-494E-4C7C91691E84}"/>
                    </a:ext>
                  </a:extLst>
                </p:cNvPr>
                <p:cNvSpPr/>
                <p:nvPr/>
              </p:nvSpPr>
              <p:spPr>
                <a:xfrm>
                  <a:off x="4696479" y="3495263"/>
                  <a:ext cx="13040" cy="13040"/>
                </a:xfrm>
                <a:custGeom>
                  <a:avLst/>
                  <a:gdLst/>
                  <a:ahLst/>
                  <a:cxnLst/>
                  <a:rect l="l" t="t" r="r" b="b"/>
                  <a:pathLst>
                    <a:path w="1658" h="1658" extrusionOk="0">
                      <a:moveTo>
                        <a:pt x="823" y="0"/>
                      </a:moveTo>
                      <a:cubicBezTo>
                        <a:pt x="363" y="0"/>
                        <a:pt x="0" y="375"/>
                        <a:pt x="0" y="835"/>
                      </a:cubicBezTo>
                      <a:cubicBezTo>
                        <a:pt x="0" y="1295"/>
                        <a:pt x="363" y="1657"/>
                        <a:pt x="823" y="1657"/>
                      </a:cubicBezTo>
                      <a:cubicBezTo>
                        <a:pt x="1282" y="1657"/>
                        <a:pt x="1657" y="1295"/>
                        <a:pt x="1657" y="835"/>
                      </a:cubicBezTo>
                      <a:cubicBezTo>
                        <a:pt x="1657" y="375"/>
                        <a:pt x="1282"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5487;p68">
                <a:extLst>
                  <a:ext uri="{FF2B5EF4-FFF2-40B4-BE49-F238E27FC236}">
                    <a16:creationId xmlns:a16="http://schemas.microsoft.com/office/drawing/2014/main" id="{E8133F8D-463F-993B-E2FC-3160FD773FF4}"/>
                  </a:ext>
                </a:extLst>
              </p:cNvPr>
              <p:cNvGrpSpPr/>
              <p:nvPr/>
            </p:nvGrpSpPr>
            <p:grpSpPr>
              <a:xfrm>
                <a:off x="4767067" y="3291088"/>
                <a:ext cx="37878" cy="32451"/>
                <a:chOff x="4767067" y="3291088"/>
                <a:chExt cx="37878" cy="32451"/>
              </a:xfrm>
            </p:grpSpPr>
            <p:sp>
              <p:nvSpPr>
                <p:cNvPr id="453" name="Google Shape;5488;p68">
                  <a:extLst>
                    <a:ext uri="{FF2B5EF4-FFF2-40B4-BE49-F238E27FC236}">
                      <a16:creationId xmlns:a16="http://schemas.microsoft.com/office/drawing/2014/main" id="{84A564B6-4663-E6A7-7AD5-69C2BC3C4214}"/>
                    </a:ext>
                  </a:extLst>
                </p:cNvPr>
                <p:cNvSpPr/>
                <p:nvPr/>
              </p:nvSpPr>
              <p:spPr>
                <a:xfrm>
                  <a:off x="4767067"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5489;p68">
                  <a:extLst>
                    <a:ext uri="{FF2B5EF4-FFF2-40B4-BE49-F238E27FC236}">
                      <a16:creationId xmlns:a16="http://schemas.microsoft.com/office/drawing/2014/main" id="{F78F2FC6-0CD9-2633-5137-8F211909CC22}"/>
                    </a:ext>
                  </a:extLst>
                </p:cNvPr>
                <p:cNvSpPr/>
                <p:nvPr/>
              </p:nvSpPr>
              <p:spPr>
                <a:xfrm>
                  <a:off x="4780036" y="3300888"/>
                  <a:ext cx="15203" cy="13009"/>
                </a:xfrm>
                <a:custGeom>
                  <a:avLst/>
                  <a:gdLst/>
                  <a:ahLst/>
                  <a:cxnLst/>
                  <a:rect l="l" t="t" r="r" b="b"/>
                  <a:pathLst>
                    <a:path w="1933" h="1654" extrusionOk="0">
                      <a:moveTo>
                        <a:pt x="1131" y="0"/>
                      </a:moveTo>
                      <a:cubicBezTo>
                        <a:pt x="1124" y="0"/>
                        <a:pt x="1117" y="0"/>
                        <a:pt x="1110" y="1"/>
                      </a:cubicBezTo>
                      <a:cubicBezTo>
                        <a:pt x="1105" y="0"/>
                        <a:pt x="1100" y="0"/>
                        <a:pt x="1095" y="0"/>
                      </a:cubicBezTo>
                      <a:cubicBezTo>
                        <a:pt x="367" y="0"/>
                        <a:pt x="0" y="887"/>
                        <a:pt x="517" y="1404"/>
                      </a:cubicBezTo>
                      <a:cubicBezTo>
                        <a:pt x="686" y="1577"/>
                        <a:pt x="895" y="1654"/>
                        <a:pt x="1100" y="1654"/>
                      </a:cubicBezTo>
                      <a:cubicBezTo>
                        <a:pt x="1525" y="1654"/>
                        <a:pt x="1932" y="1321"/>
                        <a:pt x="1932" y="823"/>
                      </a:cubicBezTo>
                      <a:cubicBezTo>
                        <a:pt x="1932" y="371"/>
                        <a:pt x="1569" y="0"/>
                        <a:pt x="113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 name="Google Shape;5490;p68">
                <a:extLst>
                  <a:ext uri="{FF2B5EF4-FFF2-40B4-BE49-F238E27FC236}">
                    <a16:creationId xmlns:a16="http://schemas.microsoft.com/office/drawing/2014/main" id="{FD820C0A-ADA4-797D-38A6-3A92911DD276}"/>
                  </a:ext>
                </a:extLst>
              </p:cNvPr>
              <p:cNvGrpSpPr/>
              <p:nvPr/>
            </p:nvGrpSpPr>
            <p:grpSpPr>
              <a:xfrm>
                <a:off x="4687819" y="3405539"/>
                <a:ext cx="37776" cy="32451"/>
                <a:chOff x="4687819" y="3405539"/>
                <a:chExt cx="37776" cy="32451"/>
              </a:xfrm>
            </p:grpSpPr>
            <p:sp>
              <p:nvSpPr>
                <p:cNvPr id="451" name="Google Shape;5491;p68">
                  <a:extLst>
                    <a:ext uri="{FF2B5EF4-FFF2-40B4-BE49-F238E27FC236}">
                      <a16:creationId xmlns:a16="http://schemas.microsoft.com/office/drawing/2014/main" id="{A83C6A86-2F8B-BB43-7D5F-ECAEE391D845}"/>
                    </a:ext>
                  </a:extLst>
                </p:cNvPr>
                <p:cNvSpPr/>
                <p:nvPr/>
              </p:nvSpPr>
              <p:spPr>
                <a:xfrm>
                  <a:off x="4687819" y="3405539"/>
                  <a:ext cx="37776" cy="32451"/>
                </a:xfrm>
                <a:custGeom>
                  <a:avLst/>
                  <a:gdLst/>
                  <a:ahLst/>
                  <a:cxnLst/>
                  <a:rect l="l" t="t" r="r" b="b"/>
                  <a:pathLst>
                    <a:path w="4803" h="4126" extrusionOk="0">
                      <a:moveTo>
                        <a:pt x="2730" y="1"/>
                      </a:moveTo>
                      <a:cubicBezTo>
                        <a:pt x="2226" y="1"/>
                        <a:pt x="1712" y="188"/>
                        <a:pt x="1295" y="606"/>
                      </a:cubicBezTo>
                      <a:cubicBezTo>
                        <a:pt x="0" y="1912"/>
                        <a:pt x="920" y="4126"/>
                        <a:pt x="2758"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5492;p68">
                  <a:extLst>
                    <a:ext uri="{FF2B5EF4-FFF2-40B4-BE49-F238E27FC236}">
                      <a16:creationId xmlns:a16="http://schemas.microsoft.com/office/drawing/2014/main" id="{DE8156A6-8A26-E05B-16C9-C6AC0A6AA4CF}"/>
                    </a:ext>
                  </a:extLst>
                </p:cNvPr>
                <p:cNvSpPr/>
                <p:nvPr/>
              </p:nvSpPr>
              <p:spPr>
                <a:xfrm>
                  <a:off x="4702944" y="3415245"/>
                  <a:ext cx="13040" cy="13048"/>
                </a:xfrm>
                <a:custGeom>
                  <a:avLst/>
                  <a:gdLst/>
                  <a:ahLst/>
                  <a:cxnLst/>
                  <a:rect l="l" t="t" r="r" b="b"/>
                  <a:pathLst>
                    <a:path w="1658" h="1659" extrusionOk="0">
                      <a:moveTo>
                        <a:pt x="823" y="1"/>
                      </a:moveTo>
                      <a:cubicBezTo>
                        <a:pt x="376" y="1"/>
                        <a:pt x="1" y="376"/>
                        <a:pt x="1" y="836"/>
                      </a:cubicBezTo>
                      <a:cubicBezTo>
                        <a:pt x="1" y="1295"/>
                        <a:pt x="376" y="1658"/>
                        <a:pt x="823" y="1658"/>
                      </a:cubicBezTo>
                      <a:cubicBezTo>
                        <a:pt x="1283" y="1658"/>
                        <a:pt x="1658" y="1295"/>
                        <a:pt x="1658" y="836"/>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 name="Google Shape;5493;p68">
                <a:extLst>
                  <a:ext uri="{FF2B5EF4-FFF2-40B4-BE49-F238E27FC236}">
                    <a16:creationId xmlns:a16="http://schemas.microsoft.com/office/drawing/2014/main" id="{ADBDE139-32CE-B634-0D99-4296A16FE9D5}"/>
                  </a:ext>
                </a:extLst>
              </p:cNvPr>
              <p:cNvGrpSpPr/>
              <p:nvPr/>
            </p:nvGrpSpPr>
            <p:grpSpPr>
              <a:xfrm>
                <a:off x="4923101" y="3444809"/>
                <a:ext cx="52813" cy="45318"/>
                <a:chOff x="4923101" y="3444809"/>
                <a:chExt cx="52813" cy="45318"/>
              </a:xfrm>
            </p:grpSpPr>
            <p:sp>
              <p:nvSpPr>
                <p:cNvPr id="449" name="Google Shape;5494;p68">
                  <a:extLst>
                    <a:ext uri="{FF2B5EF4-FFF2-40B4-BE49-F238E27FC236}">
                      <a16:creationId xmlns:a16="http://schemas.microsoft.com/office/drawing/2014/main" id="{3718BF98-38CE-9823-AF99-24CD288E14AF}"/>
                    </a:ext>
                  </a:extLst>
                </p:cNvPr>
                <p:cNvSpPr/>
                <p:nvPr/>
              </p:nvSpPr>
              <p:spPr>
                <a:xfrm>
                  <a:off x="4923101" y="3444809"/>
                  <a:ext cx="52813" cy="45318"/>
                </a:xfrm>
                <a:custGeom>
                  <a:avLst/>
                  <a:gdLst/>
                  <a:ahLst/>
                  <a:cxnLst/>
                  <a:rect l="l" t="t" r="r" b="b"/>
                  <a:pathLst>
                    <a:path w="6715" h="5762" extrusionOk="0">
                      <a:moveTo>
                        <a:pt x="3823" y="1"/>
                      </a:moveTo>
                      <a:cubicBezTo>
                        <a:pt x="3117" y="1"/>
                        <a:pt x="2398" y="263"/>
                        <a:pt x="1815" y="851"/>
                      </a:cubicBezTo>
                      <a:cubicBezTo>
                        <a:pt x="1" y="2665"/>
                        <a:pt x="1283" y="5762"/>
                        <a:pt x="3847" y="5762"/>
                      </a:cubicBezTo>
                      <a:cubicBezTo>
                        <a:pt x="5432" y="5762"/>
                        <a:pt x="6714" y="4468"/>
                        <a:pt x="6714" y="2883"/>
                      </a:cubicBezTo>
                      <a:cubicBezTo>
                        <a:pt x="6714" y="1148"/>
                        <a:pt x="5298" y="1"/>
                        <a:pt x="38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5495;p68">
                  <a:extLst>
                    <a:ext uri="{FF2B5EF4-FFF2-40B4-BE49-F238E27FC236}">
                      <a16:creationId xmlns:a16="http://schemas.microsoft.com/office/drawing/2014/main" id="{C6D7E976-0C04-C902-9188-EE9CDEA5C5A9}"/>
                    </a:ext>
                  </a:extLst>
                </p:cNvPr>
                <p:cNvSpPr/>
                <p:nvPr/>
              </p:nvSpPr>
              <p:spPr>
                <a:xfrm>
                  <a:off x="4936039" y="3454538"/>
                  <a:ext cx="30265" cy="25915"/>
                </a:xfrm>
                <a:custGeom>
                  <a:avLst/>
                  <a:gdLst/>
                  <a:ahLst/>
                  <a:cxnLst/>
                  <a:rect l="l" t="t" r="r" b="b"/>
                  <a:pathLst>
                    <a:path w="3848" h="3295" extrusionOk="0">
                      <a:moveTo>
                        <a:pt x="2202" y="1"/>
                      </a:moveTo>
                      <a:cubicBezTo>
                        <a:pt x="727" y="1"/>
                        <a:pt x="1" y="1779"/>
                        <a:pt x="1029" y="2807"/>
                      </a:cubicBezTo>
                      <a:cubicBezTo>
                        <a:pt x="1365" y="3144"/>
                        <a:pt x="1779" y="3294"/>
                        <a:pt x="2185" y="3294"/>
                      </a:cubicBezTo>
                      <a:cubicBezTo>
                        <a:pt x="3034" y="3294"/>
                        <a:pt x="3847" y="2636"/>
                        <a:pt x="3847" y="1646"/>
                      </a:cubicBezTo>
                      <a:cubicBezTo>
                        <a:pt x="3847" y="739"/>
                        <a:pt x="3110" y="1"/>
                        <a:pt x="220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 name="Google Shape;5496;p68">
                <a:extLst>
                  <a:ext uri="{FF2B5EF4-FFF2-40B4-BE49-F238E27FC236}">
                    <a16:creationId xmlns:a16="http://schemas.microsoft.com/office/drawing/2014/main" id="{4732EFD5-EE36-00ED-6D26-7CB824D39A79}"/>
                  </a:ext>
                </a:extLst>
              </p:cNvPr>
              <p:cNvGrpSpPr/>
              <p:nvPr/>
            </p:nvGrpSpPr>
            <p:grpSpPr>
              <a:xfrm>
                <a:off x="4846040" y="3654750"/>
                <a:ext cx="31405" cy="26993"/>
                <a:chOff x="4846040" y="3654750"/>
                <a:chExt cx="31405" cy="26993"/>
              </a:xfrm>
            </p:grpSpPr>
            <p:sp>
              <p:nvSpPr>
                <p:cNvPr id="447" name="Google Shape;5497;p68">
                  <a:extLst>
                    <a:ext uri="{FF2B5EF4-FFF2-40B4-BE49-F238E27FC236}">
                      <a16:creationId xmlns:a16="http://schemas.microsoft.com/office/drawing/2014/main" id="{03994639-5438-7352-09AF-FA2C607745CD}"/>
                    </a:ext>
                  </a:extLst>
                </p:cNvPr>
                <p:cNvSpPr/>
                <p:nvPr/>
              </p:nvSpPr>
              <p:spPr>
                <a:xfrm>
                  <a:off x="4846040" y="3654750"/>
                  <a:ext cx="31405" cy="26993"/>
                </a:xfrm>
                <a:custGeom>
                  <a:avLst/>
                  <a:gdLst/>
                  <a:ahLst/>
                  <a:cxnLst/>
                  <a:rect l="l" t="t" r="r" b="b"/>
                  <a:pathLst>
                    <a:path w="3993" h="3432" extrusionOk="0">
                      <a:moveTo>
                        <a:pt x="2272" y="0"/>
                      </a:moveTo>
                      <a:cubicBezTo>
                        <a:pt x="1853" y="0"/>
                        <a:pt x="1425" y="156"/>
                        <a:pt x="1077" y="504"/>
                      </a:cubicBezTo>
                      <a:cubicBezTo>
                        <a:pt x="0" y="1581"/>
                        <a:pt x="750" y="3432"/>
                        <a:pt x="2274" y="3432"/>
                      </a:cubicBezTo>
                      <a:cubicBezTo>
                        <a:pt x="3218" y="3432"/>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5498;p68">
                  <a:extLst>
                    <a:ext uri="{FF2B5EF4-FFF2-40B4-BE49-F238E27FC236}">
                      <a16:creationId xmlns:a16="http://schemas.microsoft.com/office/drawing/2014/main" id="{5479B54E-24D1-AB74-2C6D-239F4D386F71}"/>
                    </a:ext>
                  </a:extLst>
                </p:cNvPr>
                <p:cNvSpPr/>
                <p:nvPr/>
              </p:nvSpPr>
              <p:spPr>
                <a:xfrm>
                  <a:off x="4858883" y="3664424"/>
                  <a:ext cx="8856" cy="7676"/>
                </a:xfrm>
                <a:custGeom>
                  <a:avLst/>
                  <a:gdLst/>
                  <a:ahLst/>
                  <a:cxnLst/>
                  <a:rect l="l" t="t" r="r" b="b"/>
                  <a:pathLst>
                    <a:path w="1126" h="976" extrusionOk="0">
                      <a:moveTo>
                        <a:pt x="641" y="0"/>
                      </a:moveTo>
                      <a:cubicBezTo>
                        <a:pt x="218" y="0"/>
                        <a:pt x="0" y="520"/>
                        <a:pt x="303" y="835"/>
                      </a:cubicBezTo>
                      <a:cubicBezTo>
                        <a:pt x="400"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5499;p68">
                <a:extLst>
                  <a:ext uri="{FF2B5EF4-FFF2-40B4-BE49-F238E27FC236}">
                    <a16:creationId xmlns:a16="http://schemas.microsoft.com/office/drawing/2014/main" id="{7AE30CA1-1420-9F42-601D-D53AAFF5F107}"/>
                  </a:ext>
                </a:extLst>
              </p:cNvPr>
              <p:cNvGrpSpPr/>
              <p:nvPr/>
            </p:nvGrpSpPr>
            <p:grpSpPr>
              <a:xfrm>
                <a:off x="4925673" y="3691700"/>
                <a:ext cx="40253" cy="34472"/>
                <a:chOff x="4925673" y="3691700"/>
                <a:chExt cx="40253" cy="34472"/>
              </a:xfrm>
            </p:grpSpPr>
            <p:sp>
              <p:nvSpPr>
                <p:cNvPr id="445" name="Google Shape;5500;p68">
                  <a:extLst>
                    <a:ext uri="{FF2B5EF4-FFF2-40B4-BE49-F238E27FC236}">
                      <a16:creationId xmlns:a16="http://schemas.microsoft.com/office/drawing/2014/main" id="{2EC4A8E3-5D81-BE06-62A9-D470FA98F7A4}"/>
                    </a:ext>
                  </a:extLst>
                </p:cNvPr>
                <p:cNvSpPr/>
                <p:nvPr/>
              </p:nvSpPr>
              <p:spPr>
                <a:xfrm>
                  <a:off x="4925673" y="3691700"/>
                  <a:ext cx="40253" cy="34472"/>
                </a:xfrm>
                <a:custGeom>
                  <a:avLst/>
                  <a:gdLst/>
                  <a:ahLst/>
                  <a:cxnLst/>
                  <a:rect l="l" t="t" r="r" b="b"/>
                  <a:pathLst>
                    <a:path w="5118" h="4383" extrusionOk="0">
                      <a:moveTo>
                        <a:pt x="2908" y="0"/>
                      </a:moveTo>
                      <a:cubicBezTo>
                        <a:pt x="2371" y="0"/>
                        <a:pt x="1825" y="200"/>
                        <a:pt x="1379" y="645"/>
                      </a:cubicBezTo>
                      <a:cubicBezTo>
                        <a:pt x="0" y="2024"/>
                        <a:pt x="968" y="4383"/>
                        <a:pt x="2915" y="4383"/>
                      </a:cubicBezTo>
                      <a:cubicBezTo>
                        <a:pt x="4125" y="4383"/>
                        <a:pt x="5105" y="3403"/>
                        <a:pt x="5117" y="2193"/>
                      </a:cubicBezTo>
                      <a:cubicBezTo>
                        <a:pt x="5109" y="875"/>
                        <a:pt x="4031" y="0"/>
                        <a:pt x="290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5501;p68">
                  <a:extLst>
                    <a:ext uri="{FF2B5EF4-FFF2-40B4-BE49-F238E27FC236}">
                      <a16:creationId xmlns:a16="http://schemas.microsoft.com/office/drawing/2014/main" id="{BACB770E-8B22-26F6-02CD-D548141EF510}"/>
                    </a:ext>
                  </a:extLst>
                </p:cNvPr>
                <p:cNvSpPr/>
                <p:nvPr/>
              </p:nvSpPr>
              <p:spPr>
                <a:xfrm>
                  <a:off x="4938516" y="3701334"/>
                  <a:ext cx="17704" cy="15187"/>
                </a:xfrm>
                <a:custGeom>
                  <a:avLst/>
                  <a:gdLst/>
                  <a:ahLst/>
                  <a:cxnLst/>
                  <a:rect l="l" t="t" r="r" b="b"/>
                  <a:pathLst>
                    <a:path w="2251" h="1931" extrusionOk="0">
                      <a:moveTo>
                        <a:pt x="1295" y="1"/>
                      </a:moveTo>
                      <a:cubicBezTo>
                        <a:pt x="436" y="1"/>
                        <a:pt x="0" y="1041"/>
                        <a:pt x="605" y="1646"/>
                      </a:cubicBezTo>
                      <a:cubicBezTo>
                        <a:pt x="801" y="1842"/>
                        <a:pt x="1043" y="1930"/>
                        <a:pt x="1281" y="1930"/>
                      </a:cubicBezTo>
                      <a:cubicBezTo>
                        <a:pt x="1775" y="1930"/>
                        <a:pt x="2250" y="1549"/>
                        <a:pt x="2250" y="968"/>
                      </a:cubicBezTo>
                      <a:cubicBezTo>
                        <a:pt x="2250" y="436"/>
                        <a:pt x="1827" y="1"/>
                        <a:pt x="129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5502;p68">
                <a:extLst>
                  <a:ext uri="{FF2B5EF4-FFF2-40B4-BE49-F238E27FC236}">
                    <a16:creationId xmlns:a16="http://schemas.microsoft.com/office/drawing/2014/main" id="{FF56912F-8BFE-2F41-C775-210B545F8DC1}"/>
                  </a:ext>
                </a:extLst>
              </p:cNvPr>
              <p:cNvGrpSpPr/>
              <p:nvPr/>
            </p:nvGrpSpPr>
            <p:grpSpPr>
              <a:xfrm>
                <a:off x="4894653" y="3740848"/>
                <a:ext cx="31405" cy="26906"/>
                <a:chOff x="4894653" y="3740848"/>
                <a:chExt cx="31405" cy="26906"/>
              </a:xfrm>
            </p:grpSpPr>
            <p:sp>
              <p:nvSpPr>
                <p:cNvPr id="443" name="Google Shape;5503;p68">
                  <a:extLst>
                    <a:ext uri="{FF2B5EF4-FFF2-40B4-BE49-F238E27FC236}">
                      <a16:creationId xmlns:a16="http://schemas.microsoft.com/office/drawing/2014/main" id="{DB096267-EE9C-6C9B-6272-F6761A061A62}"/>
                    </a:ext>
                  </a:extLst>
                </p:cNvPr>
                <p:cNvSpPr/>
                <p:nvPr/>
              </p:nvSpPr>
              <p:spPr>
                <a:xfrm>
                  <a:off x="4894653" y="3740848"/>
                  <a:ext cx="31405" cy="26906"/>
                </a:xfrm>
                <a:custGeom>
                  <a:avLst/>
                  <a:gdLst/>
                  <a:ahLst/>
                  <a:cxnLst/>
                  <a:rect l="l" t="t" r="r" b="b"/>
                  <a:pathLst>
                    <a:path w="3993" h="3421" extrusionOk="0">
                      <a:moveTo>
                        <a:pt x="2273" y="1"/>
                      </a:moveTo>
                      <a:cubicBezTo>
                        <a:pt x="1853" y="1"/>
                        <a:pt x="1425" y="157"/>
                        <a:pt x="1077" y="505"/>
                      </a:cubicBezTo>
                      <a:cubicBezTo>
                        <a:pt x="1" y="1582"/>
                        <a:pt x="763" y="3420"/>
                        <a:pt x="2287" y="3420"/>
                      </a:cubicBezTo>
                      <a:cubicBezTo>
                        <a:pt x="3230" y="3420"/>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5504;p68">
                  <a:extLst>
                    <a:ext uri="{FF2B5EF4-FFF2-40B4-BE49-F238E27FC236}">
                      <a16:creationId xmlns:a16="http://schemas.microsoft.com/office/drawing/2014/main" id="{FD8C62EA-86CA-67C2-C137-661BF29C16EA}"/>
                    </a:ext>
                  </a:extLst>
                </p:cNvPr>
                <p:cNvSpPr/>
                <p:nvPr/>
              </p:nvSpPr>
              <p:spPr>
                <a:xfrm>
                  <a:off x="4907497" y="3750522"/>
                  <a:ext cx="8950" cy="7605"/>
                </a:xfrm>
                <a:custGeom>
                  <a:avLst/>
                  <a:gdLst/>
                  <a:ahLst/>
                  <a:cxnLst/>
                  <a:rect l="l" t="t" r="r" b="b"/>
                  <a:pathLst>
                    <a:path w="1138" h="967" extrusionOk="0">
                      <a:moveTo>
                        <a:pt x="654" y="1"/>
                      </a:moveTo>
                      <a:cubicBezTo>
                        <a:pt x="218" y="1"/>
                        <a:pt x="1" y="521"/>
                        <a:pt x="303" y="823"/>
                      </a:cubicBezTo>
                      <a:cubicBezTo>
                        <a:pt x="406" y="922"/>
                        <a:pt x="531" y="967"/>
                        <a:pt x="652"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 name="Google Shape;5505;p68">
                <a:extLst>
                  <a:ext uri="{FF2B5EF4-FFF2-40B4-BE49-F238E27FC236}">
                    <a16:creationId xmlns:a16="http://schemas.microsoft.com/office/drawing/2014/main" id="{9607BA17-9473-C871-938E-4BF1B2F658AA}"/>
                  </a:ext>
                </a:extLst>
              </p:cNvPr>
              <p:cNvGrpSpPr/>
              <p:nvPr/>
            </p:nvGrpSpPr>
            <p:grpSpPr>
              <a:xfrm>
                <a:off x="4962300" y="3696348"/>
                <a:ext cx="38255" cy="32773"/>
                <a:chOff x="4962300" y="3696348"/>
                <a:chExt cx="38255" cy="32773"/>
              </a:xfrm>
            </p:grpSpPr>
            <p:sp>
              <p:nvSpPr>
                <p:cNvPr id="441" name="Google Shape;5506;p68">
                  <a:extLst>
                    <a:ext uri="{FF2B5EF4-FFF2-40B4-BE49-F238E27FC236}">
                      <a16:creationId xmlns:a16="http://schemas.microsoft.com/office/drawing/2014/main" id="{833A0C79-6E54-8B87-2DAE-7D699799B3EC}"/>
                    </a:ext>
                  </a:extLst>
                </p:cNvPr>
                <p:cNvSpPr/>
                <p:nvPr/>
              </p:nvSpPr>
              <p:spPr>
                <a:xfrm>
                  <a:off x="4962300" y="3696348"/>
                  <a:ext cx="38255" cy="32773"/>
                </a:xfrm>
                <a:custGeom>
                  <a:avLst/>
                  <a:gdLst/>
                  <a:ahLst/>
                  <a:cxnLst/>
                  <a:rect l="l" t="t" r="r" b="b"/>
                  <a:pathLst>
                    <a:path w="4864" h="4167" extrusionOk="0">
                      <a:moveTo>
                        <a:pt x="2767" y="1"/>
                      </a:moveTo>
                      <a:cubicBezTo>
                        <a:pt x="2259" y="1"/>
                        <a:pt x="1740" y="189"/>
                        <a:pt x="1319" y="611"/>
                      </a:cubicBezTo>
                      <a:cubicBezTo>
                        <a:pt x="0" y="1929"/>
                        <a:pt x="932" y="4167"/>
                        <a:pt x="2783" y="4167"/>
                      </a:cubicBezTo>
                      <a:cubicBezTo>
                        <a:pt x="3932" y="4167"/>
                        <a:pt x="4863" y="3236"/>
                        <a:pt x="4863" y="2086"/>
                      </a:cubicBezTo>
                      <a:cubicBezTo>
                        <a:pt x="4863" y="833"/>
                        <a:pt x="3836" y="1"/>
                        <a:pt x="276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5507;p68">
                  <a:extLst>
                    <a:ext uri="{FF2B5EF4-FFF2-40B4-BE49-F238E27FC236}">
                      <a16:creationId xmlns:a16="http://schemas.microsoft.com/office/drawing/2014/main" id="{F9D2854C-2F2F-7F16-3A2A-2E71363BA4D9}"/>
                    </a:ext>
                  </a:extLst>
                </p:cNvPr>
                <p:cNvSpPr/>
                <p:nvPr/>
              </p:nvSpPr>
              <p:spPr>
                <a:xfrm>
                  <a:off x="4975238" y="3706093"/>
                  <a:ext cx="15612" cy="13386"/>
                </a:xfrm>
                <a:custGeom>
                  <a:avLst/>
                  <a:gdLst/>
                  <a:ahLst/>
                  <a:cxnLst/>
                  <a:rect l="l" t="t" r="r" b="b"/>
                  <a:pathLst>
                    <a:path w="1985" h="1702" extrusionOk="0">
                      <a:moveTo>
                        <a:pt x="1138" y="1"/>
                      </a:moveTo>
                      <a:cubicBezTo>
                        <a:pt x="388" y="1"/>
                        <a:pt x="1" y="908"/>
                        <a:pt x="533" y="1452"/>
                      </a:cubicBezTo>
                      <a:cubicBezTo>
                        <a:pt x="709" y="1624"/>
                        <a:pt x="923" y="1702"/>
                        <a:pt x="1132" y="1702"/>
                      </a:cubicBezTo>
                      <a:cubicBezTo>
                        <a:pt x="1569" y="1702"/>
                        <a:pt x="1984" y="1363"/>
                        <a:pt x="1984" y="847"/>
                      </a:cubicBezTo>
                      <a:cubicBezTo>
                        <a:pt x="1984" y="376"/>
                        <a:pt x="1609" y="1"/>
                        <a:pt x="113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 name="Google Shape;5508;p68">
                <a:extLst>
                  <a:ext uri="{FF2B5EF4-FFF2-40B4-BE49-F238E27FC236}">
                    <a16:creationId xmlns:a16="http://schemas.microsoft.com/office/drawing/2014/main" id="{3A221B29-B526-E9E9-EBA8-F9D629EA578A}"/>
                  </a:ext>
                </a:extLst>
              </p:cNvPr>
              <p:cNvGrpSpPr/>
              <p:nvPr/>
            </p:nvGrpSpPr>
            <p:grpSpPr>
              <a:xfrm>
                <a:off x="4980185" y="3743349"/>
                <a:ext cx="31499" cy="26969"/>
                <a:chOff x="4980185" y="3743349"/>
                <a:chExt cx="31499" cy="26969"/>
              </a:xfrm>
            </p:grpSpPr>
            <p:sp>
              <p:nvSpPr>
                <p:cNvPr id="439" name="Google Shape;5509;p68">
                  <a:extLst>
                    <a:ext uri="{FF2B5EF4-FFF2-40B4-BE49-F238E27FC236}">
                      <a16:creationId xmlns:a16="http://schemas.microsoft.com/office/drawing/2014/main" id="{29AF4F29-CBEF-6253-C98B-F6E252D88073}"/>
                    </a:ext>
                  </a:extLst>
                </p:cNvPr>
                <p:cNvSpPr/>
                <p:nvPr/>
              </p:nvSpPr>
              <p:spPr>
                <a:xfrm>
                  <a:off x="4980185" y="3743349"/>
                  <a:ext cx="31499" cy="26969"/>
                </a:xfrm>
                <a:custGeom>
                  <a:avLst/>
                  <a:gdLst/>
                  <a:ahLst/>
                  <a:cxnLst/>
                  <a:rect l="l" t="t" r="r" b="b"/>
                  <a:pathLst>
                    <a:path w="4005" h="3429" extrusionOk="0">
                      <a:moveTo>
                        <a:pt x="2274" y="0"/>
                      </a:moveTo>
                      <a:cubicBezTo>
                        <a:pt x="1855" y="0"/>
                        <a:pt x="1427" y="155"/>
                        <a:pt x="1077" y="501"/>
                      </a:cubicBezTo>
                      <a:cubicBezTo>
                        <a:pt x="1" y="1578"/>
                        <a:pt x="763" y="3429"/>
                        <a:pt x="2287" y="3429"/>
                      </a:cubicBezTo>
                      <a:cubicBezTo>
                        <a:pt x="3230" y="3429"/>
                        <a:pt x="3993" y="2667"/>
                        <a:pt x="4005" y="1723"/>
                      </a:cubicBezTo>
                      <a:cubicBezTo>
                        <a:pt x="4005" y="689"/>
                        <a:pt x="3158" y="0"/>
                        <a:pt x="227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5510;p68">
                  <a:extLst>
                    <a:ext uri="{FF2B5EF4-FFF2-40B4-BE49-F238E27FC236}">
                      <a16:creationId xmlns:a16="http://schemas.microsoft.com/office/drawing/2014/main" id="{96206118-01A1-1F7E-0B3B-32A79B67203A}"/>
                    </a:ext>
                  </a:extLst>
                </p:cNvPr>
                <p:cNvSpPr/>
                <p:nvPr/>
              </p:nvSpPr>
              <p:spPr>
                <a:xfrm>
                  <a:off x="4993123" y="3753094"/>
                  <a:ext cx="8856" cy="7605"/>
                </a:xfrm>
                <a:custGeom>
                  <a:avLst/>
                  <a:gdLst/>
                  <a:ahLst/>
                  <a:cxnLst/>
                  <a:rect l="l" t="t" r="r" b="b"/>
                  <a:pathLst>
                    <a:path w="1126" h="967" extrusionOk="0">
                      <a:moveTo>
                        <a:pt x="642" y="0"/>
                      </a:moveTo>
                      <a:cubicBezTo>
                        <a:pt x="206" y="0"/>
                        <a:pt x="1" y="521"/>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 name="Google Shape;5511;p68">
                <a:extLst>
                  <a:ext uri="{FF2B5EF4-FFF2-40B4-BE49-F238E27FC236}">
                    <a16:creationId xmlns:a16="http://schemas.microsoft.com/office/drawing/2014/main" id="{93E35BFE-1FD4-C0B4-FE30-2DA974CE2FC0}"/>
                  </a:ext>
                </a:extLst>
              </p:cNvPr>
              <p:cNvGrpSpPr/>
              <p:nvPr/>
            </p:nvGrpSpPr>
            <p:grpSpPr>
              <a:xfrm>
                <a:off x="5013768" y="3734312"/>
                <a:ext cx="31499" cy="26969"/>
                <a:chOff x="5013768" y="3734312"/>
                <a:chExt cx="31499" cy="26969"/>
              </a:xfrm>
            </p:grpSpPr>
            <p:sp>
              <p:nvSpPr>
                <p:cNvPr id="437" name="Google Shape;5512;p68">
                  <a:extLst>
                    <a:ext uri="{FF2B5EF4-FFF2-40B4-BE49-F238E27FC236}">
                      <a16:creationId xmlns:a16="http://schemas.microsoft.com/office/drawing/2014/main" id="{5F66A360-A3D9-1DE5-01AF-4384A255EBA6}"/>
                    </a:ext>
                  </a:extLst>
                </p:cNvPr>
                <p:cNvSpPr/>
                <p:nvPr/>
              </p:nvSpPr>
              <p:spPr>
                <a:xfrm>
                  <a:off x="5013768" y="3734312"/>
                  <a:ext cx="31499" cy="26969"/>
                </a:xfrm>
                <a:custGeom>
                  <a:avLst/>
                  <a:gdLst/>
                  <a:ahLst/>
                  <a:cxnLst/>
                  <a:rect l="l" t="t" r="r" b="b"/>
                  <a:pathLst>
                    <a:path w="4005" h="3429" extrusionOk="0">
                      <a:moveTo>
                        <a:pt x="2281" y="1"/>
                      </a:moveTo>
                      <a:cubicBezTo>
                        <a:pt x="1858" y="1"/>
                        <a:pt x="1428" y="159"/>
                        <a:pt x="1077" y="513"/>
                      </a:cubicBezTo>
                      <a:cubicBezTo>
                        <a:pt x="1" y="1590"/>
                        <a:pt x="775" y="3429"/>
                        <a:pt x="2299" y="3429"/>
                      </a:cubicBezTo>
                      <a:cubicBezTo>
                        <a:pt x="3231" y="3417"/>
                        <a:pt x="3993" y="2655"/>
                        <a:pt x="4005" y="1711"/>
                      </a:cubicBezTo>
                      <a:cubicBezTo>
                        <a:pt x="3997" y="682"/>
                        <a:pt x="3157" y="1"/>
                        <a:pt x="228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5513;p68">
                  <a:extLst>
                    <a:ext uri="{FF2B5EF4-FFF2-40B4-BE49-F238E27FC236}">
                      <a16:creationId xmlns:a16="http://schemas.microsoft.com/office/drawing/2014/main" id="{A240387E-9CF7-11E6-B184-6FEA02C18037}"/>
                    </a:ext>
                  </a:extLst>
                </p:cNvPr>
                <p:cNvSpPr/>
                <p:nvPr/>
              </p:nvSpPr>
              <p:spPr>
                <a:xfrm>
                  <a:off x="5028043" y="3743963"/>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5514;p68">
                <a:extLst>
                  <a:ext uri="{FF2B5EF4-FFF2-40B4-BE49-F238E27FC236}">
                    <a16:creationId xmlns:a16="http://schemas.microsoft.com/office/drawing/2014/main" id="{5B8DD653-0AAA-32D6-2BFE-D4CCF0CDCBB2}"/>
                  </a:ext>
                </a:extLst>
              </p:cNvPr>
              <p:cNvGrpSpPr/>
              <p:nvPr/>
            </p:nvGrpSpPr>
            <p:grpSpPr>
              <a:xfrm>
                <a:off x="5036703" y="3764545"/>
                <a:ext cx="31499" cy="26898"/>
                <a:chOff x="5036703" y="3764545"/>
                <a:chExt cx="31499" cy="26898"/>
              </a:xfrm>
            </p:grpSpPr>
            <p:sp>
              <p:nvSpPr>
                <p:cNvPr id="435" name="Google Shape;5515;p68">
                  <a:extLst>
                    <a:ext uri="{FF2B5EF4-FFF2-40B4-BE49-F238E27FC236}">
                      <a16:creationId xmlns:a16="http://schemas.microsoft.com/office/drawing/2014/main" id="{D6B2C287-CAA3-66EA-1705-CCFF04F70C3D}"/>
                    </a:ext>
                  </a:extLst>
                </p:cNvPr>
                <p:cNvSpPr/>
                <p:nvPr/>
              </p:nvSpPr>
              <p:spPr>
                <a:xfrm>
                  <a:off x="5036703" y="3764545"/>
                  <a:ext cx="31499" cy="26898"/>
                </a:xfrm>
                <a:custGeom>
                  <a:avLst/>
                  <a:gdLst/>
                  <a:ahLst/>
                  <a:cxnLst/>
                  <a:rect l="l" t="t" r="r" b="b"/>
                  <a:pathLst>
                    <a:path w="4005" h="3420" extrusionOk="0">
                      <a:moveTo>
                        <a:pt x="2284" y="0"/>
                      </a:moveTo>
                      <a:cubicBezTo>
                        <a:pt x="1865" y="0"/>
                        <a:pt x="1437" y="156"/>
                        <a:pt x="1089" y="504"/>
                      </a:cubicBezTo>
                      <a:cubicBezTo>
                        <a:pt x="0" y="1581"/>
                        <a:pt x="774" y="3419"/>
                        <a:pt x="2298" y="3419"/>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5516;p68">
                  <a:extLst>
                    <a:ext uri="{FF2B5EF4-FFF2-40B4-BE49-F238E27FC236}">
                      <a16:creationId xmlns:a16="http://schemas.microsoft.com/office/drawing/2014/main" id="{A036B36B-73C5-EE0B-C769-F9E5DE508CC5}"/>
                    </a:ext>
                  </a:extLst>
                </p:cNvPr>
                <p:cNvSpPr/>
                <p:nvPr/>
              </p:nvSpPr>
              <p:spPr>
                <a:xfrm>
                  <a:off x="5049641" y="3774211"/>
                  <a:ext cx="8856" cy="7605"/>
                </a:xfrm>
                <a:custGeom>
                  <a:avLst/>
                  <a:gdLst/>
                  <a:ahLst/>
                  <a:cxnLst/>
                  <a:rect l="l" t="t" r="r" b="b"/>
                  <a:pathLst>
                    <a:path w="1126" h="967" extrusionOk="0">
                      <a:moveTo>
                        <a:pt x="653" y="1"/>
                      </a:moveTo>
                      <a:cubicBezTo>
                        <a:pt x="218" y="1"/>
                        <a:pt x="0" y="521"/>
                        <a:pt x="303" y="823"/>
                      </a:cubicBezTo>
                      <a:cubicBezTo>
                        <a:pt x="402" y="922"/>
                        <a:pt x="524" y="967"/>
                        <a:pt x="643" y="967"/>
                      </a:cubicBezTo>
                      <a:cubicBezTo>
                        <a:pt x="890" y="967"/>
                        <a:pt x="1125" y="778"/>
                        <a:pt x="1125" y="485"/>
                      </a:cubicBezTo>
                      <a:cubicBezTo>
                        <a:pt x="1125" y="219"/>
                        <a:pt x="920"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5517;p68">
                <a:extLst>
                  <a:ext uri="{FF2B5EF4-FFF2-40B4-BE49-F238E27FC236}">
                    <a16:creationId xmlns:a16="http://schemas.microsoft.com/office/drawing/2014/main" id="{2F7B7594-587B-FAE7-C052-0720A0C04371}"/>
                  </a:ext>
                </a:extLst>
              </p:cNvPr>
              <p:cNvGrpSpPr/>
              <p:nvPr/>
            </p:nvGrpSpPr>
            <p:grpSpPr>
              <a:xfrm>
                <a:off x="4953546" y="3768352"/>
                <a:ext cx="31405" cy="26898"/>
                <a:chOff x="4953546" y="3768352"/>
                <a:chExt cx="31405" cy="26898"/>
              </a:xfrm>
            </p:grpSpPr>
            <p:sp>
              <p:nvSpPr>
                <p:cNvPr id="433" name="Google Shape;5518;p68">
                  <a:extLst>
                    <a:ext uri="{FF2B5EF4-FFF2-40B4-BE49-F238E27FC236}">
                      <a16:creationId xmlns:a16="http://schemas.microsoft.com/office/drawing/2014/main" id="{533C0DE0-1B6B-3179-6F69-ABAB7AE0EB64}"/>
                    </a:ext>
                  </a:extLst>
                </p:cNvPr>
                <p:cNvSpPr/>
                <p:nvPr/>
              </p:nvSpPr>
              <p:spPr>
                <a:xfrm>
                  <a:off x="4953546" y="3768352"/>
                  <a:ext cx="31405" cy="26898"/>
                </a:xfrm>
                <a:custGeom>
                  <a:avLst/>
                  <a:gdLst/>
                  <a:ahLst/>
                  <a:cxnLst/>
                  <a:rect l="l" t="t" r="r" b="b"/>
                  <a:pathLst>
                    <a:path w="3993" h="3420" extrusionOk="0">
                      <a:moveTo>
                        <a:pt x="2271" y="0"/>
                      </a:moveTo>
                      <a:cubicBezTo>
                        <a:pt x="1852" y="0"/>
                        <a:pt x="1425" y="156"/>
                        <a:pt x="1077" y="504"/>
                      </a:cubicBezTo>
                      <a:cubicBezTo>
                        <a:pt x="1" y="1581"/>
                        <a:pt x="751" y="3419"/>
                        <a:pt x="2287" y="3419"/>
                      </a:cubicBezTo>
                      <a:cubicBezTo>
                        <a:pt x="3218" y="3419"/>
                        <a:pt x="3992" y="2657"/>
                        <a:pt x="3992" y="1726"/>
                      </a:cubicBezTo>
                      <a:cubicBezTo>
                        <a:pt x="3992" y="686"/>
                        <a:pt x="3150" y="0"/>
                        <a:pt x="227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5519;p68">
                  <a:extLst>
                    <a:ext uri="{FF2B5EF4-FFF2-40B4-BE49-F238E27FC236}">
                      <a16:creationId xmlns:a16="http://schemas.microsoft.com/office/drawing/2014/main" id="{2589457A-1E62-7437-2331-DF1DE5A95BD1}"/>
                    </a:ext>
                  </a:extLst>
                </p:cNvPr>
                <p:cNvSpPr/>
                <p:nvPr/>
              </p:nvSpPr>
              <p:spPr>
                <a:xfrm>
                  <a:off x="4966390" y="3778018"/>
                  <a:ext cx="8950" cy="7684"/>
                </a:xfrm>
                <a:custGeom>
                  <a:avLst/>
                  <a:gdLst/>
                  <a:ahLst/>
                  <a:cxnLst/>
                  <a:rect l="l" t="t" r="r" b="b"/>
                  <a:pathLst>
                    <a:path w="1138" h="977" extrusionOk="0">
                      <a:moveTo>
                        <a:pt x="654" y="1"/>
                      </a:moveTo>
                      <a:cubicBezTo>
                        <a:pt x="218" y="1"/>
                        <a:pt x="1" y="533"/>
                        <a:pt x="303" y="835"/>
                      </a:cubicBezTo>
                      <a:cubicBezTo>
                        <a:pt x="404" y="933"/>
                        <a:pt x="527" y="976"/>
                        <a:pt x="647" y="976"/>
                      </a:cubicBezTo>
                      <a:cubicBezTo>
                        <a:pt x="899" y="976"/>
                        <a:pt x="1138" y="784"/>
                        <a:pt x="1138" y="497"/>
                      </a:cubicBezTo>
                      <a:cubicBezTo>
                        <a:pt x="1138" y="218"/>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5520;p68">
                <a:extLst>
                  <a:ext uri="{FF2B5EF4-FFF2-40B4-BE49-F238E27FC236}">
                    <a16:creationId xmlns:a16="http://schemas.microsoft.com/office/drawing/2014/main" id="{217F9549-632B-291A-D6CA-FC9C7E1FA771}"/>
                  </a:ext>
                </a:extLst>
              </p:cNvPr>
              <p:cNvGrpSpPr/>
              <p:nvPr/>
            </p:nvGrpSpPr>
            <p:grpSpPr>
              <a:xfrm>
                <a:off x="4964770" y="3814016"/>
                <a:ext cx="31499" cy="26993"/>
                <a:chOff x="4964770" y="3814016"/>
                <a:chExt cx="31499" cy="26993"/>
              </a:xfrm>
            </p:grpSpPr>
            <p:sp>
              <p:nvSpPr>
                <p:cNvPr id="431" name="Google Shape;5521;p68">
                  <a:extLst>
                    <a:ext uri="{FF2B5EF4-FFF2-40B4-BE49-F238E27FC236}">
                      <a16:creationId xmlns:a16="http://schemas.microsoft.com/office/drawing/2014/main" id="{FD150D49-351B-12BC-5972-9F6964FC0F30}"/>
                    </a:ext>
                  </a:extLst>
                </p:cNvPr>
                <p:cNvSpPr/>
                <p:nvPr/>
              </p:nvSpPr>
              <p:spPr>
                <a:xfrm>
                  <a:off x="4964770" y="3814016"/>
                  <a:ext cx="31499" cy="26993"/>
                </a:xfrm>
                <a:custGeom>
                  <a:avLst/>
                  <a:gdLst/>
                  <a:ahLst/>
                  <a:cxnLst/>
                  <a:rect l="l" t="t" r="r" b="b"/>
                  <a:pathLst>
                    <a:path w="4005" h="3432" extrusionOk="0">
                      <a:moveTo>
                        <a:pt x="2276" y="0"/>
                      </a:moveTo>
                      <a:cubicBezTo>
                        <a:pt x="1855" y="0"/>
                        <a:pt x="1426" y="156"/>
                        <a:pt x="1078" y="504"/>
                      </a:cubicBezTo>
                      <a:cubicBezTo>
                        <a:pt x="1" y="1581"/>
                        <a:pt x="763" y="3432"/>
                        <a:pt x="2287" y="3432"/>
                      </a:cubicBezTo>
                      <a:cubicBezTo>
                        <a:pt x="3231" y="3432"/>
                        <a:pt x="3993" y="2658"/>
                        <a:pt x="4005" y="1714"/>
                      </a:cubicBezTo>
                      <a:cubicBezTo>
                        <a:pt x="4005" y="683"/>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5522;p68">
                  <a:extLst>
                    <a:ext uri="{FF2B5EF4-FFF2-40B4-BE49-F238E27FC236}">
                      <a16:creationId xmlns:a16="http://schemas.microsoft.com/office/drawing/2014/main" id="{80BEF572-DFF7-A01F-3D49-61C54D156811}"/>
                    </a:ext>
                  </a:extLst>
                </p:cNvPr>
                <p:cNvSpPr/>
                <p:nvPr/>
              </p:nvSpPr>
              <p:spPr>
                <a:xfrm>
                  <a:off x="4977715" y="3823690"/>
                  <a:ext cx="8856" cy="7676"/>
                </a:xfrm>
                <a:custGeom>
                  <a:avLst/>
                  <a:gdLst/>
                  <a:ahLst/>
                  <a:cxnLst/>
                  <a:rect l="l" t="t" r="r" b="b"/>
                  <a:pathLst>
                    <a:path w="1126" h="976" extrusionOk="0">
                      <a:moveTo>
                        <a:pt x="641" y="0"/>
                      </a:moveTo>
                      <a:cubicBezTo>
                        <a:pt x="206" y="0"/>
                        <a:pt x="0" y="520"/>
                        <a:pt x="303" y="835"/>
                      </a:cubicBezTo>
                      <a:cubicBezTo>
                        <a:pt x="399"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 name="Google Shape;5523;p68">
                <a:extLst>
                  <a:ext uri="{FF2B5EF4-FFF2-40B4-BE49-F238E27FC236}">
                    <a16:creationId xmlns:a16="http://schemas.microsoft.com/office/drawing/2014/main" id="{D6E0C303-BA08-8D8B-C4D2-8B9A6FB2D845}"/>
                  </a:ext>
                </a:extLst>
              </p:cNvPr>
              <p:cNvGrpSpPr/>
              <p:nvPr/>
            </p:nvGrpSpPr>
            <p:grpSpPr>
              <a:xfrm>
                <a:off x="4923290" y="3800504"/>
                <a:ext cx="31468" cy="26898"/>
                <a:chOff x="4923290" y="3800504"/>
                <a:chExt cx="31468" cy="26898"/>
              </a:xfrm>
            </p:grpSpPr>
            <p:sp>
              <p:nvSpPr>
                <p:cNvPr id="429" name="Google Shape;5524;p68">
                  <a:extLst>
                    <a:ext uri="{FF2B5EF4-FFF2-40B4-BE49-F238E27FC236}">
                      <a16:creationId xmlns:a16="http://schemas.microsoft.com/office/drawing/2014/main" id="{8DC46E84-FEAE-E1A2-BD4D-91F43286E790}"/>
                    </a:ext>
                  </a:extLst>
                </p:cNvPr>
                <p:cNvSpPr/>
                <p:nvPr/>
              </p:nvSpPr>
              <p:spPr>
                <a:xfrm>
                  <a:off x="4923290" y="3800504"/>
                  <a:ext cx="31468" cy="26898"/>
                </a:xfrm>
                <a:custGeom>
                  <a:avLst/>
                  <a:gdLst/>
                  <a:ahLst/>
                  <a:cxnLst/>
                  <a:rect l="l" t="t" r="r" b="b"/>
                  <a:pathLst>
                    <a:path w="4001" h="3420" extrusionOk="0">
                      <a:moveTo>
                        <a:pt x="2276" y="1"/>
                      </a:moveTo>
                      <a:cubicBezTo>
                        <a:pt x="1855" y="1"/>
                        <a:pt x="1426" y="156"/>
                        <a:pt x="1077" y="505"/>
                      </a:cubicBezTo>
                      <a:cubicBezTo>
                        <a:pt x="1" y="1581"/>
                        <a:pt x="763" y="3420"/>
                        <a:pt x="2287" y="3420"/>
                      </a:cubicBezTo>
                      <a:cubicBezTo>
                        <a:pt x="3231" y="3420"/>
                        <a:pt x="3993" y="2658"/>
                        <a:pt x="3993" y="1714"/>
                      </a:cubicBezTo>
                      <a:cubicBezTo>
                        <a:pt x="4001" y="683"/>
                        <a:pt x="3156"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5525;p68">
                  <a:extLst>
                    <a:ext uri="{FF2B5EF4-FFF2-40B4-BE49-F238E27FC236}">
                      <a16:creationId xmlns:a16="http://schemas.microsoft.com/office/drawing/2014/main" id="{35797FD4-5960-2960-6D8D-95A78E188378}"/>
                    </a:ext>
                  </a:extLst>
                </p:cNvPr>
                <p:cNvSpPr/>
                <p:nvPr/>
              </p:nvSpPr>
              <p:spPr>
                <a:xfrm>
                  <a:off x="4937470" y="3810178"/>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 name="Google Shape;5526;p68">
                <a:extLst>
                  <a:ext uri="{FF2B5EF4-FFF2-40B4-BE49-F238E27FC236}">
                    <a16:creationId xmlns:a16="http://schemas.microsoft.com/office/drawing/2014/main" id="{0411F87B-358F-22C8-BED8-74C273DCED17}"/>
                  </a:ext>
                </a:extLst>
              </p:cNvPr>
              <p:cNvGrpSpPr/>
              <p:nvPr/>
            </p:nvGrpSpPr>
            <p:grpSpPr>
              <a:xfrm>
                <a:off x="5108534" y="3650943"/>
                <a:ext cx="31405" cy="26993"/>
                <a:chOff x="5108534" y="3650943"/>
                <a:chExt cx="31405" cy="26993"/>
              </a:xfrm>
            </p:grpSpPr>
            <p:sp>
              <p:nvSpPr>
                <p:cNvPr id="427" name="Google Shape;5527;p68">
                  <a:extLst>
                    <a:ext uri="{FF2B5EF4-FFF2-40B4-BE49-F238E27FC236}">
                      <a16:creationId xmlns:a16="http://schemas.microsoft.com/office/drawing/2014/main" id="{FC83AA7D-D75C-FC69-BE2E-4C6EA53B52B0}"/>
                    </a:ext>
                  </a:extLst>
                </p:cNvPr>
                <p:cNvSpPr/>
                <p:nvPr/>
              </p:nvSpPr>
              <p:spPr>
                <a:xfrm>
                  <a:off x="5108534" y="3650943"/>
                  <a:ext cx="31405" cy="26993"/>
                </a:xfrm>
                <a:custGeom>
                  <a:avLst/>
                  <a:gdLst/>
                  <a:ahLst/>
                  <a:cxnLst/>
                  <a:rect l="l" t="t" r="r" b="b"/>
                  <a:pathLst>
                    <a:path w="3993" h="3432" extrusionOk="0">
                      <a:moveTo>
                        <a:pt x="2272" y="1"/>
                      </a:moveTo>
                      <a:cubicBezTo>
                        <a:pt x="1853" y="1"/>
                        <a:pt x="1425" y="156"/>
                        <a:pt x="1077" y="505"/>
                      </a:cubicBezTo>
                      <a:cubicBezTo>
                        <a:pt x="0" y="1581"/>
                        <a:pt x="762" y="3432"/>
                        <a:pt x="2286" y="3432"/>
                      </a:cubicBezTo>
                      <a:cubicBezTo>
                        <a:pt x="3230" y="3432"/>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5528;p68">
                  <a:extLst>
                    <a:ext uri="{FF2B5EF4-FFF2-40B4-BE49-F238E27FC236}">
                      <a16:creationId xmlns:a16="http://schemas.microsoft.com/office/drawing/2014/main" id="{BBB75851-DF53-1CCA-E243-B7E4F0A1F384}"/>
                    </a:ext>
                  </a:extLst>
                </p:cNvPr>
                <p:cNvSpPr/>
                <p:nvPr/>
              </p:nvSpPr>
              <p:spPr>
                <a:xfrm>
                  <a:off x="5122707" y="3660617"/>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5529;p68">
                <a:extLst>
                  <a:ext uri="{FF2B5EF4-FFF2-40B4-BE49-F238E27FC236}">
                    <a16:creationId xmlns:a16="http://schemas.microsoft.com/office/drawing/2014/main" id="{077615AD-7D2B-8BCF-7BFA-11CC0D7207AB}"/>
                  </a:ext>
                </a:extLst>
              </p:cNvPr>
              <p:cNvGrpSpPr/>
              <p:nvPr/>
            </p:nvGrpSpPr>
            <p:grpSpPr>
              <a:xfrm>
                <a:off x="5119380" y="3760739"/>
                <a:ext cx="31499" cy="26993"/>
                <a:chOff x="5119380" y="3760739"/>
                <a:chExt cx="31499" cy="26993"/>
              </a:xfrm>
            </p:grpSpPr>
            <p:sp>
              <p:nvSpPr>
                <p:cNvPr id="425" name="Google Shape;5530;p68">
                  <a:extLst>
                    <a:ext uri="{FF2B5EF4-FFF2-40B4-BE49-F238E27FC236}">
                      <a16:creationId xmlns:a16="http://schemas.microsoft.com/office/drawing/2014/main" id="{42CEA90C-2BCC-D88D-D29F-74C867A5ECE5}"/>
                    </a:ext>
                  </a:extLst>
                </p:cNvPr>
                <p:cNvSpPr/>
                <p:nvPr/>
              </p:nvSpPr>
              <p:spPr>
                <a:xfrm>
                  <a:off x="5119380" y="3760739"/>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20"/>
                        <a:pt x="3992" y="2657"/>
                        <a:pt x="4004" y="1714"/>
                      </a:cubicBezTo>
                      <a:cubicBezTo>
                        <a:pt x="4004" y="683"/>
                        <a:pt x="3157" y="0"/>
                        <a:pt x="22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5531;p68">
                  <a:extLst>
                    <a:ext uri="{FF2B5EF4-FFF2-40B4-BE49-F238E27FC236}">
                      <a16:creationId xmlns:a16="http://schemas.microsoft.com/office/drawing/2014/main" id="{E0FA1279-91D8-A27B-57AA-2A90433268A1}"/>
                    </a:ext>
                  </a:extLst>
                </p:cNvPr>
                <p:cNvSpPr/>
                <p:nvPr/>
              </p:nvSpPr>
              <p:spPr>
                <a:xfrm>
                  <a:off x="5132318" y="3770405"/>
                  <a:ext cx="8856" cy="7653"/>
                </a:xfrm>
                <a:custGeom>
                  <a:avLst/>
                  <a:gdLst/>
                  <a:ahLst/>
                  <a:cxnLst/>
                  <a:rect l="l" t="t" r="r" b="b"/>
                  <a:pathLst>
                    <a:path w="1126" h="973" extrusionOk="0">
                      <a:moveTo>
                        <a:pt x="641" y="1"/>
                      </a:moveTo>
                      <a:cubicBezTo>
                        <a:pt x="206" y="1"/>
                        <a:pt x="0" y="521"/>
                        <a:pt x="303" y="824"/>
                      </a:cubicBezTo>
                      <a:cubicBezTo>
                        <a:pt x="402" y="926"/>
                        <a:pt x="524" y="972"/>
                        <a:pt x="644" y="972"/>
                      </a:cubicBezTo>
                      <a:cubicBezTo>
                        <a:pt x="890" y="972"/>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 name="Google Shape;5532;p68">
                <a:extLst>
                  <a:ext uri="{FF2B5EF4-FFF2-40B4-BE49-F238E27FC236}">
                    <a16:creationId xmlns:a16="http://schemas.microsoft.com/office/drawing/2014/main" id="{71A36F52-FA48-77EC-3646-BD844675CE8D}"/>
                  </a:ext>
                </a:extLst>
              </p:cNvPr>
              <p:cNvGrpSpPr/>
              <p:nvPr/>
            </p:nvGrpSpPr>
            <p:grpSpPr>
              <a:xfrm>
                <a:off x="5119380" y="3788235"/>
                <a:ext cx="31499" cy="26993"/>
                <a:chOff x="5119380" y="3788235"/>
                <a:chExt cx="31499" cy="26993"/>
              </a:xfrm>
            </p:grpSpPr>
            <p:sp>
              <p:nvSpPr>
                <p:cNvPr id="423" name="Google Shape;5533;p68">
                  <a:extLst>
                    <a:ext uri="{FF2B5EF4-FFF2-40B4-BE49-F238E27FC236}">
                      <a16:creationId xmlns:a16="http://schemas.microsoft.com/office/drawing/2014/main" id="{D0D6B9A7-0088-CF8D-99BF-C65B2F158576}"/>
                    </a:ext>
                  </a:extLst>
                </p:cNvPr>
                <p:cNvSpPr/>
                <p:nvPr/>
              </p:nvSpPr>
              <p:spPr>
                <a:xfrm>
                  <a:off x="5119380" y="3788235"/>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19"/>
                        <a:pt x="3992" y="2657"/>
                        <a:pt x="4004" y="1714"/>
                      </a:cubicBezTo>
                      <a:cubicBezTo>
                        <a:pt x="4004" y="683"/>
                        <a:pt x="3157" y="0"/>
                        <a:pt x="22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5534;p68">
                  <a:extLst>
                    <a:ext uri="{FF2B5EF4-FFF2-40B4-BE49-F238E27FC236}">
                      <a16:creationId xmlns:a16="http://schemas.microsoft.com/office/drawing/2014/main" id="{467C513D-2860-7501-CA73-3366A28D5FC3}"/>
                    </a:ext>
                  </a:extLst>
                </p:cNvPr>
                <p:cNvSpPr/>
                <p:nvPr/>
              </p:nvSpPr>
              <p:spPr>
                <a:xfrm>
                  <a:off x="5132318" y="3797901"/>
                  <a:ext cx="8856" cy="7605"/>
                </a:xfrm>
                <a:custGeom>
                  <a:avLst/>
                  <a:gdLst/>
                  <a:ahLst/>
                  <a:cxnLst/>
                  <a:rect l="l" t="t" r="r" b="b"/>
                  <a:pathLst>
                    <a:path w="1126" h="967" extrusionOk="0">
                      <a:moveTo>
                        <a:pt x="641" y="1"/>
                      </a:moveTo>
                      <a:cubicBezTo>
                        <a:pt x="206" y="1"/>
                        <a:pt x="0" y="521"/>
                        <a:pt x="303" y="824"/>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 name="Google Shape;5535;p68">
                <a:extLst>
                  <a:ext uri="{FF2B5EF4-FFF2-40B4-BE49-F238E27FC236}">
                    <a16:creationId xmlns:a16="http://schemas.microsoft.com/office/drawing/2014/main" id="{AC7B36F4-FF3A-77F1-325C-6B376968E85D}"/>
                  </a:ext>
                </a:extLst>
              </p:cNvPr>
              <p:cNvGrpSpPr/>
              <p:nvPr/>
            </p:nvGrpSpPr>
            <p:grpSpPr>
              <a:xfrm>
                <a:off x="5158005" y="3875284"/>
                <a:ext cx="31405" cy="27001"/>
                <a:chOff x="5158005" y="3875284"/>
                <a:chExt cx="31405" cy="27001"/>
              </a:xfrm>
            </p:grpSpPr>
            <p:sp>
              <p:nvSpPr>
                <p:cNvPr id="421" name="Google Shape;5536;p68">
                  <a:extLst>
                    <a:ext uri="{FF2B5EF4-FFF2-40B4-BE49-F238E27FC236}">
                      <a16:creationId xmlns:a16="http://schemas.microsoft.com/office/drawing/2014/main" id="{EB6FF816-632E-9CD0-E698-14BB6C749C54}"/>
                    </a:ext>
                  </a:extLst>
                </p:cNvPr>
                <p:cNvSpPr/>
                <p:nvPr/>
              </p:nvSpPr>
              <p:spPr>
                <a:xfrm>
                  <a:off x="5158005" y="3875284"/>
                  <a:ext cx="31405" cy="27001"/>
                </a:xfrm>
                <a:custGeom>
                  <a:avLst/>
                  <a:gdLst/>
                  <a:ahLst/>
                  <a:cxnLst/>
                  <a:rect l="l" t="t" r="r" b="b"/>
                  <a:pathLst>
                    <a:path w="3993" h="3433" extrusionOk="0">
                      <a:moveTo>
                        <a:pt x="2273" y="1"/>
                      </a:moveTo>
                      <a:cubicBezTo>
                        <a:pt x="1853" y="1"/>
                        <a:pt x="1425" y="157"/>
                        <a:pt x="1077" y="505"/>
                      </a:cubicBezTo>
                      <a:cubicBezTo>
                        <a:pt x="0" y="1581"/>
                        <a:pt x="763" y="3432"/>
                        <a:pt x="2287" y="3432"/>
                      </a:cubicBezTo>
                      <a:cubicBezTo>
                        <a:pt x="3230" y="3432"/>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5537;p68">
                  <a:extLst>
                    <a:ext uri="{FF2B5EF4-FFF2-40B4-BE49-F238E27FC236}">
                      <a16:creationId xmlns:a16="http://schemas.microsoft.com/office/drawing/2014/main" id="{79B3B374-1031-C8A3-3F91-8BDDBF0769D7}"/>
                    </a:ext>
                  </a:extLst>
                </p:cNvPr>
                <p:cNvSpPr/>
                <p:nvPr/>
              </p:nvSpPr>
              <p:spPr>
                <a:xfrm>
                  <a:off x="5170848" y="3884958"/>
                  <a:ext cx="8950" cy="7645"/>
                </a:xfrm>
                <a:custGeom>
                  <a:avLst/>
                  <a:gdLst/>
                  <a:ahLst/>
                  <a:cxnLst/>
                  <a:rect l="l" t="t" r="r" b="b"/>
                  <a:pathLst>
                    <a:path w="1138" h="972" extrusionOk="0">
                      <a:moveTo>
                        <a:pt x="654" y="0"/>
                      </a:moveTo>
                      <a:cubicBezTo>
                        <a:pt x="218" y="0"/>
                        <a:pt x="1" y="521"/>
                        <a:pt x="303" y="823"/>
                      </a:cubicBezTo>
                      <a:cubicBezTo>
                        <a:pt x="406" y="926"/>
                        <a:pt x="531" y="972"/>
                        <a:pt x="652" y="972"/>
                      </a:cubicBezTo>
                      <a:cubicBezTo>
                        <a:pt x="902" y="972"/>
                        <a:pt x="1138"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 name="Google Shape;5538;p68">
                <a:extLst>
                  <a:ext uri="{FF2B5EF4-FFF2-40B4-BE49-F238E27FC236}">
                    <a16:creationId xmlns:a16="http://schemas.microsoft.com/office/drawing/2014/main" id="{253C36C1-22BD-7046-165D-29A36BB39969}"/>
                  </a:ext>
                </a:extLst>
              </p:cNvPr>
              <p:cNvGrpSpPr/>
              <p:nvPr/>
            </p:nvGrpSpPr>
            <p:grpSpPr>
              <a:xfrm>
                <a:off x="5233163" y="3764545"/>
                <a:ext cx="31499" cy="26898"/>
                <a:chOff x="5233163" y="3764545"/>
                <a:chExt cx="31499" cy="26898"/>
              </a:xfrm>
            </p:grpSpPr>
            <p:sp>
              <p:nvSpPr>
                <p:cNvPr id="419" name="Google Shape;5539;p68">
                  <a:extLst>
                    <a:ext uri="{FF2B5EF4-FFF2-40B4-BE49-F238E27FC236}">
                      <a16:creationId xmlns:a16="http://schemas.microsoft.com/office/drawing/2014/main" id="{9B16240B-6321-B95C-E5A9-355BFF718D15}"/>
                    </a:ext>
                  </a:extLst>
                </p:cNvPr>
                <p:cNvSpPr/>
                <p:nvPr/>
              </p:nvSpPr>
              <p:spPr>
                <a:xfrm>
                  <a:off x="5233163" y="3764545"/>
                  <a:ext cx="31499" cy="26898"/>
                </a:xfrm>
                <a:custGeom>
                  <a:avLst/>
                  <a:gdLst/>
                  <a:ahLst/>
                  <a:cxnLst/>
                  <a:rect l="l" t="t" r="r" b="b"/>
                  <a:pathLst>
                    <a:path w="4005" h="3420" extrusionOk="0">
                      <a:moveTo>
                        <a:pt x="2276" y="0"/>
                      </a:moveTo>
                      <a:cubicBezTo>
                        <a:pt x="1855" y="0"/>
                        <a:pt x="1426" y="156"/>
                        <a:pt x="1078" y="504"/>
                      </a:cubicBezTo>
                      <a:cubicBezTo>
                        <a:pt x="1" y="1581"/>
                        <a:pt x="763" y="3419"/>
                        <a:pt x="2287" y="3419"/>
                      </a:cubicBezTo>
                      <a:cubicBezTo>
                        <a:pt x="3231" y="3419"/>
                        <a:pt x="4005" y="2657"/>
                        <a:pt x="4005" y="1714"/>
                      </a:cubicBezTo>
                      <a:cubicBezTo>
                        <a:pt x="4005" y="682"/>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5540;p68">
                  <a:extLst>
                    <a:ext uri="{FF2B5EF4-FFF2-40B4-BE49-F238E27FC236}">
                      <a16:creationId xmlns:a16="http://schemas.microsoft.com/office/drawing/2014/main" id="{8AAFAC3C-E1BE-15A6-D15C-177894144A63}"/>
                    </a:ext>
                  </a:extLst>
                </p:cNvPr>
                <p:cNvSpPr/>
                <p:nvPr/>
              </p:nvSpPr>
              <p:spPr>
                <a:xfrm>
                  <a:off x="5246108" y="3774211"/>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 name="Google Shape;5541;p68">
                <a:extLst>
                  <a:ext uri="{FF2B5EF4-FFF2-40B4-BE49-F238E27FC236}">
                    <a16:creationId xmlns:a16="http://schemas.microsoft.com/office/drawing/2014/main" id="{DD38082E-6383-8FF4-BA65-83EDE1C4D629}"/>
                  </a:ext>
                </a:extLst>
              </p:cNvPr>
              <p:cNvGrpSpPr/>
              <p:nvPr/>
            </p:nvGrpSpPr>
            <p:grpSpPr>
              <a:xfrm>
                <a:off x="5276168" y="3805545"/>
                <a:ext cx="31499" cy="26906"/>
                <a:chOff x="5276168" y="3805545"/>
                <a:chExt cx="31499" cy="26906"/>
              </a:xfrm>
            </p:grpSpPr>
            <p:sp>
              <p:nvSpPr>
                <p:cNvPr id="417" name="Google Shape;5542;p68">
                  <a:extLst>
                    <a:ext uri="{FF2B5EF4-FFF2-40B4-BE49-F238E27FC236}">
                      <a16:creationId xmlns:a16="http://schemas.microsoft.com/office/drawing/2014/main" id="{2A1602B7-2F3D-658D-4D44-3B13C0D9A668}"/>
                    </a:ext>
                  </a:extLst>
                </p:cNvPr>
                <p:cNvSpPr/>
                <p:nvPr/>
              </p:nvSpPr>
              <p:spPr>
                <a:xfrm>
                  <a:off x="5276168" y="3805545"/>
                  <a:ext cx="31499" cy="26906"/>
                </a:xfrm>
                <a:custGeom>
                  <a:avLst/>
                  <a:gdLst/>
                  <a:ahLst/>
                  <a:cxnLst/>
                  <a:rect l="l" t="t" r="r" b="b"/>
                  <a:pathLst>
                    <a:path w="4005" h="3421" extrusionOk="0">
                      <a:moveTo>
                        <a:pt x="2281" y="1"/>
                      </a:moveTo>
                      <a:cubicBezTo>
                        <a:pt x="1860" y="1"/>
                        <a:pt x="1429" y="157"/>
                        <a:pt x="1077" y="505"/>
                      </a:cubicBezTo>
                      <a:cubicBezTo>
                        <a:pt x="1" y="1581"/>
                        <a:pt x="763" y="3420"/>
                        <a:pt x="2287" y="3420"/>
                      </a:cubicBezTo>
                      <a:cubicBezTo>
                        <a:pt x="3231" y="3420"/>
                        <a:pt x="4005" y="2658"/>
                        <a:pt x="4005" y="1714"/>
                      </a:cubicBezTo>
                      <a:cubicBezTo>
                        <a:pt x="4005" y="683"/>
                        <a:pt x="3163" y="1"/>
                        <a:pt x="228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5543;p68">
                  <a:extLst>
                    <a:ext uri="{FF2B5EF4-FFF2-40B4-BE49-F238E27FC236}">
                      <a16:creationId xmlns:a16="http://schemas.microsoft.com/office/drawing/2014/main" id="{434A7663-5090-53FB-CFAC-232354F72052}"/>
                    </a:ext>
                  </a:extLst>
                </p:cNvPr>
                <p:cNvSpPr/>
                <p:nvPr/>
              </p:nvSpPr>
              <p:spPr>
                <a:xfrm>
                  <a:off x="5289106" y="3815219"/>
                  <a:ext cx="8856" cy="7605"/>
                </a:xfrm>
                <a:custGeom>
                  <a:avLst/>
                  <a:gdLst/>
                  <a:ahLst/>
                  <a:cxnLst/>
                  <a:rect l="l" t="t" r="r" b="b"/>
                  <a:pathLst>
                    <a:path w="1126" h="967" extrusionOk="0">
                      <a:moveTo>
                        <a:pt x="642" y="1"/>
                      </a:moveTo>
                      <a:cubicBezTo>
                        <a:pt x="219" y="1"/>
                        <a:pt x="1" y="521"/>
                        <a:pt x="303" y="823"/>
                      </a:cubicBezTo>
                      <a:cubicBezTo>
                        <a:pt x="402" y="922"/>
                        <a:pt x="524" y="967"/>
                        <a:pt x="644" y="967"/>
                      </a:cubicBezTo>
                      <a:cubicBezTo>
                        <a:pt x="890" y="967"/>
                        <a:pt x="1126" y="778"/>
                        <a:pt x="1126" y="484"/>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 name="Google Shape;5544;p68">
                <a:extLst>
                  <a:ext uri="{FF2B5EF4-FFF2-40B4-BE49-F238E27FC236}">
                    <a16:creationId xmlns:a16="http://schemas.microsoft.com/office/drawing/2014/main" id="{93184271-7CE3-C228-12FB-723ECFCEE972}"/>
                  </a:ext>
                </a:extLst>
              </p:cNvPr>
              <p:cNvGrpSpPr/>
              <p:nvPr/>
            </p:nvGrpSpPr>
            <p:grpSpPr>
              <a:xfrm>
                <a:off x="5294053" y="3851933"/>
                <a:ext cx="31405" cy="26945"/>
                <a:chOff x="5294053" y="3851933"/>
                <a:chExt cx="31405" cy="26945"/>
              </a:xfrm>
            </p:grpSpPr>
            <p:sp>
              <p:nvSpPr>
                <p:cNvPr id="415" name="Google Shape;5545;p68">
                  <a:extLst>
                    <a:ext uri="{FF2B5EF4-FFF2-40B4-BE49-F238E27FC236}">
                      <a16:creationId xmlns:a16="http://schemas.microsoft.com/office/drawing/2014/main" id="{84B7564B-CB89-EAE4-7014-2E2FF78D96D4}"/>
                    </a:ext>
                  </a:extLst>
                </p:cNvPr>
                <p:cNvSpPr/>
                <p:nvPr/>
              </p:nvSpPr>
              <p:spPr>
                <a:xfrm>
                  <a:off x="5294053" y="3851933"/>
                  <a:ext cx="31405" cy="26945"/>
                </a:xfrm>
                <a:custGeom>
                  <a:avLst/>
                  <a:gdLst/>
                  <a:ahLst/>
                  <a:cxnLst/>
                  <a:rect l="l" t="t" r="r" b="b"/>
                  <a:pathLst>
                    <a:path w="3993" h="3426" extrusionOk="0">
                      <a:moveTo>
                        <a:pt x="2273" y="1"/>
                      </a:moveTo>
                      <a:cubicBezTo>
                        <a:pt x="1854" y="1"/>
                        <a:pt x="1426" y="158"/>
                        <a:pt x="1077" y="510"/>
                      </a:cubicBezTo>
                      <a:cubicBezTo>
                        <a:pt x="1" y="1587"/>
                        <a:pt x="763" y="3425"/>
                        <a:pt x="2287" y="3425"/>
                      </a:cubicBezTo>
                      <a:cubicBezTo>
                        <a:pt x="3231" y="3425"/>
                        <a:pt x="3993" y="2663"/>
                        <a:pt x="3993" y="1720"/>
                      </a:cubicBezTo>
                      <a:cubicBezTo>
                        <a:pt x="3993" y="688"/>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5546;p68">
                  <a:extLst>
                    <a:ext uri="{FF2B5EF4-FFF2-40B4-BE49-F238E27FC236}">
                      <a16:creationId xmlns:a16="http://schemas.microsoft.com/office/drawing/2014/main" id="{752D832D-3905-68DF-8460-AF1B58E6B432}"/>
                    </a:ext>
                  </a:extLst>
                </p:cNvPr>
                <p:cNvSpPr/>
                <p:nvPr/>
              </p:nvSpPr>
              <p:spPr>
                <a:xfrm>
                  <a:off x="5308234" y="3861552"/>
                  <a:ext cx="7621" cy="7621"/>
                </a:xfrm>
                <a:custGeom>
                  <a:avLst/>
                  <a:gdLst/>
                  <a:ahLst/>
                  <a:cxnLst/>
                  <a:rect l="l" t="t" r="r" b="b"/>
                  <a:pathLst>
                    <a:path w="969" h="969" extrusionOk="0">
                      <a:moveTo>
                        <a:pt x="484" y="1"/>
                      </a:moveTo>
                      <a:cubicBezTo>
                        <a:pt x="218" y="1"/>
                        <a:pt x="0" y="218"/>
                        <a:pt x="0" y="485"/>
                      </a:cubicBezTo>
                      <a:cubicBezTo>
                        <a:pt x="0" y="763"/>
                        <a:pt x="218" y="968"/>
                        <a:pt x="484" y="968"/>
                      </a:cubicBezTo>
                      <a:cubicBezTo>
                        <a:pt x="750" y="968"/>
                        <a:pt x="968" y="763"/>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 name="Google Shape;5547;p68">
                <a:extLst>
                  <a:ext uri="{FF2B5EF4-FFF2-40B4-BE49-F238E27FC236}">
                    <a16:creationId xmlns:a16="http://schemas.microsoft.com/office/drawing/2014/main" id="{93FA2185-0DF6-8399-C2EF-F8F954E2941F}"/>
                  </a:ext>
                </a:extLst>
              </p:cNvPr>
              <p:cNvGrpSpPr/>
              <p:nvPr/>
            </p:nvGrpSpPr>
            <p:grpSpPr>
              <a:xfrm>
                <a:off x="5341723" y="3851902"/>
                <a:ext cx="31405" cy="26977"/>
                <a:chOff x="5341723" y="3851902"/>
                <a:chExt cx="31405" cy="26977"/>
              </a:xfrm>
            </p:grpSpPr>
            <p:sp>
              <p:nvSpPr>
                <p:cNvPr id="413" name="Google Shape;5548;p68">
                  <a:extLst>
                    <a:ext uri="{FF2B5EF4-FFF2-40B4-BE49-F238E27FC236}">
                      <a16:creationId xmlns:a16="http://schemas.microsoft.com/office/drawing/2014/main" id="{723C2F79-6EBF-77D2-615E-E77566FA6363}"/>
                    </a:ext>
                  </a:extLst>
                </p:cNvPr>
                <p:cNvSpPr/>
                <p:nvPr/>
              </p:nvSpPr>
              <p:spPr>
                <a:xfrm>
                  <a:off x="5341723" y="3851902"/>
                  <a:ext cx="31405" cy="26977"/>
                </a:xfrm>
                <a:custGeom>
                  <a:avLst/>
                  <a:gdLst/>
                  <a:ahLst/>
                  <a:cxnLst/>
                  <a:rect l="l" t="t" r="r" b="b"/>
                  <a:pathLst>
                    <a:path w="3993" h="3430" extrusionOk="0">
                      <a:moveTo>
                        <a:pt x="2266" y="1"/>
                      </a:moveTo>
                      <a:cubicBezTo>
                        <a:pt x="1848" y="1"/>
                        <a:pt x="1423" y="156"/>
                        <a:pt x="1077" y="502"/>
                      </a:cubicBezTo>
                      <a:cubicBezTo>
                        <a:pt x="0" y="1578"/>
                        <a:pt x="762" y="3429"/>
                        <a:pt x="2287" y="3429"/>
                      </a:cubicBezTo>
                      <a:cubicBezTo>
                        <a:pt x="3230" y="3429"/>
                        <a:pt x="3992" y="2667"/>
                        <a:pt x="3992" y="1724"/>
                      </a:cubicBezTo>
                      <a:cubicBezTo>
                        <a:pt x="3992" y="690"/>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5549;p68">
                  <a:extLst>
                    <a:ext uri="{FF2B5EF4-FFF2-40B4-BE49-F238E27FC236}">
                      <a16:creationId xmlns:a16="http://schemas.microsoft.com/office/drawing/2014/main" id="{68CC92D1-DBC5-78F0-57CC-83062AC740C0}"/>
                    </a:ext>
                  </a:extLst>
                </p:cNvPr>
                <p:cNvSpPr/>
                <p:nvPr/>
              </p:nvSpPr>
              <p:spPr>
                <a:xfrm>
                  <a:off x="5354567" y="3861647"/>
                  <a:ext cx="8950" cy="7590"/>
                </a:xfrm>
                <a:custGeom>
                  <a:avLst/>
                  <a:gdLst/>
                  <a:ahLst/>
                  <a:cxnLst/>
                  <a:rect l="l" t="t" r="r" b="b"/>
                  <a:pathLst>
                    <a:path w="1138" h="965" extrusionOk="0">
                      <a:moveTo>
                        <a:pt x="654" y="1"/>
                      </a:moveTo>
                      <a:cubicBezTo>
                        <a:pt x="218" y="1"/>
                        <a:pt x="0" y="521"/>
                        <a:pt x="303" y="823"/>
                      </a:cubicBezTo>
                      <a:cubicBezTo>
                        <a:pt x="404" y="921"/>
                        <a:pt x="527" y="964"/>
                        <a:pt x="646" y="964"/>
                      </a:cubicBezTo>
                      <a:cubicBezTo>
                        <a:pt x="898" y="964"/>
                        <a:pt x="1138" y="772"/>
                        <a:pt x="1138" y="485"/>
                      </a:cubicBezTo>
                      <a:cubicBezTo>
                        <a:pt x="1138" y="206"/>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5550;p68">
                <a:extLst>
                  <a:ext uri="{FF2B5EF4-FFF2-40B4-BE49-F238E27FC236}">
                    <a16:creationId xmlns:a16="http://schemas.microsoft.com/office/drawing/2014/main" id="{F29EA59B-936D-1E68-CDE8-08C201A8E284}"/>
                  </a:ext>
                </a:extLst>
              </p:cNvPr>
              <p:cNvGrpSpPr/>
              <p:nvPr/>
            </p:nvGrpSpPr>
            <p:grpSpPr>
              <a:xfrm>
                <a:off x="5054871" y="3507855"/>
                <a:ext cx="31405" cy="26993"/>
                <a:chOff x="5054871" y="3507855"/>
                <a:chExt cx="31405" cy="26993"/>
              </a:xfrm>
            </p:grpSpPr>
            <p:sp>
              <p:nvSpPr>
                <p:cNvPr id="411" name="Google Shape;5551;p68">
                  <a:extLst>
                    <a:ext uri="{FF2B5EF4-FFF2-40B4-BE49-F238E27FC236}">
                      <a16:creationId xmlns:a16="http://schemas.microsoft.com/office/drawing/2014/main" id="{0A86FE0A-B887-6CE5-6801-31DB3ED68E84}"/>
                    </a:ext>
                  </a:extLst>
                </p:cNvPr>
                <p:cNvSpPr/>
                <p:nvPr/>
              </p:nvSpPr>
              <p:spPr>
                <a:xfrm>
                  <a:off x="5054871" y="3507855"/>
                  <a:ext cx="31405" cy="26993"/>
                </a:xfrm>
                <a:custGeom>
                  <a:avLst/>
                  <a:gdLst/>
                  <a:ahLst/>
                  <a:cxnLst/>
                  <a:rect l="l" t="t" r="r" b="b"/>
                  <a:pathLst>
                    <a:path w="3993" h="3432" extrusionOk="0">
                      <a:moveTo>
                        <a:pt x="2273" y="0"/>
                      </a:moveTo>
                      <a:cubicBezTo>
                        <a:pt x="1853" y="0"/>
                        <a:pt x="1425" y="156"/>
                        <a:pt x="1077" y="504"/>
                      </a:cubicBezTo>
                      <a:cubicBezTo>
                        <a:pt x="1" y="1581"/>
                        <a:pt x="763" y="3431"/>
                        <a:pt x="2287" y="3431"/>
                      </a:cubicBezTo>
                      <a:cubicBezTo>
                        <a:pt x="3230" y="3431"/>
                        <a:pt x="3993" y="2657"/>
                        <a:pt x="3993" y="1714"/>
                      </a:cubicBezTo>
                      <a:cubicBezTo>
                        <a:pt x="3993" y="682"/>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5552;p68">
                  <a:extLst>
                    <a:ext uri="{FF2B5EF4-FFF2-40B4-BE49-F238E27FC236}">
                      <a16:creationId xmlns:a16="http://schemas.microsoft.com/office/drawing/2014/main" id="{60BDE64A-D7A1-85BD-F91F-AF4BADA25523}"/>
                    </a:ext>
                  </a:extLst>
                </p:cNvPr>
                <p:cNvSpPr/>
                <p:nvPr/>
              </p:nvSpPr>
              <p:spPr>
                <a:xfrm>
                  <a:off x="5067715" y="3517521"/>
                  <a:ext cx="8950" cy="7605"/>
                </a:xfrm>
                <a:custGeom>
                  <a:avLst/>
                  <a:gdLst/>
                  <a:ahLst/>
                  <a:cxnLst/>
                  <a:rect l="l" t="t" r="r" b="b"/>
                  <a:pathLst>
                    <a:path w="1138" h="967" extrusionOk="0">
                      <a:moveTo>
                        <a:pt x="654" y="1"/>
                      </a:moveTo>
                      <a:cubicBezTo>
                        <a:pt x="218" y="1"/>
                        <a:pt x="1" y="521"/>
                        <a:pt x="315" y="823"/>
                      </a:cubicBezTo>
                      <a:cubicBezTo>
                        <a:pt x="414" y="922"/>
                        <a:pt x="536" y="967"/>
                        <a:pt x="656"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5553;p68">
                <a:extLst>
                  <a:ext uri="{FF2B5EF4-FFF2-40B4-BE49-F238E27FC236}">
                    <a16:creationId xmlns:a16="http://schemas.microsoft.com/office/drawing/2014/main" id="{3B69C9B9-27C8-81D6-60DB-452D02D5E1C7}"/>
                  </a:ext>
                </a:extLst>
              </p:cNvPr>
              <p:cNvGrpSpPr/>
              <p:nvPr/>
            </p:nvGrpSpPr>
            <p:grpSpPr>
              <a:xfrm>
                <a:off x="4876579" y="3675325"/>
                <a:ext cx="31405" cy="26969"/>
                <a:chOff x="4876579" y="3675325"/>
                <a:chExt cx="31405" cy="26969"/>
              </a:xfrm>
            </p:grpSpPr>
            <p:sp>
              <p:nvSpPr>
                <p:cNvPr id="409" name="Google Shape;5554;p68">
                  <a:extLst>
                    <a:ext uri="{FF2B5EF4-FFF2-40B4-BE49-F238E27FC236}">
                      <a16:creationId xmlns:a16="http://schemas.microsoft.com/office/drawing/2014/main" id="{7A3FF301-722C-E3FF-C703-477D0036E0B1}"/>
                    </a:ext>
                  </a:extLst>
                </p:cNvPr>
                <p:cNvSpPr/>
                <p:nvPr/>
              </p:nvSpPr>
              <p:spPr>
                <a:xfrm>
                  <a:off x="4876579" y="3675325"/>
                  <a:ext cx="31405" cy="26969"/>
                </a:xfrm>
                <a:custGeom>
                  <a:avLst/>
                  <a:gdLst/>
                  <a:ahLst/>
                  <a:cxnLst/>
                  <a:rect l="l" t="t" r="r" b="b"/>
                  <a:pathLst>
                    <a:path w="3993" h="3429" extrusionOk="0">
                      <a:moveTo>
                        <a:pt x="2266" y="0"/>
                      </a:moveTo>
                      <a:cubicBezTo>
                        <a:pt x="1848" y="0"/>
                        <a:pt x="1423" y="155"/>
                        <a:pt x="1077" y="501"/>
                      </a:cubicBezTo>
                      <a:cubicBezTo>
                        <a:pt x="0" y="1578"/>
                        <a:pt x="762" y="3429"/>
                        <a:pt x="2287" y="3429"/>
                      </a:cubicBezTo>
                      <a:cubicBezTo>
                        <a:pt x="3230" y="3429"/>
                        <a:pt x="3992" y="2667"/>
                        <a:pt x="3992" y="1723"/>
                      </a:cubicBezTo>
                      <a:cubicBezTo>
                        <a:pt x="3992" y="689"/>
                        <a:pt x="3146" y="0"/>
                        <a:pt x="226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5555;p68">
                  <a:extLst>
                    <a:ext uri="{FF2B5EF4-FFF2-40B4-BE49-F238E27FC236}">
                      <a16:creationId xmlns:a16="http://schemas.microsoft.com/office/drawing/2014/main" id="{40A091E5-4BA8-2C80-0249-1A404DC1868F}"/>
                    </a:ext>
                  </a:extLst>
                </p:cNvPr>
                <p:cNvSpPr/>
                <p:nvPr/>
              </p:nvSpPr>
              <p:spPr>
                <a:xfrm>
                  <a:off x="4889517" y="3684975"/>
                  <a:ext cx="8856" cy="7676"/>
                </a:xfrm>
                <a:custGeom>
                  <a:avLst/>
                  <a:gdLst/>
                  <a:ahLst/>
                  <a:cxnLst/>
                  <a:rect l="l" t="t" r="r" b="b"/>
                  <a:pathLst>
                    <a:path w="1126" h="976" extrusionOk="0">
                      <a:moveTo>
                        <a:pt x="642" y="0"/>
                      </a:moveTo>
                      <a:cubicBezTo>
                        <a:pt x="218" y="12"/>
                        <a:pt x="0" y="520"/>
                        <a:pt x="303" y="835"/>
                      </a:cubicBezTo>
                      <a:cubicBezTo>
                        <a:pt x="400" y="932"/>
                        <a:pt x="520" y="976"/>
                        <a:pt x="638" y="976"/>
                      </a:cubicBezTo>
                      <a:cubicBezTo>
                        <a:pt x="886" y="976"/>
                        <a:pt x="1125" y="783"/>
                        <a:pt x="1125" y="496"/>
                      </a:cubicBezTo>
                      <a:cubicBezTo>
                        <a:pt x="1125"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 name="Google Shape;5556;p68">
                <a:extLst>
                  <a:ext uri="{FF2B5EF4-FFF2-40B4-BE49-F238E27FC236}">
                    <a16:creationId xmlns:a16="http://schemas.microsoft.com/office/drawing/2014/main" id="{828B5708-1965-93A5-118E-340AB13BCA81}"/>
                  </a:ext>
                </a:extLst>
              </p:cNvPr>
              <p:cNvGrpSpPr/>
              <p:nvPr/>
            </p:nvGrpSpPr>
            <p:grpSpPr>
              <a:xfrm>
                <a:off x="4842233" y="3688333"/>
                <a:ext cx="31405" cy="26993"/>
                <a:chOff x="4842233" y="3688333"/>
                <a:chExt cx="31405" cy="26993"/>
              </a:xfrm>
            </p:grpSpPr>
            <p:sp>
              <p:nvSpPr>
                <p:cNvPr id="407" name="Google Shape;5557;p68">
                  <a:extLst>
                    <a:ext uri="{FF2B5EF4-FFF2-40B4-BE49-F238E27FC236}">
                      <a16:creationId xmlns:a16="http://schemas.microsoft.com/office/drawing/2014/main" id="{F544B309-BDE2-61EA-BE34-090F83334E40}"/>
                    </a:ext>
                  </a:extLst>
                </p:cNvPr>
                <p:cNvSpPr/>
                <p:nvPr/>
              </p:nvSpPr>
              <p:spPr>
                <a:xfrm>
                  <a:off x="4842233" y="3688333"/>
                  <a:ext cx="31405" cy="26993"/>
                </a:xfrm>
                <a:custGeom>
                  <a:avLst/>
                  <a:gdLst/>
                  <a:ahLst/>
                  <a:cxnLst/>
                  <a:rect l="l" t="t" r="r" b="b"/>
                  <a:pathLst>
                    <a:path w="3993" h="3432" extrusionOk="0">
                      <a:moveTo>
                        <a:pt x="2273" y="1"/>
                      </a:moveTo>
                      <a:cubicBezTo>
                        <a:pt x="1853" y="1"/>
                        <a:pt x="1425" y="156"/>
                        <a:pt x="1077" y="505"/>
                      </a:cubicBezTo>
                      <a:cubicBezTo>
                        <a:pt x="0" y="1581"/>
                        <a:pt x="762" y="3420"/>
                        <a:pt x="2287" y="3432"/>
                      </a:cubicBezTo>
                      <a:cubicBezTo>
                        <a:pt x="3230" y="3432"/>
                        <a:pt x="3992" y="2658"/>
                        <a:pt x="3992" y="1714"/>
                      </a:cubicBezTo>
                      <a:cubicBezTo>
                        <a:pt x="3992" y="683"/>
                        <a:pt x="3150"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5558;p68">
                  <a:extLst>
                    <a:ext uri="{FF2B5EF4-FFF2-40B4-BE49-F238E27FC236}">
                      <a16:creationId xmlns:a16="http://schemas.microsoft.com/office/drawing/2014/main" id="{5287145D-513E-C8F7-BBA9-821F075D6368}"/>
                    </a:ext>
                  </a:extLst>
                </p:cNvPr>
                <p:cNvSpPr/>
                <p:nvPr/>
              </p:nvSpPr>
              <p:spPr>
                <a:xfrm>
                  <a:off x="4855076" y="3698094"/>
                  <a:ext cx="8856" cy="7590"/>
                </a:xfrm>
                <a:custGeom>
                  <a:avLst/>
                  <a:gdLst/>
                  <a:ahLst/>
                  <a:cxnLst/>
                  <a:rect l="l" t="t" r="r" b="b"/>
                  <a:pathLst>
                    <a:path w="1126" h="965" extrusionOk="0">
                      <a:moveTo>
                        <a:pt x="664" y="1"/>
                      </a:moveTo>
                      <a:cubicBezTo>
                        <a:pt x="656" y="1"/>
                        <a:pt x="649" y="1"/>
                        <a:pt x="641" y="1"/>
                      </a:cubicBezTo>
                      <a:cubicBezTo>
                        <a:pt x="218" y="1"/>
                        <a:pt x="0" y="522"/>
                        <a:pt x="303" y="824"/>
                      </a:cubicBezTo>
                      <a:cubicBezTo>
                        <a:pt x="400" y="921"/>
                        <a:pt x="520" y="965"/>
                        <a:pt x="638" y="965"/>
                      </a:cubicBezTo>
                      <a:cubicBezTo>
                        <a:pt x="886" y="965"/>
                        <a:pt x="1125" y="772"/>
                        <a:pt x="1125" y="485"/>
                      </a:cubicBezTo>
                      <a:cubicBezTo>
                        <a:pt x="1125" y="215"/>
                        <a:pt x="931" y="1"/>
                        <a:pt x="66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 name="Google Shape;5559;p68">
                <a:extLst>
                  <a:ext uri="{FF2B5EF4-FFF2-40B4-BE49-F238E27FC236}">
                    <a16:creationId xmlns:a16="http://schemas.microsoft.com/office/drawing/2014/main" id="{90F8219C-CA23-65FC-75BD-6BE1181E35C2}"/>
                  </a:ext>
                </a:extLst>
              </p:cNvPr>
              <p:cNvGrpSpPr/>
              <p:nvPr/>
            </p:nvGrpSpPr>
            <p:grpSpPr>
              <a:xfrm>
                <a:off x="5187876" y="3608032"/>
                <a:ext cx="31405" cy="27001"/>
                <a:chOff x="5187876" y="3608032"/>
                <a:chExt cx="31405" cy="27001"/>
              </a:xfrm>
            </p:grpSpPr>
            <p:sp>
              <p:nvSpPr>
                <p:cNvPr id="405" name="Google Shape;5560;p68">
                  <a:extLst>
                    <a:ext uri="{FF2B5EF4-FFF2-40B4-BE49-F238E27FC236}">
                      <a16:creationId xmlns:a16="http://schemas.microsoft.com/office/drawing/2014/main" id="{C4968761-FDEE-06FE-4840-C5E44148CFCA}"/>
                    </a:ext>
                  </a:extLst>
                </p:cNvPr>
                <p:cNvSpPr/>
                <p:nvPr/>
              </p:nvSpPr>
              <p:spPr>
                <a:xfrm>
                  <a:off x="5187876" y="3608032"/>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20"/>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5561;p68">
                  <a:extLst>
                    <a:ext uri="{FF2B5EF4-FFF2-40B4-BE49-F238E27FC236}">
                      <a16:creationId xmlns:a16="http://schemas.microsoft.com/office/drawing/2014/main" id="{953CDCA2-332C-FEFF-9FDC-2A1305BD82CB}"/>
                    </a:ext>
                  </a:extLst>
                </p:cNvPr>
                <p:cNvSpPr/>
                <p:nvPr/>
              </p:nvSpPr>
              <p:spPr>
                <a:xfrm>
                  <a:off x="5202057" y="3617706"/>
                  <a:ext cx="7621" cy="7621"/>
                </a:xfrm>
                <a:custGeom>
                  <a:avLst/>
                  <a:gdLst/>
                  <a:ahLst/>
                  <a:cxnLst/>
                  <a:rect l="l" t="t" r="r" b="b"/>
                  <a:pathLst>
                    <a:path w="969"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 name="Google Shape;5562;p68">
                <a:extLst>
                  <a:ext uri="{FF2B5EF4-FFF2-40B4-BE49-F238E27FC236}">
                    <a16:creationId xmlns:a16="http://schemas.microsoft.com/office/drawing/2014/main" id="{F988ED1E-189A-2A88-DFFB-2FE7D907D4DC}"/>
                  </a:ext>
                </a:extLst>
              </p:cNvPr>
              <p:cNvSpPr/>
              <p:nvPr/>
            </p:nvSpPr>
            <p:spPr>
              <a:xfrm>
                <a:off x="5142589" y="3410030"/>
                <a:ext cx="42542" cy="36525"/>
              </a:xfrm>
              <a:custGeom>
                <a:avLst/>
                <a:gdLst/>
                <a:ahLst/>
                <a:cxnLst/>
                <a:rect l="l" t="t" r="r" b="b"/>
                <a:pathLst>
                  <a:path w="5409" h="4644" extrusionOk="0">
                    <a:moveTo>
                      <a:pt x="3085" y="1"/>
                    </a:moveTo>
                    <a:cubicBezTo>
                      <a:pt x="2516" y="1"/>
                      <a:pt x="1935" y="213"/>
                      <a:pt x="1465" y="688"/>
                    </a:cubicBezTo>
                    <a:cubicBezTo>
                      <a:pt x="1" y="2140"/>
                      <a:pt x="1029" y="4632"/>
                      <a:pt x="3098" y="4644"/>
                    </a:cubicBezTo>
                    <a:cubicBezTo>
                      <a:pt x="4380" y="4632"/>
                      <a:pt x="5408" y="3603"/>
                      <a:pt x="5408" y="2321"/>
                    </a:cubicBezTo>
                    <a:cubicBezTo>
                      <a:pt x="5408" y="923"/>
                      <a:pt x="4270" y="1"/>
                      <a:pt x="30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5563;p68">
                <a:extLst>
                  <a:ext uri="{FF2B5EF4-FFF2-40B4-BE49-F238E27FC236}">
                    <a16:creationId xmlns:a16="http://schemas.microsoft.com/office/drawing/2014/main" id="{FF0ACB99-4387-5E40-F182-342591869CE4}"/>
                  </a:ext>
                </a:extLst>
              </p:cNvPr>
              <p:cNvSpPr/>
              <p:nvPr/>
            </p:nvSpPr>
            <p:spPr>
              <a:xfrm>
                <a:off x="5158382" y="3419720"/>
                <a:ext cx="17138" cy="17130"/>
              </a:xfrm>
              <a:custGeom>
                <a:avLst/>
                <a:gdLst/>
                <a:ahLst/>
                <a:cxnLst/>
                <a:rect l="l" t="t" r="r" b="b"/>
                <a:pathLst>
                  <a:path w="2179" h="2178" extrusionOk="0">
                    <a:moveTo>
                      <a:pt x="1090" y="0"/>
                    </a:moveTo>
                    <a:cubicBezTo>
                      <a:pt x="485" y="0"/>
                      <a:pt x="1" y="484"/>
                      <a:pt x="1" y="1089"/>
                    </a:cubicBezTo>
                    <a:cubicBezTo>
                      <a:pt x="1" y="1694"/>
                      <a:pt x="485" y="2178"/>
                      <a:pt x="1090" y="2178"/>
                    </a:cubicBezTo>
                    <a:cubicBezTo>
                      <a:pt x="1694" y="2178"/>
                      <a:pt x="2178" y="1694"/>
                      <a:pt x="2178" y="1089"/>
                    </a:cubicBezTo>
                    <a:cubicBezTo>
                      <a:pt x="2178" y="484"/>
                      <a:pt x="1694" y="0"/>
                      <a:pt x="109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6" name="Google Shape;5564;p68">
                <a:extLst>
                  <a:ext uri="{FF2B5EF4-FFF2-40B4-BE49-F238E27FC236}">
                    <a16:creationId xmlns:a16="http://schemas.microsoft.com/office/drawing/2014/main" id="{ECAE940A-A9B6-21AE-F803-04FBF7A3F098}"/>
                  </a:ext>
                </a:extLst>
              </p:cNvPr>
              <p:cNvGrpSpPr/>
              <p:nvPr/>
            </p:nvGrpSpPr>
            <p:grpSpPr>
              <a:xfrm>
                <a:off x="5269224" y="3304167"/>
                <a:ext cx="40253" cy="34402"/>
                <a:chOff x="5269224" y="3304167"/>
                <a:chExt cx="40253" cy="34402"/>
              </a:xfrm>
            </p:grpSpPr>
            <p:sp>
              <p:nvSpPr>
                <p:cNvPr id="403" name="Google Shape;5565;p68">
                  <a:extLst>
                    <a:ext uri="{FF2B5EF4-FFF2-40B4-BE49-F238E27FC236}">
                      <a16:creationId xmlns:a16="http://schemas.microsoft.com/office/drawing/2014/main" id="{2F4425E6-C185-01BC-6407-7D3265D49F40}"/>
                    </a:ext>
                  </a:extLst>
                </p:cNvPr>
                <p:cNvSpPr/>
                <p:nvPr/>
              </p:nvSpPr>
              <p:spPr>
                <a:xfrm>
                  <a:off x="5269224" y="3304167"/>
                  <a:ext cx="40253" cy="34402"/>
                </a:xfrm>
                <a:custGeom>
                  <a:avLst/>
                  <a:gdLst/>
                  <a:ahLst/>
                  <a:cxnLst/>
                  <a:rect l="l" t="t" r="r" b="b"/>
                  <a:pathLst>
                    <a:path w="5118" h="4374" extrusionOk="0">
                      <a:moveTo>
                        <a:pt x="2915" y="0"/>
                      </a:moveTo>
                      <a:cubicBezTo>
                        <a:pt x="2376" y="0"/>
                        <a:pt x="1827" y="201"/>
                        <a:pt x="1380" y="648"/>
                      </a:cubicBezTo>
                      <a:cubicBezTo>
                        <a:pt x="1" y="2015"/>
                        <a:pt x="980" y="4374"/>
                        <a:pt x="2928" y="4374"/>
                      </a:cubicBezTo>
                      <a:cubicBezTo>
                        <a:pt x="4126" y="4374"/>
                        <a:pt x="5105" y="3394"/>
                        <a:pt x="5118" y="2184"/>
                      </a:cubicBezTo>
                      <a:cubicBezTo>
                        <a:pt x="5109" y="869"/>
                        <a:pt x="4036" y="0"/>
                        <a:pt x="291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5566;p68">
                  <a:extLst>
                    <a:ext uri="{FF2B5EF4-FFF2-40B4-BE49-F238E27FC236}">
                      <a16:creationId xmlns:a16="http://schemas.microsoft.com/office/drawing/2014/main" id="{747E9C4C-DFC5-CB85-58B8-ABDE9AF08E03}"/>
                    </a:ext>
                  </a:extLst>
                </p:cNvPr>
                <p:cNvSpPr/>
                <p:nvPr/>
              </p:nvSpPr>
              <p:spPr>
                <a:xfrm>
                  <a:off x="5284639" y="3313826"/>
                  <a:ext cx="15132" cy="15140"/>
                </a:xfrm>
                <a:custGeom>
                  <a:avLst/>
                  <a:gdLst/>
                  <a:ahLst/>
                  <a:cxnLst/>
                  <a:rect l="l" t="t" r="r" b="b"/>
                  <a:pathLst>
                    <a:path w="1924" h="1925" extrusionOk="0">
                      <a:moveTo>
                        <a:pt x="968" y="1"/>
                      </a:moveTo>
                      <a:cubicBezTo>
                        <a:pt x="436" y="1"/>
                        <a:pt x="0" y="436"/>
                        <a:pt x="0" y="956"/>
                      </a:cubicBezTo>
                      <a:cubicBezTo>
                        <a:pt x="0" y="1489"/>
                        <a:pt x="436" y="1924"/>
                        <a:pt x="968" y="1924"/>
                      </a:cubicBezTo>
                      <a:cubicBezTo>
                        <a:pt x="1500" y="1924"/>
                        <a:pt x="1924" y="1489"/>
                        <a:pt x="1924" y="956"/>
                      </a:cubicBezTo>
                      <a:cubicBezTo>
                        <a:pt x="1924" y="436"/>
                        <a:pt x="1500" y="1"/>
                        <a:pt x="96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 name="Google Shape;5567;p68">
                <a:extLst>
                  <a:ext uri="{FF2B5EF4-FFF2-40B4-BE49-F238E27FC236}">
                    <a16:creationId xmlns:a16="http://schemas.microsoft.com/office/drawing/2014/main" id="{D5F98A6F-4F62-6334-0BEA-402AADB856C4}"/>
                  </a:ext>
                </a:extLst>
              </p:cNvPr>
              <p:cNvGrpSpPr/>
              <p:nvPr/>
            </p:nvGrpSpPr>
            <p:grpSpPr>
              <a:xfrm>
                <a:off x="5327354" y="3476615"/>
                <a:ext cx="49864" cy="42723"/>
                <a:chOff x="5327354" y="3476615"/>
                <a:chExt cx="49864" cy="42723"/>
              </a:xfrm>
            </p:grpSpPr>
            <p:sp>
              <p:nvSpPr>
                <p:cNvPr id="401" name="Google Shape;5568;p68">
                  <a:extLst>
                    <a:ext uri="{FF2B5EF4-FFF2-40B4-BE49-F238E27FC236}">
                      <a16:creationId xmlns:a16="http://schemas.microsoft.com/office/drawing/2014/main" id="{B61E7FDB-3994-F7FC-235E-2B6BCAE2A125}"/>
                    </a:ext>
                  </a:extLst>
                </p:cNvPr>
                <p:cNvSpPr/>
                <p:nvPr/>
              </p:nvSpPr>
              <p:spPr>
                <a:xfrm>
                  <a:off x="5327354" y="3476615"/>
                  <a:ext cx="49864" cy="42723"/>
                </a:xfrm>
                <a:custGeom>
                  <a:avLst/>
                  <a:gdLst/>
                  <a:ahLst/>
                  <a:cxnLst/>
                  <a:rect l="l" t="t" r="r" b="b"/>
                  <a:pathLst>
                    <a:path w="6340" h="5432" extrusionOk="0">
                      <a:moveTo>
                        <a:pt x="3602" y="1"/>
                      </a:moveTo>
                      <a:cubicBezTo>
                        <a:pt x="2936" y="1"/>
                        <a:pt x="2257" y="248"/>
                        <a:pt x="1706" y="799"/>
                      </a:cubicBezTo>
                      <a:cubicBezTo>
                        <a:pt x="1" y="2504"/>
                        <a:pt x="1210" y="5432"/>
                        <a:pt x="3630" y="5432"/>
                      </a:cubicBezTo>
                      <a:cubicBezTo>
                        <a:pt x="5118" y="5432"/>
                        <a:pt x="6339" y="4222"/>
                        <a:pt x="6339" y="2722"/>
                      </a:cubicBezTo>
                      <a:cubicBezTo>
                        <a:pt x="6339" y="1084"/>
                        <a:pt x="4998" y="1"/>
                        <a:pt x="360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5569;p68">
                  <a:extLst>
                    <a:ext uri="{FF2B5EF4-FFF2-40B4-BE49-F238E27FC236}">
                      <a16:creationId xmlns:a16="http://schemas.microsoft.com/office/drawing/2014/main" id="{F12A6D2F-C524-A2C8-9E6E-4006C8D4D117}"/>
                    </a:ext>
                  </a:extLst>
                </p:cNvPr>
                <p:cNvSpPr/>
                <p:nvPr/>
              </p:nvSpPr>
              <p:spPr>
                <a:xfrm>
                  <a:off x="5340197" y="3486321"/>
                  <a:ext cx="27315" cy="23406"/>
                </a:xfrm>
                <a:custGeom>
                  <a:avLst/>
                  <a:gdLst/>
                  <a:ahLst/>
                  <a:cxnLst/>
                  <a:rect l="l" t="t" r="r" b="b"/>
                  <a:pathLst>
                    <a:path w="3473" h="2976" extrusionOk="0">
                      <a:moveTo>
                        <a:pt x="1985" y="0"/>
                      </a:moveTo>
                      <a:cubicBezTo>
                        <a:pt x="666" y="0"/>
                        <a:pt x="1" y="1597"/>
                        <a:pt x="944" y="2540"/>
                      </a:cubicBezTo>
                      <a:cubicBezTo>
                        <a:pt x="1245" y="2841"/>
                        <a:pt x="1614" y="2975"/>
                        <a:pt x="1977" y="2975"/>
                      </a:cubicBezTo>
                      <a:cubicBezTo>
                        <a:pt x="2739" y="2975"/>
                        <a:pt x="3473" y="2381"/>
                        <a:pt x="3473" y="1488"/>
                      </a:cubicBezTo>
                      <a:cubicBezTo>
                        <a:pt x="3473" y="665"/>
                        <a:pt x="2807" y="0"/>
                        <a:pt x="19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8" name="Google Shape;5570;p68">
                <a:extLst>
                  <a:ext uri="{FF2B5EF4-FFF2-40B4-BE49-F238E27FC236}">
                    <a16:creationId xmlns:a16="http://schemas.microsoft.com/office/drawing/2014/main" id="{5554398F-7A80-D9B6-62C5-5DC0CF720D26}"/>
                  </a:ext>
                </a:extLst>
              </p:cNvPr>
              <p:cNvSpPr/>
              <p:nvPr/>
            </p:nvSpPr>
            <p:spPr>
              <a:xfrm>
                <a:off x="5290255" y="3703080"/>
                <a:ext cx="31397" cy="26898"/>
              </a:xfrm>
              <a:custGeom>
                <a:avLst/>
                <a:gdLst/>
                <a:ahLst/>
                <a:cxnLst/>
                <a:rect l="l" t="t" r="r" b="b"/>
                <a:pathLst>
                  <a:path w="3992" h="3420" extrusionOk="0">
                    <a:moveTo>
                      <a:pt x="2272" y="1"/>
                    </a:moveTo>
                    <a:cubicBezTo>
                      <a:pt x="1853" y="1"/>
                      <a:pt x="1425" y="156"/>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5571;p68">
                <a:extLst>
                  <a:ext uri="{FF2B5EF4-FFF2-40B4-BE49-F238E27FC236}">
                    <a16:creationId xmlns:a16="http://schemas.microsoft.com/office/drawing/2014/main" id="{7B4C3B1F-1397-9BCB-3BAA-B05146764EA3}"/>
                  </a:ext>
                </a:extLst>
              </p:cNvPr>
              <p:cNvSpPr/>
              <p:nvPr/>
            </p:nvSpPr>
            <p:spPr>
              <a:xfrm>
                <a:off x="5304427" y="3712754"/>
                <a:ext cx="7621" cy="7621"/>
              </a:xfrm>
              <a:custGeom>
                <a:avLst/>
                <a:gdLst/>
                <a:ahLst/>
                <a:cxnLst/>
                <a:rect l="l" t="t" r="r" b="b"/>
                <a:pathLst>
                  <a:path w="969"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0" name="Google Shape;5572;p68">
                <a:extLst>
                  <a:ext uri="{FF2B5EF4-FFF2-40B4-BE49-F238E27FC236}">
                    <a16:creationId xmlns:a16="http://schemas.microsoft.com/office/drawing/2014/main" id="{0AFC8705-9782-4BB9-716D-6C0497E23F3A}"/>
                  </a:ext>
                </a:extLst>
              </p:cNvPr>
              <p:cNvGrpSpPr/>
              <p:nvPr/>
            </p:nvGrpSpPr>
            <p:grpSpPr>
              <a:xfrm>
                <a:off x="5341723" y="3775957"/>
                <a:ext cx="31405" cy="26898"/>
                <a:chOff x="5341723" y="3775957"/>
                <a:chExt cx="31405" cy="26898"/>
              </a:xfrm>
            </p:grpSpPr>
            <p:sp>
              <p:nvSpPr>
                <p:cNvPr id="399" name="Google Shape;5573;p68">
                  <a:extLst>
                    <a:ext uri="{FF2B5EF4-FFF2-40B4-BE49-F238E27FC236}">
                      <a16:creationId xmlns:a16="http://schemas.microsoft.com/office/drawing/2014/main" id="{D16F7CD5-E96E-1D53-C78E-59BE211410CF}"/>
                    </a:ext>
                  </a:extLst>
                </p:cNvPr>
                <p:cNvSpPr/>
                <p:nvPr/>
              </p:nvSpPr>
              <p:spPr>
                <a:xfrm>
                  <a:off x="5341723" y="3775957"/>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5574;p68">
                  <a:extLst>
                    <a:ext uri="{FF2B5EF4-FFF2-40B4-BE49-F238E27FC236}">
                      <a16:creationId xmlns:a16="http://schemas.microsoft.com/office/drawing/2014/main" id="{6AC8023D-C34F-9636-0FCD-7B2A0E92A376}"/>
                    </a:ext>
                  </a:extLst>
                </p:cNvPr>
                <p:cNvSpPr/>
                <p:nvPr/>
              </p:nvSpPr>
              <p:spPr>
                <a:xfrm>
                  <a:off x="5354567" y="3785631"/>
                  <a:ext cx="8950" cy="7605"/>
                </a:xfrm>
                <a:custGeom>
                  <a:avLst/>
                  <a:gdLst/>
                  <a:ahLst/>
                  <a:cxnLst/>
                  <a:rect l="l" t="t" r="r" b="b"/>
                  <a:pathLst>
                    <a:path w="1138" h="967" extrusionOk="0">
                      <a:moveTo>
                        <a:pt x="654" y="0"/>
                      </a:moveTo>
                      <a:cubicBezTo>
                        <a:pt x="218" y="0"/>
                        <a:pt x="0" y="521"/>
                        <a:pt x="303" y="823"/>
                      </a:cubicBezTo>
                      <a:cubicBezTo>
                        <a:pt x="402" y="922"/>
                        <a:pt x="525" y="966"/>
                        <a:pt x="646" y="966"/>
                      </a:cubicBezTo>
                      <a:cubicBezTo>
                        <a:pt x="896" y="966"/>
                        <a:pt x="1138"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 name="Google Shape;5575;p68">
                <a:extLst>
                  <a:ext uri="{FF2B5EF4-FFF2-40B4-BE49-F238E27FC236}">
                    <a16:creationId xmlns:a16="http://schemas.microsoft.com/office/drawing/2014/main" id="{1360E9AE-3630-762D-8781-9304B8D3C2A4}"/>
                  </a:ext>
                </a:extLst>
              </p:cNvPr>
              <p:cNvGrpSpPr/>
              <p:nvPr/>
            </p:nvGrpSpPr>
            <p:grpSpPr>
              <a:xfrm>
                <a:off x="5439053" y="3699274"/>
                <a:ext cx="31405" cy="26898"/>
                <a:chOff x="5439053" y="3699274"/>
                <a:chExt cx="31405" cy="26898"/>
              </a:xfrm>
            </p:grpSpPr>
            <p:sp>
              <p:nvSpPr>
                <p:cNvPr id="397" name="Google Shape;5576;p68">
                  <a:extLst>
                    <a:ext uri="{FF2B5EF4-FFF2-40B4-BE49-F238E27FC236}">
                      <a16:creationId xmlns:a16="http://schemas.microsoft.com/office/drawing/2014/main" id="{39AFC122-0929-F379-A9B9-A75B25C6CB41}"/>
                    </a:ext>
                  </a:extLst>
                </p:cNvPr>
                <p:cNvSpPr/>
                <p:nvPr/>
              </p:nvSpPr>
              <p:spPr>
                <a:xfrm>
                  <a:off x="5439053" y="3699274"/>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5577;p68">
                  <a:extLst>
                    <a:ext uri="{FF2B5EF4-FFF2-40B4-BE49-F238E27FC236}">
                      <a16:creationId xmlns:a16="http://schemas.microsoft.com/office/drawing/2014/main" id="{01430410-787C-96D2-883E-24F758D10695}"/>
                    </a:ext>
                  </a:extLst>
                </p:cNvPr>
                <p:cNvSpPr/>
                <p:nvPr/>
              </p:nvSpPr>
              <p:spPr>
                <a:xfrm>
                  <a:off x="5453225" y="3708948"/>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 name="Google Shape;5578;p68">
                <a:extLst>
                  <a:ext uri="{FF2B5EF4-FFF2-40B4-BE49-F238E27FC236}">
                    <a16:creationId xmlns:a16="http://schemas.microsoft.com/office/drawing/2014/main" id="{853B74DB-9410-7074-E99A-4059D6611D67}"/>
                  </a:ext>
                </a:extLst>
              </p:cNvPr>
              <p:cNvGrpSpPr/>
              <p:nvPr/>
            </p:nvGrpSpPr>
            <p:grpSpPr>
              <a:xfrm>
                <a:off x="5412414" y="3622307"/>
                <a:ext cx="31499" cy="26993"/>
                <a:chOff x="5412414" y="3622307"/>
                <a:chExt cx="31499" cy="26993"/>
              </a:xfrm>
            </p:grpSpPr>
            <p:sp>
              <p:nvSpPr>
                <p:cNvPr id="395" name="Google Shape;5579;p68">
                  <a:extLst>
                    <a:ext uri="{FF2B5EF4-FFF2-40B4-BE49-F238E27FC236}">
                      <a16:creationId xmlns:a16="http://schemas.microsoft.com/office/drawing/2014/main" id="{B012DA39-1B24-2C5E-7DD3-98815D0A4203}"/>
                    </a:ext>
                  </a:extLst>
                </p:cNvPr>
                <p:cNvSpPr/>
                <p:nvPr/>
              </p:nvSpPr>
              <p:spPr>
                <a:xfrm>
                  <a:off x="5412414" y="3622307"/>
                  <a:ext cx="31499" cy="26993"/>
                </a:xfrm>
                <a:custGeom>
                  <a:avLst/>
                  <a:gdLst/>
                  <a:ahLst/>
                  <a:cxnLst/>
                  <a:rect l="l" t="t" r="r" b="b"/>
                  <a:pathLst>
                    <a:path w="4005" h="3432" extrusionOk="0">
                      <a:moveTo>
                        <a:pt x="2285" y="0"/>
                      </a:moveTo>
                      <a:cubicBezTo>
                        <a:pt x="1865" y="0"/>
                        <a:pt x="1437" y="156"/>
                        <a:pt x="1089" y="504"/>
                      </a:cubicBezTo>
                      <a:cubicBezTo>
                        <a:pt x="0" y="1581"/>
                        <a:pt x="774" y="3432"/>
                        <a:pt x="2299" y="3432"/>
                      </a:cubicBezTo>
                      <a:cubicBezTo>
                        <a:pt x="3242" y="3432"/>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5580;p68">
                  <a:extLst>
                    <a:ext uri="{FF2B5EF4-FFF2-40B4-BE49-F238E27FC236}">
                      <a16:creationId xmlns:a16="http://schemas.microsoft.com/office/drawing/2014/main" id="{EBAE303D-8C5C-7791-7DBD-A6B068C8705C}"/>
                    </a:ext>
                  </a:extLst>
                </p:cNvPr>
                <p:cNvSpPr/>
                <p:nvPr/>
              </p:nvSpPr>
              <p:spPr>
                <a:xfrm>
                  <a:off x="5426681" y="3632075"/>
                  <a:ext cx="7527" cy="7519"/>
                </a:xfrm>
                <a:custGeom>
                  <a:avLst/>
                  <a:gdLst/>
                  <a:ahLst/>
                  <a:cxnLst/>
                  <a:rect l="l" t="t" r="r" b="b"/>
                  <a:pathLst>
                    <a:path w="957" h="956" extrusionOk="0">
                      <a:moveTo>
                        <a:pt x="485" y="0"/>
                      </a:moveTo>
                      <a:cubicBezTo>
                        <a:pt x="206" y="0"/>
                        <a:pt x="1" y="206"/>
                        <a:pt x="1" y="472"/>
                      </a:cubicBezTo>
                      <a:cubicBezTo>
                        <a:pt x="1" y="738"/>
                        <a:pt x="206" y="956"/>
                        <a:pt x="485" y="956"/>
                      </a:cubicBezTo>
                      <a:cubicBezTo>
                        <a:pt x="751" y="956"/>
                        <a:pt x="956" y="738"/>
                        <a:pt x="956" y="472"/>
                      </a:cubicBezTo>
                      <a:cubicBezTo>
                        <a:pt x="956" y="206"/>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 name="Google Shape;5581;p68">
                <a:extLst>
                  <a:ext uri="{FF2B5EF4-FFF2-40B4-BE49-F238E27FC236}">
                    <a16:creationId xmlns:a16="http://schemas.microsoft.com/office/drawing/2014/main" id="{13EAA35E-198E-128A-D3B7-1EF6A632EF09}"/>
                  </a:ext>
                </a:extLst>
              </p:cNvPr>
              <p:cNvGrpSpPr/>
              <p:nvPr/>
            </p:nvGrpSpPr>
            <p:grpSpPr>
              <a:xfrm>
                <a:off x="5476254" y="3473949"/>
                <a:ext cx="26835" cy="26930"/>
                <a:chOff x="5476254" y="3473949"/>
                <a:chExt cx="26835" cy="26930"/>
              </a:xfrm>
            </p:grpSpPr>
            <p:sp>
              <p:nvSpPr>
                <p:cNvPr id="393" name="Google Shape;5582;p68">
                  <a:extLst>
                    <a:ext uri="{FF2B5EF4-FFF2-40B4-BE49-F238E27FC236}">
                      <a16:creationId xmlns:a16="http://schemas.microsoft.com/office/drawing/2014/main" id="{1951766E-96BC-34FB-4C43-DEB3409A097B}"/>
                    </a:ext>
                  </a:extLst>
                </p:cNvPr>
                <p:cNvSpPr/>
                <p:nvPr/>
              </p:nvSpPr>
              <p:spPr>
                <a:xfrm>
                  <a:off x="5476254" y="3473949"/>
                  <a:ext cx="26835" cy="26930"/>
                </a:xfrm>
                <a:custGeom>
                  <a:avLst/>
                  <a:gdLst/>
                  <a:ahLst/>
                  <a:cxnLst/>
                  <a:rect l="l" t="t" r="r" b="b"/>
                  <a:pathLst>
                    <a:path w="3412" h="3424" extrusionOk="0">
                      <a:moveTo>
                        <a:pt x="1706" y="1"/>
                      </a:moveTo>
                      <a:cubicBezTo>
                        <a:pt x="762" y="1"/>
                        <a:pt x="0" y="775"/>
                        <a:pt x="0" y="1718"/>
                      </a:cubicBezTo>
                      <a:cubicBezTo>
                        <a:pt x="0" y="2662"/>
                        <a:pt x="762" y="3424"/>
                        <a:pt x="1706" y="3424"/>
                      </a:cubicBezTo>
                      <a:cubicBezTo>
                        <a:pt x="2649" y="3424"/>
                        <a:pt x="3411" y="2662"/>
                        <a:pt x="3411" y="1718"/>
                      </a:cubicBezTo>
                      <a:cubicBezTo>
                        <a:pt x="3411" y="775"/>
                        <a:pt x="2649" y="1"/>
                        <a:pt x="170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5583;p68">
                  <a:extLst>
                    <a:ext uri="{FF2B5EF4-FFF2-40B4-BE49-F238E27FC236}">
                      <a16:creationId xmlns:a16="http://schemas.microsoft.com/office/drawing/2014/main" id="{17779E4C-1D17-3FC9-34E7-8F2829BA315C}"/>
                    </a:ext>
                  </a:extLst>
                </p:cNvPr>
                <p:cNvSpPr/>
                <p:nvPr/>
              </p:nvSpPr>
              <p:spPr>
                <a:xfrm>
                  <a:off x="5485857" y="3483655"/>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 name="Google Shape;5584;p68">
                <a:extLst>
                  <a:ext uri="{FF2B5EF4-FFF2-40B4-BE49-F238E27FC236}">
                    <a16:creationId xmlns:a16="http://schemas.microsoft.com/office/drawing/2014/main" id="{3B5E7748-A824-7DFC-5A1F-13A8E6E5C2C5}"/>
                  </a:ext>
                </a:extLst>
              </p:cNvPr>
              <p:cNvGrpSpPr/>
              <p:nvPr/>
            </p:nvGrpSpPr>
            <p:grpSpPr>
              <a:xfrm>
                <a:off x="5564547" y="3481594"/>
                <a:ext cx="31397" cy="26898"/>
                <a:chOff x="5564547" y="3481594"/>
                <a:chExt cx="31397" cy="26898"/>
              </a:xfrm>
            </p:grpSpPr>
            <p:sp>
              <p:nvSpPr>
                <p:cNvPr id="391" name="Google Shape;5585;p68">
                  <a:extLst>
                    <a:ext uri="{FF2B5EF4-FFF2-40B4-BE49-F238E27FC236}">
                      <a16:creationId xmlns:a16="http://schemas.microsoft.com/office/drawing/2014/main" id="{E8FAC2F2-6D4E-B1E5-A0D8-52C1ECA92D31}"/>
                    </a:ext>
                  </a:extLst>
                </p:cNvPr>
                <p:cNvSpPr/>
                <p:nvPr/>
              </p:nvSpPr>
              <p:spPr>
                <a:xfrm>
                  <a:off x="5564547" y="3481594"/>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5586;p68">
                  <a:extLst>
                    <a:ext uri="{FF2B5EF4-FFF2-40B4-BE49-F238E27FC236}">
                      <a16:creationId xmlns:a16="http://schemas.microsoft.com/office/drawing/2014/main" id="{3434D5CE-C674-A213-C067-AA8CD2AA0EF6}"/>
                    </a:ext>
                  </a:extLst>
                </p:cNvPr>
                <p:cNvSpPr/>
                <p:nvPr/>
              </p:nvSpPr>
              <p:spPr>
                <a:xfrm>
                  <a:off x="5578719" y="3491268"/>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5587;p68">
                <a:extLst>
                  <a:ext uri="{FF2B5EF4-FFF2-40B4-BE49-F238E27FC236}">
                    <a16:creationId xmlns:a16="http://schemas.microsoft.com/office/drawing/2014/main" id="{D7C18049-BE41-BECC-DB07-2EF0326DC3DE}"/>
                  </a:ext>
                </a:extLst>
              </p:cNvPr>
              <p:cNvGrpSpPr/>
              <p:nvPr/>
            </p:nvGrpSpPr>
            <p:grpSpPr>
              <a:xfrm>
                <a:off x="5534101" y="3470174"/>
                <a:ext cx="31397" cy="26906"/>
                <a:chOff x="5534101" y="3470174"/>
                <a:chExt cx="31397" cy="26906"/>
              </a:xfrm>
            </p:grpSpPr>
            <p:sp>
              <p:nvSpPr>
                <p:cNvPr id="389" name="Google Shape;5588;p68">
                  <a:extLst>
                    <a:ext uri="{FF2B5EF4-FFF2-40B4-BE49-F238E27FC236}">
                      <a16:creationId xmlns:a16="http://schemas.microsoft.com/office/drawing/2014/main" id="{5B751AE8-5874-3CD1-3407-4AEAC80610AC}"/>
                    </a:ext>
                  </a:extLst>
                </p:cNvPr>
                <p:cNvSpPr/>
                <p:nvPr/>
              </p:nvSpPr>
              <p:spPr>
                <a:xfrm>
                  <a:off x="5534101" y="3470174"/>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5589;p68">
                  <a:extLst>
                    <a:ext uri="{FF2B5EF4-FFF2-40B4-BE49-F238E27FC236}">
                      <a16:creationId xmlns:a16="http://schemas.microsoft.com/office/drawing/2014/main" id="{7529F208-C7BE-56CF-7219-F81F6A5E3C0D}"/>
                    </a:ext>
                  </a:extLst>
                </p:cNvPr>
                <p:cNvSpPr/>
                <p:nvPr/>
              </p:nvSpPr>
              <p:spPr>
                <a:xfrm>
                  <a:off x="5546945" y="3479848"/>
                  <a:ext cx="8950" cy="7582"/>
                </a:xfrm>
                <a:custGeom>
                  <a:avLst/>
                  <a:gdLst/>
                  <a:ahLst/>
                  <a:cxnLst/>
                  <a:rect l="l" t="t" r="r" b="b"/>
                  <a:pathLst>
                    <a:path w="1138" h="964" extrusionOk="0">
                      <a:moveTo>
                        <a:pt x="653" y="1"/>
                      </a:moveTo>
                      <a:cubicBezTo>
                        <a:pt x="218" y="1"/>
                        <a:pt x="0" y="521"/>
                        <a:pt x="303" y="823"/>
                      </a:cubicBezTo>
                      <a:cubicBezTo>
                        <a:pt x="404" y="921"/>
                        <a:pt x="526" y="964"/>
                        <a:pt x="646" y="964"/>
                      </a:cubicBezTo>
                      <a:cubicBezTo>
                        <a:pt x="898" y="964"/>
                        <a:pt x="1137" y="771"/>
                        <a:pt x="1137" y="484"/>
                      </a:cubicBezTo>
                      <a:cubicBezTo>
                        <a:pt x="1137" y="218"/>
                        <a:pt x="919"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 name="Google Shape;5590;p68">
                <a:extLst>
                  <a:ext uri="{FF2B5EF4-FFF2-40B4-BE49-F238E27FC236}">
                    <a16:creationId xmlns:a16="http://schemas.microsoft.com/office/drawing/2014/main" id="{64A1D739-FCFF-F072-47C8-2450E3D3CB58}"/>
                  </a:ext>
                </a:extLst>
              </p:cNvPr>
              <p:cNvGrpSpPr/>
              <p:nvPr/>
            </p:nvGrpSpPr>
            <p:grpSpPr>
              <a:xfrm>
                <a:off x="5610879" y="3314486"/>
                <a:ext cx="31499" cy="26938"/>
                <a:chOff x="5610879" y="3314486"/>
                <a:chExt cx="31499" cy="26938"/>
              </a:xfrm>
            </p:grpSpPr>
            <p:sp>
              <p:nvSpPr>
                <p:cNvPr id="387" name="Google Shape;5591;p68">
                  <a:extLst>
                    <a:ext uri="{FF2B5EF4-FFF2-40B4-BE49-F238E27FC236}">
                      <a16:creationId xmlns:a16="http://schemas.microsoft.com/office/drawing/2014/main" id="{7D1451F1-9A9D-91E1-CE4A-19BC24A6ADD7}"/>
                    </a:ext>
                  </a:extLst>
                </p:cNvPr>
                <p:cNvSpPr/>
                <p:nvPr/>
              </p:nvSpPr>
              <p:spPr>
                <a:xfrm>
                  <a:off x="5610879" y="3314486"/>
                  <a:ext cx="31499" cy="26938"/>
                </a:xfrm>
                <a:custGeom>
                  <a:avLst/>
                  <a:gdLst/>
                  <a:ahLst/>
                  <a:cxnLst/>
                  <a:rect l="l" t="t" r="r" b="b"/>
                  <a:pathLst>
                    <a:path w="4005" h="3425" extrusionOk="0">
                      <a:moveTo>
                        <a:pt x="2285" y="0"/>
                      </a:moveTo>
                      <a:cubicBezTo>
                        <a:pt x="1865" y="0"/>
                        <a:pt x="1437" y="157"/>
                        <a:pt x="1089" y="509"/>
                      </a:cubicBezTo>
                      <a:cubicBezTo>
                        <a:pt x="0" y="1586"/>
                        <a:pt x="774" y="3425"/>
                        <a:pt x="2299" y="3425"/>
                      </a:cubicBezTo>
                      <a:cubicBezTo>
                        <a:pt x="3242" y="3425"/>
                        <a:pt x="4004" y="2663"/>
                        <a:pt x="4004" y="1719"/>
                      </a:cubicBezTo>
                      <a:cubicBezTo>
                        <a:pt x="4004" y="688"/>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5592;p68">
                  <a:extLst>
                    <a:ext uri="{FF2B5EF4-FFF2-40B4-BE49-F238E27FC236}">
                      <a16:creationId xmlns:a16="http://schemas.microsoft.com/office/drawing/2014/main" id="{1CD8CC68-5B01-FEEB-F632-994954CBE408}"/>
                    </a:ext>
                  </a:extLst>
                </p:cNvPr>
                <p:cNvSpPr/>
                <p:nvPr/>
              </p:nvSpPr>
              <p:spPr>
                <a:xfrm>
                  <a:off x="5623817" y="3324192"/>
                  <a:ext cx="8950" cy="7590"/>
                </a:xfrm>
                <a:custGeom>
                  <a:avLst/>
                  <a:gdLst/>
                  <a:ahLst/>
                  <a:cxnLst/>
                  <a:rect l="l" t="t" r="r" b="b"/>
                  <a:pathLst>
                    <a:path w="1138" h="965" extrusionOk="0">
                      <a:moveTo>
                        <a:pt x="675" y="1"/>
                      </a:moveTo>
                      <a:cubicBezTo>
                        <a:pt x="668" y="1"/>
                        <a:pt x="661" y="1"/>
                        <a:pt x="654" y="1"/>
                      </a:cubicBezTo>
                      <a:cubicBezTo>
                        <a:pt x="218" y="1"/>
                        <a:pt x="0" y="509"/>
                        <a:pt x="303" y="824"/>
                      </a:cubicBezTo>
                      <a:cubicBezTo>
                        <a:pt x="404" y="921"/>
                        <a:pt x="525" y="965"/>
                        <a:pt x="644" y="965"/>
                      </a:cubicBezTo>
                      <a:cubicBezTo>
                        <a:pt x="893" y="965"/>
                        <a:pt x="1129" y="772"/>
                        <a:pt x="1137" y="485"/>
                      </a:cubicBezTo>
                      <a:cubicBezTo>
                        <a:pt x="1137" y="214"/>
                        <a:pt x="931" y="1"/>
                        <a:pt x="67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 name="Google Shape;5593;p68">
                <a:extLst>
                  <a:ext uri="{FF2B5EF4-FFF2-40B4-BE49-F238E27FC236}">
                    <a16:creationId xmlns:a16="http://schemas.microsoft.com/office/drawing/2014/main" id="{18AC71A6-EBD6-DDFD-E44B-1B1A84149125}"/>
                  </a:ext>
                </a:extLst>
              </p:cNvPr>
              <p:cNvGrpSpPr/>
              <p:nvPr/>
            </p:nvGrpSpPr>
            <p:grpSpPr>
              <a:xfrm>
                <a:off x="4834525" y="3501382"/>
                <a:ext cx="31499" cy="26898"/>
                <a:chOff x="4834525" y="3501382"/>
                <a:chExt cx="31499" cy="26898"/>
              </a:xfrm>
            </p:grpSpPr>
            <p:sp>
              <p:nvSpPr>
                <p:cNvPr id="385" name="Google Shape;5594;p68">
                  <a:extLst>
                    <a:ext uri="{FF2B5EF4-FFF2-40B4-BE49-F238E27FC236}">
                      <a16:creationId xmlns:a16="http://schemas.microsoft.com/office/drawing/2014/main" id="{1E893980-4B33-F198-397E-1BE51C0ED9D0}"/>
                    </a:ext>
                  </a:extLst>
                </p:cNvPr>
                <p:cNvSpPr/>
                <p:nvPr/>
              </p:nvSpPr>
              <p:spPr>
                <a:xfrm>
                  <a:off x="4834525" y="3501382"/>
                  <a:ext cx="31499" cy="26898"/>
                </a:xfrm>
                <a:custGeom>
                  <a:avLst/>
                  <a:gdLst/>
                  <a:ahLst/>
                  <a:cxnLst/>
                  <a:rect l="l" t="t" r="r" b="b"/>
                  <a:pathLst>
                    <a:path w="4005" h="3420" extrusionOk="0">
                      <a:moveTo>
                        <a:pt x="2285" y="0"/>
                      </a:moveTo>
                      <a:cubicBezTo>
                        <a:pt x="1865" y="0"/>
                        <a:pt x="1437" y="156"/>
                        <a:pt x="1089" y="504"/>
                      </a:cubicBezTo>
                      <a:cubicBezTo>
                        <a:pt x="0" y="1581"/>
                        <a:pt x="775"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5595;p68">
                  <a:extLst>
                    <a:ext uri="{FF2B5EF4-FFF2-40B4-BE49-F238E27FC236}">
                      <a16:creationId xmlns:a16="http://schemas.microsoft.com/office/drawing/2014/main" id="{9A997C34-6E80-2AAE-C69A-D8EE0C92BD34}"/>
                    </a:ext>
                  </a:extLst>
                </p:cNvPr>
                <p:cNvSpPr/>
                <p:nvPr/>
              </p:nvSpPr>
              <p:spPr>
                <a:xfrm>
                  <a:off x="4847463" y="3511056"/>
                  <a:ext cx="8950" cy="7605"/>
                </a:xfrm>
                <a:custGeom>
                  <a:avLst/>
                  <a:gdLst/>
                  <a:ahLst/>
                  <a:cxnLst/>
                  <a:rect l="l" t="t" r="r" b="b"/>
                  <a:pathLst>
                    <a:path w="1138" h="967" extrusionOk="0">
                      <a:moveTo>
                        <a:pt x="654" y="0"/>
                      </a:moveTo>
                      <a:cubicBezTo>
                        <a:pt x="218" y="0"/>
                        <a:pt x="1" y="520"/>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 name="Google Shape;5596;p68">
                <a:extLst>
                  <a:ext uri="{FF2B5EF4-FFF2-40B4-BE49-F238E27FC236}">
                    <a16:creationId xmlns:a16="http://schemas.microsoft.com/office/drawing/2014/main" id="{B1F2538B-6420-7F39-9A21-29ACEE90933C}"/>
                  </a:ext>
                </a:extLst>
              </p:cNvPr>
              <p:cNvGrpSpPr/>
              <p:nvPr/>
            </p:nvGrpSpPr>
            <p:grpSpPr>
              <a:xfrm>
                <a:off x="4898460" y="3580158"/>
                <a:ext cx="31405" cy="26898"/>
                <a:chOff x="4898460" y="3580158"/>
                <a:chExt cx="31405" cy="26898"/>
              </a:xfrm>
            </p:grpSpPr>
            <p:sp>
              <p:nvSpPr>
                <p:cNvPr id="383" name="Google Shape;5597;p68">
                  <a:extLst>
                    <a:ext uri="{FF2B5EF4-FFF2-40B4-BE49-F238E27FC236}">
                      <a16:creationId xmlns:a16="http://schemas.microsoft.com/office/drawing/2014/main" id="{74FF1FB5-B3E7-B83F-70DD-EC4BB10E1A8E}"/>
                    </a:ext>
                  </a:extLst>
                </p:cNvPr>
                <p:cNvSpPr/>
                <p:nvPr/>
              </p:nvSpPr>
              <p:spPr>
                <a:xfrm>
                  <a:off x="4898460" y="3580158"/>
                  <a:ext cx="31405" cy="26898"/>
                </a:xfrm>
                <a:custGeom>
                  <a:avLst/>
                  <a:gdLst/>
                  <a:ahLst/>
                  <a:cxnLst/>
                  <a:rect l="l" t="t" r="r" b="b"/>
                  <a:pathLst>
                    <a:path w="3993" h="3420" extrusionOk="0">
                      <a:moveTo>
                        <a:pt x="2273" y="1"/>
                      </a:moveTo>
                      <a:cubicBezTo>
                        <a:pt x="1853" y="1"/>
                        <a:pt x="1425" y="156"/>
                        <a:pt x="1077" y="505"/>
                      </a:cubicBezTo>
                      <a:cubicBezTo>
                        <a:pt x="0"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5598;p68">
                  <a:extLst>
                    <a:ext uri="{FF2B5EF4-FFF2-40B4-BE49-F238E27FC236}">
                      <a16:creationId xmlns:a16="http://schemas.microsoft.com/office/drawing/2014/main" id="{5B40E4DC-C17E-1EDC-F5AB-E28451CA970C}"/>
                    </a:ext>
                  </a:extLst>
                </p:cNvPr>
                <p:cNvSpPr/>
                <p:nvPr/>
              </p:nvSpPr>
              <p:spPr>
                <a:xfrm>
                  <a:off x="4911303" y="3589832"/>
                  <a:ext cx="8950" cy="7605"/>
                </a:xfrm>
                <a:custGeom>
                  <a:avLst/>
                  <a:gdLst/>
                  <a:ahLst/>
                  <a:cxnLst/>
                  <a:rect l="l" t="t" r="r" b="b"/>
                  <a:pathLst>
                    <a:path w="1138" h="967" extrusionOk="0">
                      <a:moveTo>
                        <a:pt x="654" y="0"/>
                      </a:moveTo>
                      <a:cubicBezTo>
                        <a:pt x="218" y="0"/>
                        <a:pt x="1" y="521"/>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5599;p68">
                <a:extLst>
                  <a:ext uri="{FF2B5EF4-FFF2-40B4-BE49-F238E27FC236}">
                    <a16:creationId xmlns:a16="http://schemas.microsoft.com/office/drawing/2014/main" id="{B9469A2B-EED2-4E19-B08A-FFF14038517A}"/>
                  </a:ext>
                </a:extLst>
              </p:cNvPr>
              <p:cNvGrpSpPr/>
              <p:nvPr/>
            </p:nvGrpSpPr>
            <p:grpSpPr>
              <a:xfrm>
                <a:off x="4882667" y="3608032"/>
                <a:ext cx="31499" cy="27001"/>
                <a:chOff x="4882667" y="3608032"/>
                <a:chExt cx="31499" cy="27001"/>
              </a:xfrm>
            </p:grpSpPr>
            <p:sp>
              <p:nvSpPr>
                <p:cNvPr id="381" name="Google Shape;5600;p68">
                  <a:extLst>
                    <a:ext uri="{FF2B5EF4-FFF2-40B4-BE49-F238E27FC236}">
                      <a16:creationId xmlns:a16="http://schemas.microsoft.com/office/drawing/2014/main" id="{A8E8E528-DC2B-CE11-7DC6-B97905E41BEE}"/>
                    </a:ext>
                  </a:extLst>
                </p:cNvPr>
                <p:cNvSpPr/>
                <p:nvPr/>
              </p:nvSpPr>
              <p:spPr>
                <a:xfrm>
                  <a:off x="4882667" y="3608032"/>
                  <a:ext cx="31499" cy="27001"/>
                </a:xfrm>
                <a:custGeom>
                  <a:avLst/>
                  <a:gdLst/>
                  <a:ahLst/>
                  <a:cxnLst/>
                  <a:rect l="l" t="t" r="r" b="b"/>
                  <a:pathLst>
                    <a:path w="4005" h="3433" extrusionOk="0">
                      <a:moveTo>
                        <a:pt x="2276" y="1"/>
                      </a:moveTo>
                      <a:cubicBezTo>
                        <a:pt x="1854" y="1"/>
                        <a:pt x="1425" y="157"/>
                        <a:pt x="1077" y="505"/>
                      </a:cubicBezTo>
                      <a:cubicBezTo>
                        <a:pt x="0" y="1582"/>
                        <a:pt x="763" y="3432"/>
                        <a:pt x="2287" y="3432"/>
                      </a:cubicBezTo>
                      <a:cubicBezTo>
                        <a:pt x="3230" y="3420"/>
                        <a:pt x="4004" y="2658"/>
                        <a:pt x="4004" y="1715"/>
                      </a:cubicBezTo>
                      <a:cubicBezTo>
                        <a:pt x="4004"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5601;p68">
                  <a:extLst>
                    <a:ext uri="{FF2B5EF4-FFF2-40B4-BE49-F238E27FC236}">
                      <a16:creationId xmlns:a16="http://schemas.microsoft.com/office/drawing/2014/main" id="{011D63F3-E330-4397-99E7-ECDD7434EE2B}"/>
                    </a:ext>
                  </a:extLst>
                </p:cNvPr>
                <p:cNvSpPr/>
                <p:nvPr/>
              </p:nvSpPr>
              <p:spPr>
                <a:xfrm>
                  <a:off x="4895605" y="3617706"/>
                  <a:ext cx="8950" cy="7653"/>
                </a:xfrm>
                <a:custGeom>
                  <a:avLst/>
                  <a:gdLst/>
                  <a:ahLst/>
                  <a:cxnLst/>
                  <a:rect l="l" t="t" r="r" b="b"/>
                  <a:pathLst>
                    <a:path w="1138" h="973" extrusionOk="0">
                      <a:moveTo>
                        <a:pt x="642" y="1"/>
                      </a:moveTo>
                      <a:cubicBezTo>
                        <a:pt x="218" y="1"/>
                        <a:pt x="1" y="521"/>
                        <a:pt x="303" y="823"/>
                      </a:cubicBezTo>
                      <a:cubicBezTo>
                        <a:pt x="402" y="926"/>
                        <a:pt x="524" y="972"/>
                        <a:pt x="644" y="972"/>
                      </a:cubicBezTo>
                      <a:cubicBezTo>
                        <a:pt x="891" y="972"/>
                        <a:pt x="1130" y="778"/>
                        <a:pt x="1138" y="485"/>
                      </a:cubicBezTo>
                      <a:cubicBezTo>
                        <a:pt x="1138"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 name="Google Shape;5602;p68">
                <a:extLst>
                  <a:ext uri="{FF2B5EF4-FFF2-40B4-BE49-F238E27FC236}">
                    <a16:creationId xmlns:a16="http://schemas.microsoft.com/office/drawing/2014/main" id="{A825ADA7-8924-3AC2-0D47-CA4E52A587FA}"/>
                  </a:ext>
                </a:extLst>
              </p:cNvPr>
              <p:cNvGrpSpPr/>
              <p:nvPr/>
            </p:nvGrpSpPr>
            <p:grpSpPr>
              <a:xfrm>
                <a:off x="4843373" y="3631407"/>
                <a:ext cx="16273" cy="16186"/>
                <a:chOff x="4843373" y="3631407"/>
                <a:chExt cx="16273" cy="16186"/>
              </a:xfrm>
            </p:grpSpPr>
            <p:sp>
              <p:nvSpPr>
                <p:cNvPr id="379" name="Google Shape;5603;p68">
                  <a:extLst>
                    <a:ext uri="{FF2B5EF4-FFF2-40B4-BE49-F238E27FC236}">
                      <a16:creationId xmlns:a16="http://schemas.microsoft.com/office/drawing/2014/main" id="{F92AB873-A8F9-024B-53E9-989C1390293E}"/>
                    </a:ext>
                  </a:extLst>
                </p:cNvPr>
                <p:cNvSpPr/>
                <p:nvPr/>
              </p:nvSpPr>
              <p:spPr>
                <a:xfrm>
                  <a:off x="4843373" y="3631407"/>
                  <a:ext cx="16273" cy="16186"/>
                </a:xfrm>
                <a:custGeom>
                  <a:avLst/>
                  <a:gdLst/>
                  <a:ahLst/>
                  <a:cxnLst/>
                  <a:rect l="l" t="t" r="r" b="b"/>
                  <a:pathLst>
                    <a:path w="2069" h="2058" extrusionOk="0">
                      <a:moveTo>
                        <a:pt x="1029" y="1"/>
                      </a:moveTo>
                      <a:cubicBezTo>
                        <a:pt x="460" y="1"/>
                        <a:pt x="0" y="460"/>
                        <a:pt x="0" y="1029"/>
                      </a:cubicBezTo>
                      <a:cubicBezTo>
                        <a:pt x="0" y="1597"/>
                        <a:pt x="460" y="2057"/>
                        <a:pt x="1029" y="2057"/>
                      </a:cubicBezTo>
                      <a:cubicBezTo>
                        <a:pt x="1609" y="2057"/>
                        <a:pt x="2069" y="1597"/>
                        <a:pt x="2069" y="1029"/>
                      </a:cubicBezTo>
                      <a:cubicBezTo>
                        <a:pt x="2069" y="460"/>
                        <a:pt x="1609" y="1"/>
                        <a:pt x="10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5604;p68">
                  <a:extLst>
                    <a:ext uri="{FF2B5EF4-FFF2-40B4-BE49-F238E27FC236}">
                      <a16:creationId xmlns:a16="http://schemas.microsoft.com/office/drawing/2014/main" id="{A3F3E8C6-812D-2063-88E4-063F036DD6B7}"/>
                    </a:ext>
                  </a:extLst>
                </p:cNvPr>
                <p:cNvSpPr/>
                <p:nvPr/>
              </p:nvSpPr>
              <p:spPr>
                <a:xfrm>
                  <a:off x="4849178" y="3637211"/>
                  <a:ext cx="4672" cy="4577"/>
                </a:xfrm>
                <a:custGeom>
                  <a:avLst/>
                  <a:gdLst/>
                  <a:ahLst/>
                  <a:cxnLst/>
                  <a:rect l="l" t="t" r="r" b="b"/>
                  <a:pathLst>
                    <a:path w="594" h="582" extrusionOk="0">
                      <a:moveTo>
                        <a:pt x="291" y="1"/>
                      </a:moveTo>
                      <a:cubicBezTo>
                        <a:pt x="133" y="1"/>
                        <a:pt x="0" y="134"/>
                        <a:pt x="0" y="291"/>
                      </a:cubicBezTo>
                      <a:cubicBezTo>
                        <a:pt x="0" y="460"/>
                        <a:pt x="133" y="581"/>
                        <a:pt x="291" y="581"/>
                      </a:cubicBezTo>
                      <a:cubicBezTo>
                        <a:pt x="460" y="581"/>
                        <a:pt x="593" y="460"/>
                        <a:pt x="593" y="291"/>
                      </a:cubicBezTo>
                      <a:cubicBezTo>
                        <a:pt x="593" y="134"/>
                        <a:pt x="460" y="1"/>
                        <a:pt x="29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5605;p68">
                <a:extLst>
                  <a:ext uri="{FF2B5EF4-FFF2-40B4-BE49-F238E27FC236}">
                    <a16:creationId xmlns:a16="http://schemas.microsoft.com/office/drawing/2014/main" id="{FFE3B8A2-D47B-AD96-3136-D3C51FB53137}"/>
                  </a:ext>
                </a:extLst>
              </p:cNvPr>
              <p:cNvGrpSpPr/>
              <p:nvPr/>
            </p:nvGrpSpPr>
            <p:grpSpPr>
              <a:xfrm>
                <a:off x="4727773" y="3591578"/>
                <a:ext cx="31499" cy="26898"/>
                <a:chOff x="4727773" y="3591578"/>
                <a:chExt cx="31499" cy="26898"/>
              </a:xfrm>
            </p:grpSpPr>
            <p:sp>
              <p:nvSpPr>
                <p:cNvPr id="377" name="Google Shape;5606;p68">
                  <a:extLst>
                    <a:ext uri="{FF2B5EF4-FFF2-40B4-BE49-F238E27FC236}">
                      <a16:creationId xmlns:a16="http://schemas.microsoft.com/office/drawing/2014/main" id="{493E0BA5-6206-7357-0BEC-E3F6EC025A35}"/>
                    </a:ext>
                  </a:extLst>
                </p:cNvPr>
                <p:cNvSpPr/>
                <p:nvPr/>
              </p:nvSpPr>
              <p:spPr>
                <a:xfrm>
                  <a:off x="4727773" y="3591578"/>
                  <a:ext cx="31499" cy="26898"/>
                </a:xfrm>
                <a:custGeom>
                  <a:avLst/>
                  <a:gdLst/>
                  <a:ahLst/>
                  <a:cxnLst/>
                  <a:rect l="l" t="t" r="r" b="b"/>
                  <a:pathLst>
                    <a:path w="4005" h="3420" extrusionOk="0">
                      <a:moveTo>
                        <a:pt x="2276" y="0"/>
                      </a:moveTo>
                      <a:cubicBezTo>
                        <a:pt x="1855" y="0"/>
                        <a:pt x="1426" y="156"/>
                        <a:pt x="1077" y="504"/>
                      </a:cubicBezTo>
                      <a:cubicBezTo>
                        <a:pt x="1" y="1581"/>
                        <a:pt x="763" y="3419"/>
                        <a:pt x="2287" y="3419"/>
                      </a:cubicBezTo>
                      <a:cubicBezTo>
                        <a:pt x="3231" y="3419"/>
                        <a:pt x="3993" y="2657"/>
                        <a:pt x="4005" y="1714"/>
                      </a:cubicBezTo>
                      <a:cubicBezTo>
                        <a:pt x="4005" y="683"/>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5607;p68">
                  <a:extLst>
                    <a:ext uri="{FF2B5EF4-FFF2-40B4-BE49-F238E27FC236}">
                      <a16:creationId xmlns:a16="http://schemas.microsoft.com/office/drawing/2014/main" id="{1814F7D7-AF6B-0540-FD6E-B8A4AF182FE7}"/>
                    </a:ext>
                  </a:extLst>
                </p:cNvPr>
                <p:cNvSpPr/>
                <p:nvPr/>
              </p:nvSpPr>
              <p:spPr>
                <a:xfrm>
                  <a:off x="4740719" y="3601244"/>
                  <a:ext cx="8856" cy="7590"/>
                </a:xfrm>
                <a:custGeom>
                  <a:avLst/>
                  <a:gdLst/>
                  <a:ahLst/>
                  <a:cxnLst/>
                  <a:rect l="l" t="t" r="r" b="b"/>
                  <a:pathLst>
                    <a:path w="1126" h="965" extrusionOk="0">
                      <a:moveTo>
                        <a:pt x="641" y="1"/>
                      </a:moveTo>
                      <a:cubicBezTo>
                        <a:pt x="206" y="1"/>
                        <a:pt x="0" y="521"/>
                        <a:pt x="302" y="824"/>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2" name="Google Shape;5608;p68">
                <a:extLst>
                  <a:ext uri="{FF2B5EF4-FFF2-40B4-BE49-F238E27FC236}">
                    <a16:creationId xmlns:a16="http://schemas.microsoft.com/office/drawing/2014/main" id="{03996123-E5DC-CF55-6D26-A9549B4D6FA0}"/>
                  </a:ext>
                </a:extLst>
              </p:cNvPr>
              <p:cNvSpPr/>
              <p:nvPr/>
            </p:nvSpPr>
            <p:spPr>
              <a:xfrm>
                <a:off x="4652041" y="3622590"/>
                <a:ext cx="31405" cy="26906"/>
              </a:xfrm>
              <a:custGeom>
                <a:avLst/>
                <a:gdLst/>
                <a:ahLst/>
                <a:cxnLst/>
                <a:rect l="l" t="t" r="r" b="b"/>
                <a:pathLst>
                  <a:path w="3993" h="3421" extrusionOk="0">
                    <a:moveTo>
                      <a:pt x="2273" y="1"/>
                    </a:moveTo>
                    <a:cubicBezTo>
                      <a:pt x="1853" y="1"/>
                      <a:pt x="1426" y="157"/>
                      <a:pt x="1077" y="505"/>
                    </a:cubicBezTo>
                    <a:cubicBezTo>
                      <a:pt x="1" y="1581"/>
                      <a:pt x="763" y="3420"/>
                      <a:pt x="2287" y="3420"/>
                    </a:cubicBezTo>
                    <a:cubicBezTo>
                      <a:pt x="3231" y="3420"/>
                      <a:pt x="3993" y="2658"/>
                      <a:pt x="3993" y="1714"/>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5609;p68">
                <a:extLst>
                  <a:ext uri="{FF2B5EF4-FFF2-40B4-BE49-F238E27FC236}">
                    <a16:creationId xmlns:a16="http://schemas.microsoft.com/office/drawing/2014/main" id="{78CE2272-DDA4-CF09-39A4-9210E421F6C7}"/>
                  </a:ext>
                </a:extLst>
              </p:cNvPr>
              <p:cNvSpPr/>
              <p:nvPr/>
            </p:nvSpPr>
            <p:spPr>
              <a:xfrm>
                <a:off x="4666222" y="3632264"/>
                <a:ext cx="7613" cy="7621"/>
              </a:xfrm>
              <a:custGeom>
                <a:avLst/>
                <a:gdLst/>
                <a:ahLst/>
                <a:cxnLst/>
                <a:rect l="l" t="t" r="r" b="b"/>
                <a:pathLst>
                  <a:path w="968"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4" name="Google Shape;5610;p68">
                <a:extLst>
                  <a:ext uri="{FF2B5EF4-FFF2-40B4-BE49-F238E27FC236}">
                    <a16:creationId xmlns:a16="http://schemas.microsoft.com/office/drawing/2014/main" id="{C41970D3-0437-EE95-F000-FBBBC882A2FA}"/>
                  </a:ext>
                </a:extLst>
              </p:cNvPr>
              <p:cNvGrpSpPr/>
              <p:nvPr/>
            </p:nvGrpSpPr>
            <p:grpSpPr>
              <a:xfrm>
                <a:off x="4609421" y="3577398"/>
                <a:ext cx="31499" cy="27001"/>
                <a:chOff x="4609421" y="3577398"/>
                <a:chExt cx="31499" cy="27001"/>
              </a:xfrm>
            </p:grpSpPr>
            <p:sp>
              <p:nvSpPr>
                <p:cNvPr id="375" name="Google Shape;5611;p68">
                  <a:extLst>
                    <a:ext uri="{FF2B5EF4-FFF2-40B4-BE49-F238E27FC236}">
                      <a16:creationId xmlns:a16="http://schemas.microsoft.com/office/drawing/2014/main" id="{72240A4B-8C9F-48B5-3EEC-8E8079457AB2}"/>
                    </a:ext>
                  </a:extLst>
                </p:cNvPr>
                <p:cNvSpPr/>
                <p:nvPr/>
              </p:nvSpPr>
              <p:spPr>
                <a:xfrm>
                  <a:off x="4609421" y="3577398"/>
                  <a:ext cx="31499" cy="27001"/>
                </a:xfrm>
                <a:custGeom>
                  <a:avLst/>
                  <a:gdLst/>
                  <a:ahLst/>
                  <a:cxnLst/>
                  <a:rect l="l" t="t" r="r" b="b"/>
                  <a:pathLst>
                    <a:path w="4005" h="3433" extrusionOk="0">
                      <a:moveTo>
                        <a:pt x="2273" y="1"/>
                      </a:moveTo>
                      <a:cubicBezTo>
                        <a:pt x="1853" y="1"/>
                        <a:pt x="1425" y="157"/>
                        <a:pt x="1077" y="505"/>
                      </a:cubicBezTo>
                      <a:cubicBezTo>
                        <a:pt x="0" y="1581"/>
                        <a:pt x="763" y="3432"/>
                        <a:pt x="2287" y="3432"/>
                      </a:cubicBezTo>
                      <a:cubicBezTo>
                        <a:pt x="3230" y="3432"/>
                        <a:pt x="3992" y="2658"/>
                        <a:pt x="4005" y="1714"/>
                      </a:cubicBezTo>
                      <a:cubicBezTo>
                        <a:pt x="3996" y="683"/>
                        <a:pt x="3152"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5612;p68">
                  <a:extLst>
                    <a:ext uri="{FF2B5EF4-FFF2-40B4-BE49-F238E27FC236}">
                      <a16:creationId xmlns:a16="http://schemas.microsoft.com/office/drawing/2014/main" id="{655A5B15-F4D6-687A-7A0B-23905EB69E58}"/>
                    </a:ext>
                  </a:extLst>
                </p:cNvPr>
                <p:cNvSpPr/>
                <p:nvPr/>
              </p:nvSpPr>
              <p:spPr>
                <a:xfrm>
                  <a:off x="4623594" y="3587072"/>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 name="Google Shape;5613;p68">
                <a:extLst>
                  <a:ext uri="{FF2B5EF4-FFF2-40B4-BE49-F238E27FC236}">
                    <a16:creationId xmlns:a16="http://schemas.microsoft.com/office/drawing/2014/main" id="{2F801FEB-1D32-06A2-8B8F-3ECDAD20C7CC}"/>
                  </a:ext>
                </a:extLst>
              </p:cNvPr>
              <p:cNvGrpSpPr/>
              <p:nvPr/>
            </p:nvGrpSpPr>
            <p:grpSpPr>
              <a:xfrm>
                <a:off x="4649289" y="3577398"/>
                <a:ext cx="31499" cy="27001"/>
                <a:chOff x="4649289" y="3577398"/>
                <a:chExt cx="31499" cy="27001"/>
              </a:xfrm>
            </p:grpSpPr>
            <p:sp>
              <p:nvSpPr>
                <p:cNvPr id="373" name="Google Shape;5614;p68">
                  <a:extLst>
                    <a:ext uri="{FF2B5EF4-FFF2-40B4-BE49-F238E27FC236}">
                      <a16:creationId xmlns:a16="http://schemas.microsoft.com/office/drawing/2014/main" id="{99AF079D-CACE-3CC1-36CB-ADDB1E907159}"/>
                    </a:ext>
                  </a:extLst>
                </p:cNvPr>
                <p:cNvSpPr/>
                <p:nvPr/>
              </p:nvSpPr>
              <p:spPr>
                <a:xfrm>
                  <a:off x="4649289" y="3577398"/>
                  <a:ext cx="31499" cy="27001"/>
                </a:xfrm>
                <a:custGeom>
                  <a:avLst/>
                  <a:gdLst/>
                  <a:ahLst/>
                  <a:cxnLst/>
                  <a:rect l="l" t="t" r="r" b="b"/>
                  <a:pathLst>
                    <a:path w="4005" h="3433" extrusionOk="0">
                      <a:moveTo>
                        <a:pt x="2275" y="1"/>
                      </a:moveTo>
                      <a:cubicBezTo>
                        <a:pt x="1854" y="1"/>
                        <a:pt x="1425" y="157"/>
                        <a:pt x="1077" y="505"/>
                      </a:cubicBezTo>
                      <a:cubicBezTo>
                        <a:pt x="0" y="1581"/>
                        <a:pt x="762" y="3432"/>
                        <a:pt x="2286"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5615;p68">
                  <a:extLst>
                    <a:ext uri="{FF2B5EF4-FFF2-40B4-BE49-F238E27FC236}">
                      <a16:creationId xmlns:a16="http://schemas.microsoft.com/office/drawing/2014/main" id="{F01844B7-44CB-293F-898C-F7A033C5D90A}"/>
                    </a:ext>
                  </a:extLst>
                </p:cNvPr>
                <p:cNvSpPr/>
                <p:nvPr/>
              </p:nvSpPr>
              <p:spPr>
                <a:xfrm>
                  <a:off x="4662227" y="3587072"/>
                  <a:ext cx="8856" cy="7676"/>
                </a:xfrm>
                <a:custGeom>
                  <a:avLst/>
                  <a:gdLst/>
                  <a:ahLst/>
                  <a:cxnLst/>
                  <a:rect l="l" t="t" r="r" b="b"/>
                  <a:pathLst>
                    <a:path w="1126" h="976" extrusionOk="0">
                      <a:moveTo>
                        <a:pt x="641" y="1"/>
                      </a:moveTo>
                      <a:cubicBezTo>
                        <a:pt x="218" y="1"/>
                        <a:pt x="0" y="521"/>
                        <a:pt x="303" y="835"/>
                      </a:cubicBezTo>
                      <a:cubicBezTo>
                        <a:pt x="400" y="932"/>
                        <a:pt x="519" y="976"/>
                        <a:pt x="636" y="976"/>
                      </a:cubicBezTo>
                      <a:cubicBezTo>
                        <a:pt x="885" y="976"/>
                        <a:pt x="1125" y="780"/>
                        <a:pt x="1125" y="484"/>
                      </a:cubicBezTo>
                      <a:cubicBezTo>
                        <a:pt x="1125" y="218"/>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 name="Google Shape;5616;p68">
                <a:extLst>
                  <a:ext uri="{FF2B5EF4-FFF2-40B4-BE49-F238E27FC236}">
                    <a16:creationId xmlns:a16="http://schemas.microsoft.com/office/drawing/2014/main" id="{607B087B-FE59-7EA9-7E95-586D01968AA4}"/>
                  </a:ext>
                </a:extLst>
              </p:cNvPr>
              <p:cNvGrpSpPr/>
              <p:nvPr/>
            </p:nvGrpSpPr>
            <p:grpSpPr>
              <a:xfrm>
                <a:off x="4605614" y="3639523"/>
                <a:ext cx="31499" cy="26906"/>
                <a:chOff x="4605614" y="3639523"/>
                <a:chExt cx="31499" cy="26906"/>
              </a:xfrm>
            </p:grpSpPr>
            <p:sp>
              <p:nvSpPr>
                <p:cNvPr id="371" name="Google Shape;5617;p68">
                  <a:extLst>
                    <a:ext uri="{FF2B5EF4-FFF2-40B4-BE49-F238E27FC236}">
                      <a16:creationId xmlns:a16="http://schemas.microsoft.com/office/drawing/2014/main" id="{1DBF2904-B95D-CBE7-3861-9B62D7D1EB21}"/>
                    </a:ext>
                  </a:extLst>
                </p:cNvPr>
                <p:cNvSpPr/>
                <p:nvPr/>
              </p:nvSpPr>
              <p:spPr>
                <a:xfrm>
                  <a:off x="4605614" y="3639523"/>
                  <a:ext cx="31499" cy="26906"/>
                </a:xfrm>
                <a:custGeom>
                  <a:avLst/>
                  <a:gdLst/>
                  <a:ahLst/>
                  <a:cxnLst/>
                  <a:rect l="l" t="t" r="r" b="b"/>
                  <a:pathLst>
                    <a:path w="4005" h="3421" extrusionOk="0">
                      <a:moveTo>
                        <a:pt x="2276" y="1"/>
                      </a:moveTo>
                      <a:cubicBezTo>
                        <a:pt x="1855" y="1"/>
                        <a:pt x="1425" y="157"/>
                        <a:pt x="1077" y="505"/>
                      </a:cubicBezTo>
                      <a:cubicBezTo>
                        <a:pt x="1" y="1582"/>
                        <a:pt x="763" y="3420"/>
                        <a:pt x="2287" y="3420"/>
                      </a:cubicBezTo>
                      <a:cubicBezTo>
                        <a:pt x="3230" y="3420"/>
                        <a:pt x="3993" y="2658"/>
                        <a:pt x="4005" y="1715"/>
                      </a:cubicBezTo>
                      <a:cubicBezTo>
                        <a:pt x="4005"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5618;p68">
                  <a:extLst>
                    <a:ext uri="{FF2B5EF4-FFF2-40B4-BE49-F238E27FC236}">
                      <a16:creationId xmlns:a16="http://schemas.microsoft.com/office/drawing/2014/main" id="{1E0A0495-88FB-A811-0AC9-A58504CAE6E1}"/>
                    </a:ext>
                  </a:extLst>
                </p:cNvPr>
                <p:cNvSpPr/>
                <p:nvPr/>
              </p:nvSpPr>
              <p:spPr>
                <a:xfrm>
                  <a:off x="4619795" y="3649197"/>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 name="Google Shape;5619;p68">
                <a:extLst>
                  <a:ext uri="{FF2B5EF4-FFF2-40B4-BE49-F238E27FC236}">
                    <a16:creationId xmlns:a16="http://schemas.microsoft.com/office/drawing/2014/main" id="{F1453780-B700-307D-795B-6A0D1010CA4D}"/>
                  </a:ext>
                </a:extLst>
              </p:cNvPr>
              <p:cNvGrpSpPr/>
              <p:nvPr/>
            </p:nvGrpSpPr>
            <p:grpSpPr>
              <a:xfrm>
                <a:off x="4785149" y="3618846"/>
                <a:ext cx="26930" cy="26843"/>
                <a:chOff x="4785149" y="3618846"/>
                <a:chExt cx="26930" cy="26843"/>
              </a:xfrm>
            </p:grpSpPr>
            <p:sp>
              <p:nvSpPr>
                <p:cNvPr id="369" name="Google Shape;5620;p68">
                  <a:extLst>
                    <a:ext uri="{FF2B5EF4-FFF2-40B4-BE49-F238E27FC236}">
                      <a16:creationId xmlns:a16="http://schemas.microsoft.com/office/drawing/2014/main" id="{9058E93C-D992-7DC4-7920-5868B26DFC34}"/>
                    </a:ext>
                  </a:extLst>
                </p:cNvPr>
                <p:cNvSpPr/>
                <p:nvPr/>
              </p:nvSpPr>
              <p:spPr>
                <a:xfrm>
                  <a:off x="4785149" y="3618846"/>
                  <a:ext cx="26930" cy="26843"/>
                </a:xfrm>
                <a:custGeom>
                  <a:avLst/>
                  <a:gdLst/>
                  <a:ahLst/>
                  <a:cxnLst/>
                  <a:rect l="l" t="t" r="r" b="b"/>
                  <a:pathLst>
                    <a:path w="3424" h="3413" extrusionOk="0">
                      <a:moveTo>
                        <a:pt x="1718" y="1"/>
                      </a:moveTo>
                      <a:cubicBezTo>
                        <a:pt x="774" y="1"/>
                        <a:pt x="0" y="763"/>
                        <a:pt x="0" y="1707"/>
                      </a:cubicBezTo>
                      <a:cubicBezTo>
                        <a:pt x="0" y="2650"/>
                        <a:pt x="774" y="3412"/>
                        <a:pt x="1718" y="3412"/>
                      </a:cubicBezTo>
                      <a:cubicBezTo>
                        <a:pt x="2662" y="3412"/>
                        <a:pt x="3424" y="2650"/>
                        <a:pt x="3424" y="1707"/>
                      </a:cubicBezTo>
                      <a:cubicBezTo>
                        <a:pt x="3424" y="763"/>
                        <a:pt x="2662" y="1"/>
                        <a:pt x="171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5621;p68">
                  <a:extLst>
                    <a:ext uri="{FF2B5EF4-FFF2-40B4-BE49-F238E27FC236}">
                      <a16:creationId xmlns:a16="http://schemas.microsoft.com/office/drawing/2014/main" id="{005F2C74-B7E0-7E74-E4EB-7F52BA67635C}"/>
                    </a:ext>
                  </a:extLst>
                </p:cNvPr>
                <p:cNvSpPr/>
                <p:nvPr/>
              </p:nvSpPr>
              <p:spPr>
                <a:xfrm>
                  <a:off x="4793611" y="3628457"/>
                  <a:ext cx="8856" cy="7590"/>
                </a:xfrm>
                <a:custGeom>
                  <a:avLst/>
                  <a:gdLst/>
                  <a:ahLst/>
                  <a:cxnLst/>
                  <a:rect l="l" t="t" r="r" b="b"/>
                  <a:pathLst>
                    <a:path w="1126" h="965" extrusionOk="0">
                      <a:moveTo>
                        <a:pt x="642" y="1"/>
                      </a:moveTo>
                      <a:cubicBezTo>
                        <a:pt x="206" y="1"/>
                        <a:pt x="1" y="521"/>
                        <a:pt x="303" y="823"/>
                      </a:cubicBezTo>
                      <a:cubicBezTo>
                        <a:pt x="401" y="921"/>
                        <a:pt x="521" y="964"/>
                        <a:pt x="639" y="964"/>
                      </a:cubicBezTo>
                      <a:cubicBezTo>
                        <a:pt x="887" y="964"/>
                        <a:pt x="1126" y="772"/>
                        <a:pt x="1126" y="485"/>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 name="Google Shape;5622;p68">
                <a:extLst>
                  <a:ext uri="{FF2B5EF4-FFF2-40B4-BE49-F238E27FC236}">
                    <a16:creationId xmlns:a16="http://schemas.microsoft.com/office/drawing/2014/main" id="{493EC974-C1DB-5A6B-521C-A71F644FFB17}"/>
                  </a:ext>
                </a:extLst>
              </p:cNvPr>
              <p:cNvGrpSpPr/>
              <p:nvPr/>
            </p:nvGrpSpPr>
            <p:grpSpPr>
              <a:xfrm>
                <a:off x="4810167" y="3601567"/>
                <a:ext cx="31405" cy="26898"/>
                <a:chOff x="4810167" y="3601567"/>
                <a:chExt cx="31405" cy="26898"/>
              </a:xfrm>
            </p:grpSpPr>
            <p:sp>
              <p:nvSpPr>
                <p:cNvPr id="367" name="Google Shape;5623;p68">
                  <a:extLst>
                    <a:ext uri="{FF2B5EF4-FFF2-40B4-BE49-F238E27FC236}">
                      <a16:creationId xmlns:a16="http://schemas.microsoft.com/office/drawing/2014/main" id="{5E468C02-6FDC-97A6-EA25-2B55903C239B}"/>
                    </a:ext>
                  </a:extLst>
                </p:cNvPr>
                <p:cNvSpPr/>
                <p:nvPr/>
              </p:nvSpPr>
              <p:spPr>
                <a:xfrm>
                  <a:off x="4810167" y="3601567"/>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1" y="3420"/>
                        <a:pt x="3993" y="2658"/>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5624;p68">
                  <a:extLst>
                    <a:ext uri="{FF2B5EF4-FFF2-40B4-BE49-F238E27FC236}">
                      <a16:creationId xmlns:a16="http://schemas.microsoft.com/office/drawing/2014/main" id="{3B395F94-C5FB-2824-53A4-B2174FA46562}"/>
                    </a:ext>
                  </a:extLst>
                </p:cNvPr>
                <p:cNvSpPr/>
                <p:nvPr/>
              </p:nvSpPr>
              <p:spPr>
                <a:xfrm>
                  <a:off x="4824348" y="3611241"/>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5625;p68">
                <a:extLst>
                  <a:ext uri="{FF2B5EF4-FFF2-40B4-BE49-F238E27FC236}">
                    <a16:creationId xmlns:a16="http://schemas.microsoft.com/office/drawing/2014/main" id="{B7C06F17-BE36-9443-1D8B-9B884CDBD2DE}"/>
                  </a:ext>
                </a:extLst>
              </p:cNvPr>
              <p:cNvGrpSpPr/>
              <p:nvPr/>
            </p:nvGrpSpPr>
            <p:grpSpPr>
              <a:xfrm>
                <a:off x="4831002" y="3373230"/>
                <a:ext cx="31405" cy="26898"/>
                <a:chOff x="4831002" y="3373230"/>
                <a:chExt cx="31405" cy="26898"/>
              </a:xfrm>
            </p:grpSpPr>
            <p:sp>
              <p:nvSpPr>
                <p:cNvPr id="365" name="Google Shape;5626;p68">
                  <a:extLst>
                    <a:ext uri="{FF2B5EF4-FFF2-40B4-BE49-F238E27FC236}">
                      <a16:creationId xmlns:a16="http://schemas.microsoft.com/office/drawing/2014/main" id="{A2B106F3-D454-EB2A-DF74-5D31D73560B5}"/>
                    </a:ext>
                  </a:extLst>
                </p:cNvPr>
                <p:cNvSpPr/>
                <p:nvPr/>
              </p:nvSpPr>
              <p:spPr>
                <a:xfrm>
                  <a:off x="4831002" y="3373230"/>
                  <a:ext cx="31405" cy="26898"/>
                </a:xfrm>
                <a:custGeom>
                  <a:avLst/>
                  <a:gdLst/>
                  <a:ahLst/>
                  <a:cxnLst/>
                  <a:rect l="l" t="t" r="r" b="b"/>
                  <a:pathLst>
                    <a:path w="3993" h="3420" extrusionOk="0">
                      <a:moveTo>
                        <a:pt x="2273" y="0"/>
                      </a:moveTo>
                      <a:cubicBezTo>
                        <a:pt x="1853" y="0"/>
                        <a:pt x="1426" y="156"/>
                        <a:pt x="1077" y="504"/>
                      </a:cubicBezTo>
                      <a:cubicBezTo>
                        <a:pt x="1" y="1581"/>
                        <a:pt x="763" y="3419"/>
                        <a:pt x="2287" y="3419"/>
                      </a:cubicBezTo>
                      <a:cubicBezTo>
                        <a:pt x="3231" y="3419"/>
                        <a:pt x="3993" y="2657"/>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5627;p68">
                  <a:extLst>
                    <a:ext uri="{FF2B5EF4-FFF2-40B4-BE49-F238E27FC236}">
                      <a16:creationId xmlns:a16="http://schemas.microsoft.com/office/drawing/2014/main" id="{2A5C906B-A913-CFB9-64DC-7EEC9A741EC4}"/>
                    </a:ext>
                  </a:extLst>
                </p:cNvPr>
                <p:cNvSpPr/>
                <p:nvPr/>
              </p:nvSpPr>
              <p:spPr>
                <a:xfrm>
                  <a:off x="4845182" y="3382896"/>
                  <a:ext cx="7519" cy="7621"/>
                </a:xfrm>
                <a:custGeom>
                  <a:avLst/>
                  <a:gdLst/>
                  <a:ahLst/>
                  <a:cxnLst/>
                  <a:rect l="l" t="t" r="r" b="b"/>
                  <a:pathLst>
                    <a:path w="956" h="969" extrusionOk="0">
                      <a:moveTo>
                        <a:pt x="472" y="1"/>
                      </a:moveTo>
                      <a:cubicBezTo>
                        <a:pt x="206" y="1"/>
                        <a:pt x="0" y="219"/>
                        <a:pt x="0" y="485"/>
                      </a:cubicBezTo>
                      <a:cubicBezTo>
                        <a:pt x="0" y="751"/>
                        <a:pt x="206" y="969"/>
                        <a:pt x="472" y="969"/>
                      </a:cubicBezTo>
                      <a:cubicBezTo>
                        <a:pt x="750" y="969"/>
                        <a:pt x="956" y="751"/>
                        <a:pt x="956" y="485"/>
                      </a:cubicBezTo>
                      <a:cubicBezTo>
                        <a:pt x="956" y="219"/>
                        <a:pt x="750" y="1"/>
                        <a:pt x="4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0" name="Google Shape;5628;p68">
                <a:extLst>
                  <a:ext uri="{FF2B5EF4-FFF2-40B4-BE49-F238E27FC236}">
                    <a16:creationId xmlns:a16="http://schemas.microsoft.com/office/drawing/2014/main" id="{D25C3FBB-E069-B79A-32A9-17D86439B7F6}"/>
                  </a:ext>
                </a:extLst>
              </p:cNvPr>
              <p:cNvGrpSpPr/>
              <p:nvPr/>
            </p:nvGrpSpPr>
            <p:grpSpPr>
              <a:xfrm>
                <a:off x="4719311" y="3355054"/>
                <a:ext cx="31499" cy="27001"/>
                <a:chOff x="4719311" y="3355054"/>
                <a:chExt cx="31499" cy="27001"/>
              </a:xfrm>
            </p:grpSpPr>
            <p:sp>
              <p:nvSpPr>
                <p:cNvPr id="363" name="Google Shape;5629;p68">
                  <a:extLst>
                    <a:ext uri="{FF2B5EF4-FFF2-40B4-BE49-F238E27FC236}">
                      <a16:creationId xmlns:a16="http://schemas.microsoft.com/office/drawing/2014/main" id="{803DF8E4-3468-E83D-D775-6D265923C8E7}"/>
                    </a:ext>
                  </a:extLst>
                </p:cNvPr>
                <p:cNvSpPr/>
                <p:nvPr/>
              </p:nvSpPr>
              <p:spPr>
                <a:xfrm>
                  <a:off x="4719311" y="3355054"/>
                  <a:ext cx="31499" cy="27001"/>
                </a:xfrm>
                <a:custGeom>
                  <a:avLst/>
                  <a:gdLst/>
                  <a:ahLst/>
                  <a:cxnLst/>
                  <a:rect l="l" t="t" r="r" b="b"/>
                  <a:pathLst>
                    <a:path w="4005" h="3433" extrusionOk="0">
                      <a:moveTo>
                        <a:pt x="2275" y="1"/>
                      </a:moveTo>
                      <a:cubicBezTo>
                        <a:pt x="1854" y="1"/>
                        <a:pt x="1425" y="157"/>
                        <a:pt x="1077" y="505"/>
                      </a:cubicBezTo>
                      <a:cubicBezTo>
                        <a:pt x="0" y="1581"/>
                        <a:pt x="762" y="3432"/>
                        <a:pt x="2287"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5630;p68">
                  <a:extLst>
                    <a:ext uri="{FF2B5EF4-FFF2-40B4-BE49-F238E27FC236}">
                      <a16:creationId xmlns:a16="http://schemas.microsoft.com/office/drawing/2014/main" id="{44379AC3-5AAF-B1FF-59B3-905B6FCFEEDA}"/>
                    </a:ext>
                  </a:extLst>
                </p:cNvPr>
                <p:cNvSpPr/>
                <p:nvPr/>
              </p:nvSpPr>
              <p:spPr>
                <a:xfrm>
                  <a:off x="4733578" y="3364822"/>
                  <a:ext cx="7527" cy="7527"/>
                </a:xfrm>
                <a:custGeom>
                  <a:avLst/>
                  <a:gdLst/>
                  <a:ahLst/>
                  <a:cxnLst/>
                  <a:rect l="l" t="t" r="r" b="b"/>
                  <a:pathLst>
                    <a:path w="957" h="957" extrusionOk="0">
                      <a:moveTo>
                        <a:pt x="473" y="1"/>
                      </a:moveTo>
                      <a:cubicBezTo>
                        <a:pt x="206" y="1"/>
                        <a:pt x="1" y="206"/>
                        <a:pt x="1" y="472"/>
                      </a:cubicBezTo>
                      <a:cubicBezTo>
                        <a:pt x="1" y="738"/>
                        <a:pt x="206" y="956"/>
                        <a:pt x="473" y="956"/>
                      </a:cubicBezTo>
                      <a:cubicBezTo>
                        <a:pt x="751" y="956"/>
                        <a:pt x="956" y="738"/>
                        <a:pt x="956" y="472"/>
                      </a:cubicBezTo>
                      <a:cubicBezTo>
                        <a:pt x="956" y="206"/>
                        <a:pt x="751" y="1"/>
                        <a:pt x="47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 name="Google Shape;5631;p68">
                <a:extLst>
                  <a:ext uri="{FF2B5EF4-FFF2-40B4-BE49-F238E27FC236}">
                    <a16:creationId xmlns:a16="http://schemas.microsoft.com/office/drawing/2014/main" id="{A2114FEE-B27F-EA2C-17F5-F1E0E7E6FF44}"/>
                  </a:ext>
                </a:extLst>
              </p:cNvPr>
              <p:cNvGrpSpPr/>
              <p:nvPr/>
            </p:nvGrpSpPr>
            <p:grpSpPr>
              <a:xfrm>
                <a:off x="4798755" y="3450260"/>
                <a:ext cx="26930" cy="26930"/>
                <a:chOff x="4798755" y="3450260"/>
                <a:chExt cx="26930" cy="26930"/>
              </a:xfrm>
            </p:grpSpPr>
            <p:sp>
              <p:nvSpPr>
                <p:cNvPr id="361" name="Google Shape;5632;p68">
                  <a:extLst>
                    <a:ext uri="{FF2B5EF4-FFF2-40B4-BE49-F238E27FC236}">
                      <a16:creationId xmlns:a16="http://schemas.microsoft.com/office/drawing/2014/main" id="{1627728F-F3AC-2FC9-77D1-5FDF4829A6E7}"/>
                    </a:ext>
                  </a:extLst>
                </p:cNvPr>
                <p:cNvSpPr/>
                <p:nvPr/>
              </p:nvSpPr>
              <p:spPr>
                <a:xfrm>
                  <a:off x="4798755" y="3450260"/>
                  <a:ext cx="26930" cy="26930"/>
                </a:xfrm>
                <a:custGeom>
                  <a:avLst/>
                  <a:gdLst/>
                  <a:ahLst/>
                  <a:cxnLst/>
                  <a:rect l="l" t="t" r="r" b="b"/>
                  <a:pathLst>
                    <a:path w="3424" h="3424" extrusionOk="0">
                      <a:moveTo>
                        <a:pt x="1718" y="0"/>
                      </a:moveTo>
                      <a:cubicBezTo>
                        <a:pt x="774" y="0"/>
                        <a:pt x="0" y="763"/>
                        <a:pt x="0" y="1706"/>
                      </a:cubicBezTo>
                      <a:cubicBezTo>
                        <a:pt x="0" y="2650"/>
                        <a:pt x="774" y="3424"/>
                        <a:pt x="1718" y="3424"/>
                      </a:cubicBezTo>
                      <a:cubicBezTo>
                        <a:pt x="2661" y="3424"/>
                        <a:pt x="3423" y="2650"/>
                        <a:pt x="3423" y="1706"/>
                      </a:cubicBezTo>
                      <a:cubicBezTo>
                        <a:pt x="3423" y="763"/>
                        <a:pt x="2661" y="0"/>
                        <a:pt x="171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5633;p68">
                  <a:extLst>
                    <a:ext uri="{FF2B5EF4-FFF2-40B4-BE49-F238E27FC236}">
                      <a16:creationId xmlns:a16="http://schemas.microsoft.com/office/drawing/2014/main" id="{2B9FA4A0-7E1A-5D53-6D33-E8CA87F97ED5}"/>
                    </a:ext>
                  </a:extLst>
                </p:cNvPr>
                <p:cNvSpPr/>
                <p:nvPr/>
              </p:nvSpPr>
              <p:spPr>
                <a:xfrm>
                  <a:off x="4807218" y="3459871"/>
                  <a:ext cx="8856" cy="7605"/>
                </a:xfrm>
                <a:custGeom>
                  <a:avLst/>
                  <a:gdLst/>
                  <a:ahLst/>
                  <a:cxnLst/>
                  <a:rect l="l" t="t" r="r" b="b"/>
                  <a:pathLst>
                    <a:path w="1126" h="967" extrusionOk="0">
                      <a:moveTo>
                        <a:pt x="642" y="0"/>
                      </a:moveTo>
                      <a:cubicBezTo>
                        <a:pt x="206" y="0"/>
                        <a:pt x="1" y="520"/>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 name="Google Shape;5634;p68">
                <a:extLst>
                  <a:ext uri="{FF2B5EF4-FFF2-40B4-BE49-F238E27FC236}">
                    <a16:creationId xmlns:a16="http://schemas.microsoft.com/office/drawing/2014/main" id="{F931A279-BA5C-3BD6-030D-0A2FAFE7C9DC}"/>
                  </a:ext>
                </a:extLst>
              </p:cNvPr>
              <p:cNvGrpSpPr/>
              <p:nvPr/>
            </p:nvGrpSpPr>
            <p:grpSpPr>
              <a:xfrm>
                <a:off x="4645576" y="3467555"/>
                <a:ext cx="31405" cy="26953"/>
                <a:chOff x="4645576" y="3467555"/>
                <a:chExt cx="31405" cy="26953"/>
              </a:xfrm>
            </p:grpSpPr>
            <p:sp>
              <p:nvSpPr>
                <p:cNvPr id="359" name="Google Shape;5635;p68">
                  <a:extLst>
                    <a:ext uri="{FF2B5EF4-FFF2-40B4-BE49-F238E27FC236}">
                      <a16:creationId xmlns:a16="http://schemas.microsoft.com/office/drawing/2014/main" id="{F10355E5-8C1C-5D43-EF1A-6A4FECB6318E}"/>
                    </a:ext>
                  </a:extLst>
                </p:cNvPr>
                <p:cNvSpPr/>
                <p:nvPr/>
              </p:nvSpPr>
              <p:spPr>
                <a:xfrm>
                  <a:off x="4645576" y="3467555"/>
                  <a:ext cx="31405" cy="26953"/>
                </a:xfrm>
                <a:custGeom>
                  <a:avLst/>
                  <a:gdLst/>
                  <a:ahLst/>
                  <a:cxnLst/>
                  <a:rect l="l" t="t" r="r" b="b"/>
                  <a:pathLst>
                    <a:path w="3993" h="3427" extrusionOk="0">
                      <a:moveTo>
                        <a:pt x="2272" y="0"/>
                      </a:moveTo>
                      <a:cubicBezTo>
                        <a:pt x="1853" y="0"/>
                        <a:pt x="1425" y="155"/>
                        <a:pt x="1077" y="499"/>
                      </a:cubicBezTo>
                      <a:cubicBezTo>
                        <a:pt x="0" y="1576"/>
                        <a:pt x="750" y="3414"/>
                        <a:pt x="2274" y="3426"/>
                      </a:cubicBezTo>
                      <a:cubicBezTo>
                        <a:pt x="3218" y="3426"/>
                        <a:pt x="3992" y="2652"/>
                        <a:pt x="3992" y="1709"/>
                      </a:cubicBezTo>
                      <a:cubicBezTo>
                        <a:pt x="3992" y="677"/>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5636;p68">
                  <a:extLst>
                    <a:ext uri="{FF2B5EF4-FFF2-40B4-BE49-F238E27FC236}">
                      <a16:creationId xmlns:a16="http://schemas.microsoft.com/office/drawing/2014/main" id="{1B032817-9A6F-4E28-A743-20E6C6FE12F0}"/>
                    </a:ext>
                  </a:extLst>
                </p:cNvPr>
                <p:cNvSpPr/>
                <p:nvPr/>
              </p:nvSpPr>
              <p:spPr>
                <a:xfrm>
                  <a:off x="4659749" y="3477182"/>
                  <a:ext cx="7527" cy="7621"/>
                </a:xfrm>
                <a:custGeom>
                  <a:avLst/>
                  <a:gdLst/>
                  <a:ahLst/>
                  <a:cxnLst/>
                  <a:rect l="l" t="t" r="r" b="b"/>
                  <a:pathLst>
                    <a:path w="957" h="969" extrusionOk="0">
                      <a:moveTo>
                        <a:pt x="472" y="1"/>
                      </a:moveTo>
                      <a:cubicBezTo>
                        <a:pt x="206" y="1"/>
                        <a:pt x="1" y="219"/>
                        <a:pt x="1" y="485"/>
                      </a:cubicBezTo>
                      <a:cubicBezTo>
                        <a:pt x="1" y="751"/>
                        <a:pt x="206" y="969"/>
                        <a:pt x="472" y="969"/>
                      </a:cubicBezTo>
                      <a:cubicBezTo>
                        <a:pt x="751" y="969"/>
                        <a:pt x="956" y="751"/>
                        <a:pt x="956" y="485"/>
                      </a:cubicBezTo>
                      <a:cubicBezTo>
                        <a:pt x="956" y="219"/>
                        <a:pt x="751" y="1"/>
                        <a:pt x="4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 name="Google Shape;5637;p68">
                <a:extLst>
                  <a:ext uri="{FF2B5EF4-FFF2-40B4-BE49-F238E27FC236}">
                    <a16:creationId xmlns:a16="http://schemas.microsoft.com/office/drawing/2014/main" id="{C4B342AF-E78D-719E-9803-5A702EEB2AC8}"/>
                  </a:ext>
                </a:extLst>
              </p:cNvPr>
              <p:cNvGrpSpPr/>
              <p:nvPr/>
            </p:nvGrpSpPr>
            <p:grpSpPr>
              <a:xfrm>
                <a:off x="4687631" y="3583965"/>
                <a:ext cx="31499" cy="26898"/>
                <a:chOff x="4687631" y="3583965"/>
                <a:chExt cx="31499" cy="26898"/>
              </a:xfrm>
            </p:grpSpPr>
            <p:sp>
              <p:nvSpPr>
                <p:cNvPr id="357" name="Google Shape;5638;p68">
                  <a:extLst>
                    <a:ext uri="{FF2B5EF4-FFF2-40B4-BE49-F238E27FC236}">
                      <a16:creationId xmlns:a16="http://schemas.microsoft.com/office/drawing/2014/main" id="{CFBA2F9D-26AD-C354-8DC6-53854FB55084}"/>
                    </a:ext>
                  </a:extLst>
                </p:cNvPr>
                <p:cNvSpPr/>
                <p:nvPr/>
              </p:nvSpPr>
              <p:spPr>
                <a:xfrm>
                  <a:off x="4687631" y="3583965"/>
                  <a:ext cx="31499" cy="26898"/>
                </a:xfrm>
                <a:custGeom>
                  <a:avLst/>
                  <a:gdLst/>
                  <a:ahLst/>
                  <a:cxnLst/>
                  <a:rect l="l" t="t" r="r" b="b"/>
                  <a:pathLst>
                    <a:path w="4005" h="3420" extrusionOk="0">
                      <a:moveTo>
                        <a:pt x="2284" y="0"/>
                      </a:moveTo>
                      <a:cubicBezTo>
                        <a:pt x="1865" y="0"/>
                        <a:pt x="1437" y="156"/>
                        <a:pt x="1089" y="504"/>
                      </a:cubicBezTo>
                      <a:cubicBezTo>
                        <a:pt x="0" y="1581"/>
                        <a:pt x="774" y="3420"/>
                        <a:pt x="2298" y="3420"/>
                      </a:cubicBezTo>
                      <a:cubicBezTo>
                        <a:pt x="3242" y="3420"/>
                        <a:pt x="4004" y="2658"/>
                        <a:pt x="4004" y="1714"/>
                      </a:cubicBezTo>
                      <a:cubicBezTo>
                        <a:pt x="4004" y="683"/>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5639;p68">
                  <a:extLst>
                    <a:ext uri="{FF2B5EF4-FFF2-40B4-BE49-F238E27FC236}">
                      <a16:creationId xmlns:a16="http://schemas.microsoft.com/office/drawing/2014/main" id="{6190B0F5-A039-F632-B122-7027EF26D5E4}"/>
                    </a:ext>
                  </a:extLst>
                </p:cNvPr>
                <p:cNvSpPr/>
                <p:nvPr/>
              </p:nvSpPr>
              <p:spPr>
                <a:xfrm>
                  <a:off x="4700568" y="3593639"/>
                  <a:ext cx="8950" cy="7582"/>
                </a:xfrm>
                <a:custGeom>
                  <a:avLst/>
                  <a:gdLst/>
                  <a:ahLst/>
                  <a:cxnLst/>
                  <a:rect l="l" t="t" r="r" b="b"/>
                  <a:pathLst>
                    <a:path w="1138" h="964" extrusionOk="0">
                      <a:moveTo>
                        <a:pt x="641" y="0"/>
                      </a:moveTo>
                      <a:cubicBezTo>
                        <a:pt x="218" y="0"/>
                        <a:pt x="0" y="520"/>
                        <a:pt x="303" y="823"/>
                      </a:cubicBezTo>
                      <a:cubicBezTo>
                        <a:pt x="404" y="920"/>
                        <a:pt x="525" y="964"/>
                        <a:pt x="644" y="964"/>
                      </a:cubicBezTo>
                      <a:cubicBezTo>
                        <a:pt x="893" y="964"/>
                        <a:pt x="1129" y="771"/>
                        <a:pt x="1137" y="484"/>
                      </a:cubicBezTo>
                      <a:cubicBezTo>
                        <a:pt x="1137" y="218"/>
                        <a:pt x="920"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5640;p68">
                <a:extLst>
                  <a:ext uri="{FF2B5EF4-FFF2-40B4-BE49-F238E27FC236}">
                    <a16:creationId xmlns:a16="http://schemas.microsoft.com/office/drawing/2014/main" id="{1736C720-017F-4B50-A364-EA37E39B323C}"/>
                  </a:ext>
                </a:extLst>
              </p:cNvPr>
              <p:cNvGrpSpPr/>
              <p:nvPr/>
            </p:nvGrpSpPr>
            <p:grpSpPr>
              <a:xfrm>
                <a:off x="4719311" y="3471314"/>
                <a:ext cx="31499" cy="27001"/>
                <a:chOff x="4719311" y="3471314"/>
                <a:chExt cx="31499" cy="27001"/>
              </a:xfrm>
            </p:grpSpPr>
            <p:sp>
              <p:nvSpPr>
                <p:cNvPr id="355" name="Google Shape;5641;p68">
                  <a:extLst>
                    <a:ext uri="{FF2B5EF4-FFF2-40B4-BE49-F238E27FC236}">
                      <a16:creationId xmlns:a16="http://schemas.microsoft.com/office/drawing/2014/main" id="{2120E341-E0B6-AAEC-A864-6ABFF5F6B53D}"/>
                    </a:ext>
                  </a:extLst>
                </p:cNvPr>
                <p:cNvSpPr/>
                <p:nvPr/>
              </p:nvSpPr>
              <p:spPr>
                <a:xfrm>
                  <a:off x="4719311" y="3471314"/>
                  <a:ext cx="31499" cy="27001"/>
                </a:xfrm>
                <a:custGeom>
                  <a:avLst/>
                  <a:gdLst/>
                  <a:ahLst/>
                  <a:cxnLst/>
                  <a:rect l="l" t="t" r="r" b="b"/>
                  <a:pathLst>
                    <a:path w="4005" h="3433" extrusionOk="0">
                      <a:moveTo>
                        <a:pt x="2285" y="1"/>
                      </a:moveTo>
                      <a:cubicBezTo>
                        <a:pt x="1865" y="1"/>
                        <a:pt x="1437" y="157"/>
                        <a:pt x="1089" y="505"/>
                      </a:cubicBezTo>
                      <a:cubicBezTo>
                        <a:pt x="0" y="1581"/>
                        <a:pt x="774" y="3432"/>
                        <a:pt x="2299" y="3432"/>
                      </a:cubicBezTo>
                      <a:cubicBezTo>
                        <a:pt x="3242" y="3432"/>
                        <a:pt x="4004" y="2658"/>
                        <a:pt x="4004" y="1715"/>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5642;p68">
                  <a:extLst>
                    <a:ext uri="{FF2B5EF4-FFF2-40B4-BE49-F238E27FC236}">
                      <a16:creationId xmlns:a16="http://schemas.microsoft.com/office/drawing/2014/main" id="{CFC6E467-9078-9E2C-3A33-58C685C9F08C}"/>
                    </a:ext>
                  </a:extLst>
                </p:cNvPr>
                <p:cNvSpPr/>
                <p:nvPr/>
              </p:nvSpPr>
              <p:spPr>
                <a:xfrm>
                  <a:off x="4732249"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 name="Google Shape;5643;p68">
                <a:extLst>
                  <a:ext uri="{FF2B5EF4-FFF2-40B4-BE49-F238E27FC236}">
                    <a16:creationId xmlns:a16="http://schemas.microsoft.com/office/drawing/2014/main" id="{19BAFE2E-6F54-EC5D-2AF3-69500EE7E0AE}"/>
                  </a:ext>
                </a:extLst>
              </p:cNvPr>
              <p:cNvGrpSpPr/>
              <p:nvPr/>
            </p:nvGrpSpPr>
            <p:grpSpPr>
              <a:xfrm>
                <a:off x="4719311" y="3434404"/>
                <a:ext cx="31499" cy="26898"/>
                <a:chOff x="4719311" y="3434404"/>
                <a:chExt cx="31499" cy="26898"/>
              </a:xfrm>
            </p:grpSpPr>
            <p:sp>
              <p:nvSpPr>
                <p:cNvPr id="353" name="Google Shape;5644;p68">
                  <a:extLst>
                    <a:ext uri="{FF2B5EF4-FFF2-40B4-BE49-F238E27FC236}">
                      <a16:creationId xmlns:a16="http://schemas.microsoft.com/office/drawing/2014/main" id="{4F307CEE-1954-BE0B-A7E8-C3707A0DEB8B}"/>
                    </a:ext>
                  </a:extLst>
                </p:cNvPr>
                <p:cNvSpPr/>
                <p:nvPr/>
              </p:nvSpPr>
              <p:spPr>
                <a:xfrm>
                  <a:off x="4719311" y="343440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5645;p68">
                  <a:extLst>
                    <a:ext uri="{FF2B5EF4-FFF2-40B4-BE49-F238E27FC236}">
                      <a16:creationId xmlns:a16="http://schemas.microsoft.com/office/drawing/2014/main" id="{4A055B07-7BD4-FF2F-8554-FADA6EA0C9B8}"/>
                    </a:ext>
                  </a:extLst>
                </p:cNvPr>
                <p:cNvSpPr/>
                <p:nvPr/>
              </p:nvSpPr>
              <p:spPr>
                <a:xfrm>
                  <a:off x="4732249" y="3444078"/>
                  <a:ext cx="8856" cy="7582"/>
                </a:xfrm>
                <a:custGeom>
                  <a:avLst/>
                  <a:gdLst/>
                  <a:ahLst/>
                  <a:cxnLst/>
                  <a:rect l="l" t="t" r="r" b="b"/>
                  <a:pathLst>
                    <a:path w="1126" h="964" extrusionOk="0">
                      <a:moveTo>
                        <a:pt x="642" y="0"/>
                      </a:moveTo>
                      <a:cubicBezTo>
                        <a:pt x="218" y="0"/>
                        <a:pt x="0" y="520"/>
                        <a:pt x="303" y="823"/>
                      </a:cubicBezTo>
                      <a:cubicBezTo>
                        <a:pt x="400" y="920"/>
                        <a:pt x="520" y="964"/>
                        <a:pt x="638" y="964"/>
                      </a:cubicBezTo>
                      <a:cubicBezTo>
                        <a:pt x="886" y="964"/>
                        <a:pt x="1125" y="771"/>
                        <a:pt x="1125" y="484"/>
                      </a:cubicBezTo>
                      <a:cubicBezTo>
                        <a:pt x="1125" y="218"/>
                        <a:pt x="920"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 name="Google Shape;5646;p68">
                <a:extLst>
                  <a:ext uri="{FF2B5EF4-FFF2-40B4-BE49-F238E27FC236}">
                    <a16:creationId xmlns:a16="http://schemas.microsoft.com/office/drawing/2014/main" id="{48450317-2209-BB7E-9074-AB903EA265B9}"/>
                  </a:ext>
                </a:extLst>
              </p:cNvPr>
              <p:cNvGrpSpPr/>
              <p:nvPr/>
            </p:nvGrpSpPr>
            <p:grpSpPr>
              <a:xfrm>
                <a:off x="4768876" y="3401772"/>
                <a:ext cx="31499" cy="26898"/>
                <a:chOff x="4768876" y="3401772"/>
                <a:chExt cx="31499" cy="26898"/>
              </a:xfrm>
            </p:grpSpPr>
            <p:sp>
              <p:nvSpPr>
                <p:cNvPr id="351" name="Google Shape;5647;p68">
                  <a:extLst>
                    <a:ext uri="{FF2B5EF4-FFF2-40B4-BE49-F238E27FC236}">
                      <a16:creationId xmlns:a16="http://schemas.microsoft.com/office/drawing/2014/main" id="{BB78527B-C76C-77CE-B763-669C8136E332}"/>
                    </a:ext>
                  </a:extLst>
                </p:cNvPr>
                <p:cNvSpPr/>
                <p:nvPr/>
              </p:nvSpPr>
              <p:spPr>
                <a:xfrm>
                  <a:off x="4768876" y="3401772"/>
                  <a:ext cx="31499" cy="26898"/>
                </a:xfrm>
                <a:custGeom>
                  <a:avLst/>
                  <a:gdLst/>
                  <a:ahLst/>
                  <a:cxnLst/>
                  <a:rect l="l" t="t" r="r" b="b"/>
                  <a:pathLst>
                    <a:path w="4005" h="3420" extrusionOk="0">
                      <a:moveTo>
                        <a:pt x="2276" y="0"/>
                      </a:moveTo>
                      <a:cubicBezTo>
                        <a:pt x="1855" y="0"/>
                        <a:pt x="1425" y="156"/>
                        <a:pt x="1077" y="504"/>
                      </a:cubicBezTo>
                      <a:cubicBezTo>
                        <a:pt x="1" y="1581"/>
                        <a:pt x="763" y="3419"/>
                        <a:pt x="2287" y="3419"/>
                      </a:cubicBezTo>
                      <a:cubicBezTo>
                        <a:pt x="3231" y="3419"/>
                        <a:pt x="4005" y="2657"/>
                        <a:pt x="4005" y="1714"/>
                      </a:cubicBezTo>
                      <a:cubicBezTo>
                        <a:pt x="4005" y="683"/>
                        <a:pt x="3157"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5648;p68">
                  <a:extLst>
                    <a:ext uri="{FF2B5EF4-FFF2-40B4-BE49-F238E27FC236}">
                      <a16:creationId xmlns:a16="http://schemas.microsoft.com/office/drawing/2014/main" id="{652E93B2-BC1A-9ABD-FD24-6C2F1F76C5F6}"/>
                    </a:ext>
                  </a:extLst>
                </p:cNvPr>
                <p:cNvSpPr/>
                <p:nvPr/>
              </p:nvSpPr>
              <p:spPr>
                <a:xfrm>
                  <a:off x="4783057" y="3411438"/>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 name="Google Shape;5649;p68">
                <a:extLst>
                  <a:ext uri="{FF2B5EF4-FFF2-40B4-BE49-F238E27FC236}">
                    <a16:creationId xmlns:a16="http://schemas.microsoft.com/office/drawing/2014/main" id="{A18ED9D5-3C9D-C098-898A-F63E892AF47D}"/>
                  </a:ext>
                </a:extLst>
              </p:cNvPr>
              <p:cNvGrpSpPr/>
              <p:nvPr/>
            </p:nvGrpSpPr>
            <p:grpSpPr>
              <a:xfrm>
                <a:off x="4762214" y="3471377"/>
                <a:ext cx="26938" cy="26938"/>
                <a:chOff x="4762214" y="3471377"/>
                <a:chExt cx="26938" cy="26938"/>
              </a:xfrm>
            </p:grpSpPr>
            <p:sp>
              <p:nvSpPr>
                <p:cNvPr id="349" name="Google Shape;5650;p68">
                  <a:extLst>
                    <a:ext uri="{FF2B5EF4-FFF2-40B4-BE49-F238E27FC236}">
                      <a16:creationId xmlns:a16="http://schemas.microsoft.com/office/drawing/2014/main" id="{1B9FC8B1-0001-F8A2-6587-ABEC42AF9131}"/>
                    </a:ext>
                  </a:extLst>
                </p:cNvPr>
                <p:cNvSpPr/>
                <p:nvPr/>
              </p:nvSpPr>
              <p:spPr>
                <a:xfrm>
                  <a:off x="4762214" y="3471377"/>
                  <a:ext cx="26938" cy="26938"/>
                </a:xfrm>
                <a:custGeom>
                  <a:avLst/>
                  <a:gdLst/>
                  <a:ahLst/>
                  <a:cxnLst/>
                  <a:rect l="l" t="t" r="r" b="b"/>
                  <a:pathLst>
                    <a:path w="3425" h="3425" extrusionOk="0">
                      <a:moveTo>
                        <a:pt x="1707" y="1"/>
                      </a:moveTo>
                      <a:cubicBezTo>
                        <a:pt x="763" y="1"/>
                        <a:pt x="1" y="763"/>
                        <a:pt x="1" y="1707"/>
                      </a:cubicBezTo>
                      <a:cubicBezTo>
                        <a:pt x="1" y="2650"/>
                        <a:pt x="763" y="3424"/>
                        <a:pt x="1707" y="3424"/>
                      </a:cubicBezTo>
                      <a:cubicBezTo>
                        <a:pt x="2662" y="3424"/>
                        <a:pt x="3424" y="2650"/>
                        <a:pt x="3424" y="1707"/>
                      </a:cubicBezTo>
                      <a:cubicBezTo>
                        <a:pt x="3424" y="763"/>
                        <a:pt x="2662" y="1"/>
                        <a:pt x="170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5651;p68">
                  <a:extLst>
                    <a:ext uri="{FF2B5EF4-FFF2-40B4-BE49-F238E27FC236}">
                      <a16:creationId xmlns:a16="http://schemas.microsoft.com/office/drawing/2014/main" id="{2C91E213-7326-9ABB-CA62-A4A730CBB34D}"/>
                    </a:ext>
                  </a:extLst>
                </p:cNvPr>
                <p:cNvSpPr/>
                <p:nvPr/>
              </p:nvSpPr>
              <p:spPr>
                <a:xfrm>
                  <a:off x="4770591"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5652;p68">
                <a:extLst>
                  <a:ext uri="{FF2B5EF4-FFF2-40B4-BE49-F238E27FC236}">
                    <a16:creationId xmlns:a16="http://schemas.microsoft.com/office/drawing/2014/main" id="{3ECB65A0-F73D-9B10-B1DB-42F8EAA585AF}"/>
                  </a:ext>
                </a:extLst>
              </p:cNvPr>
              <p:cNvGrpSpPr/>
              <p:nvPr/>
            </p:nvGrpSpPr>
            <p:grpSpPr>
              <a:xfrm>
                <a:off x="4790473" y="3344782"/>
                <a:ext cx="31405" cy="26898"/>
                <a:chOff x="4790473" y="3344782"/>
                <a:chExt cx="31405" cy="26898"/>
              </a:xfrm>
            </p:grpSpPr>
            <p:sp>
              <p:nvSpPr>
                <p:cNvPr id="347" name="Google Shape;5653;p68">
                  <a:extLst>
                    <a:ext uri="{FF2B5EF4-FFF2-40B4-BE49-F238E27FC236}">
                      <a16:creationId xmlns:a16="http://schemas.microsoft.com/office/drawing/2014/main" id="{C70BCEC8-D9B8-E730-8119-A1A2F5699718}"/>
                    </a:ext>
                  </a:extLst>
                </p:cNvPr>
                <p:cNvSpPr/>
                <p:nvPr/>
              </p:nvSpPr>
              <p:spPr>
                <a:xfrm>
                  <a:off x="4790473" y="3344782"/>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0" y="3420"/>
                        <a:pt x="3993" y="2657"/>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5654;p68">
                  <a:extLst>
                    <a:ext uri="{FF2B5EF4-FFF2-40B4-BE49-F238E27FC236}">
                      <a16:creationId xmlns:a16="http://schemas.microsoft.com/office/drawing/2014/main" id="{6D5D6D60-1ABA-186D-770C-BAED7097A0AA}"/>
                    </a:ext>
                  </a:extLst>
                </p:cNvPr>
                <p:cNvSpPr/>
                <p:nvPr/>
              </p:nvSpPr>
              <p:spPr>
                <a:xfrm>
                  <a:off x="4804654" y="3354456"/>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5655;p68">
                <a:extLst>
                  <a:ext uri="{FF2B5EF4-FFF2-40B4-BE49-F238E27FC236}">
                    <a16:creationId xmlns:a16="http://schemas.microsoft.com/office/drawing/2014/main" id="{F037B9B6-2207-B25C-DB98-338E1B00F8EE}"/>
                  </a:ext>
                </a:extLst>
              </p:cNvPr>
              <p:cNvGrpSpPr/>
              <p:nvPr/>
            </p:nvGrpSpPr>
            <p:grpSpPr>
              <a:xfrm>
                <a:off x="4823774" y="3950733"/>
                <a:ext cx="37398" cy="32034"/>
                <a:chOff x="4823774" y="3950733"/>
                <a:chExt cx="37398" cy="32034"/>
              </a:xfrm>
            </p:grpSpPr>
            <p:sp>
              <p:nvSpPr>
                <p:cNvPr id="345" name="Google Shape;5656;p68">
                  <a:extLst>
                    <a:ext uri="{FF2B5EF4-FFF2-40B4-BE49-F238E27FC236}">
                      <a16:creationId xmlns:a16="http://schemas.microsoft.com/office/drawing/2014/main" id="{BEF8BE22-FB22-DA27-6CB5-160C83A324EE}"/>
                    </a:ext>
                  </a:extLst>
                </p:cNvPr>
                <p:cNvSpPr/>
                <p:nvPr/>
              </p:nvSpPr>
              <p:spPr>
                <a:xfrm>
                  <a:off x="4823774" y="3950733"/>
                  <a:ext cx="37398" cy="32034"/>
                </a:xfrm>
                <a:custGeom>
                  <a:avLst/>
                  <a:gdLst/>
                  <a:ahLst/>
                  <a:cxnLst/>
                  <a:rect l="l" t="t" r="r" b="b"/>
                  <a:pathLst>
                    <a:path w="4755" h="4073" extrusionOk="0">
                      <a:moveTo>
                        <a:pt x="2707" y="1"/>
                      </a:moveTo>
                      <a:cubicBezTo>
                        <a:pt x="2207" y="1"/>
                        <a:pt x="1698" y="186"/>
                        <a:pt x="1283" y="601"/>
                      </a:cubicBezTo>
                      <a:cubicBezTo>
                        <a:pt x="1" y="1883"/>
                        <a:pt x="908" y="4073"/>
                        <a:pt x="2722" y="4073"/>
                      </a:cubicBezTo>
                      <a:cubicBezTo>
                        <a:pt x="3835" y="4073"/>
                        <a:pt x="4755" y="3166"/>
                        <a:pt x="4755" y="2041"/>
                      </a:cubicBezTo>
                      <a:cubicBezTo>
                        <a:pt x="4755" y="813"/>
                        <a:pt x="3752" y="1"/>
                        <a:pt x="270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5657;p68">
                  <a:extLst>
                    <a:ext uri="{FF2B5EF4-FFF2-40B4-BE49-F238E27FC236}">
                      <a16:creationId xmlns:a16="http://schemas.microsoft.com/office/drawing/2014/main" id="{19D259E5-464F-263E-E67F-E99852B6B326}"/>
                    </a:ext>
                  </a:extLst>
                </p:cNvPr>
                <p:cNvSpPr/>
                <p:nvPr/>
              </p:nvSpPr>
              <p:spPr>
                <a:xfrm>
                  <a:off x="4836617" y="3960407"/>
                  <a:ext cx="14849" cy="12718"/>
                </a:xfrm>
                <a:custGeom>
                  <a:avLst/>
                  <a:gdLst/>
                  <a:ahLst/>
                  <a:cxnLst/>
                  <a:rect l="l" t="t" r="r" b="b"/>
                  <a:pathLst>
                    <a:path w="1888" h="1617" extrusionOk="0">
                      <a:moveTo>
                        <a:pt x="1089" y="0"/>
                      </a:moveTo>
                      <a:cubicBezTo>
                        <a:pt x="363" y="0"/>
                        <a:pt x="1" y="871"/>
                        <a:pt x="509" y="1379"/>
                      </a:cubicBezTo>
                      <a:cubicBezTo>
                        <a:pt x="673" y="1543"/>
                        <a:pt x="874" y="1616"/>
                        <a:pt x="1073" y="1616"/>
                      </a:cubicBezTo>
                      <a:cubicBezTo>
                        <a:pt x="1488" y="1616"/>
                        <a:pt x="1888" y="1294"/>
                        <a:pt x="1888" y="811"/>
                      </a:cubicBezTo>
                      <a:cubicBezTo>
                        <a:pt x="1888" y="363"/>
                        <a:pt x="1537" y="0"/>
                        <a:pt x="108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5658;p68">
                <a:extLst>
                  <a:ext uri="{FF2B5EF4-FFF2-40B4-BE49-F238E27FC236}">
                    <a16:creationId xmlns:a16="http://schemas.microsoft.com/office/drawing/2014/main" id="{E551549C-3A5D-46B0-CA77-939E745C4A83}"/>
                  </a:ext>
                </a:extLst>
              </p:cNvPr>
              <p:cNvGrpSpPr/>
              <p:nvPr/>
            </p:nvGrpSpPr>
            <p:grpSpPr>
              <a:xfrm>
                <a:off x="4823396" y="4110566"/>
                <a:ext cx="31405" cy="26906"/>
                <a:chOff x="4823396" y="4110566"/>
                <a:chExt cx="31405" cy="26906"/>
              </a:xfrm>
            </p:grpSpPr>
            <p:sp>
              <p:nvSpPr>
                <p:cNvPr id="343" name="Google Shape;5659;p68">
                  <a:extLst>
                    <a:ext uri="{FF2B5EF4-FFF2-40B4-BE49-F238E27FC236}">
                      <a16:creationId xmlns:a16="http://schemas.microsoft.com/office/drawing/2014/main" id="{FC27D0A3-AA40-1970-9D99-0543ED2DBCDE}"/>
                    </a:ext>
                  </a:extLst>
                </p:cNvPr>
                <p:cNvSpPr/>
                <p:nvPr/>
              </p:nvSpPr>
              <p:spPr>
                <a:xfrm>
                  <a:off x="4823396" y="4110566"/>
                  <a:ext cx="31405" cy="26906"/>
                </a:xfrm>
                <a:custGeom>
                  <a:avLst/>
                  <a:gdLst/>
                  <a:ahLst/>
                  <a:cxnLst/>
                  <a:rect l="l" t="t" r="r" b="b"/>
                  <a:pathLst>
                    <a:path w="3993" h="3421" extrusionOk="0">
                      <a:moveTo>
                        <a:pt x="2272" y="1"/>
                      </a:moveTo>
                      <a:cubicBezTo>
                        <a:pt x="1853" y="1"/>
                        <a:pt x="1425" y="157"/>
                        <a:pt x="1077" y="505"/>
                      </a:cubicBezTo>
                      <a:cubicBezTo>
                        <a:pt x="0" y="1582"/>
                        <a:pt x="762" y="3420"/>
                        <a:pt x="2286" y="3420"/>
                      </a:cubicBezTo>
                      <a:cubicBezTo>
                        <a:pt x="3230" y="3420"/>
                        <a:pt x="3992" y="2658"/>
                        <a:pt x="3992" y="1715"/>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5660;p68">
                  <a:extLst>
                    <a:ext uri="{FF2B5EF4-FFF2-40B4-BE49-F238E27FC236}">
                      <a16:creationId xmlns:a16="http://schemas.microsoft.com/office/drawing/2014/main" id="{38C4D33F-EA0C-9C3B-F429-3E3ABE6629D1}"/>
                    </a:ext>
                  </a:extLst>
                </p:cNvPr>
                <p:cNvSpPr/>
                <p:nvPr/>
              </p:nvSpPr>
              <p:spPr>
                <a:xfrm>
                  <a:off x="4836240" y="4120145"/>
                  <a:ext cx="8950" cy="7684"/>
                </a:xfrm>
                <a:custGeom>
                  <a:avLst/>
                  <a:gdLst/>
                  <a:ahLst/>
                  <a:cxnLst/>
                  <a:rect l="l" t="t" r="r" b="b"/>
                  <a:pathLst>
                    <a:path w="1138" h="977" extrusionOk="0">
                      <a:moveTo>
                        <a:pt x="653" y="1"/>
                      </a:moveTo>
                      <a:cubicBezTo>
                        <a:pt x="218" y="1"/>
                        <a:pt x="0" y="533"/>
                        <a:pt x="303" y="835"/>
                      </a:cubicBezTo>
                      <a:cubicBezTo>
                        <a:pt x="404" y="933"/>
                        <a:pt x="527" y="976"/>
                        <a:pt x="646" y="976"/>
                      </a:cubicBezTo>
                      <a:cubicBezTo>
                        <a:pt x="898" y="976"/>
                        <a:pt x="1137" y="784"/>
                        <a:pt x="1137" y="497"/>
                      </a:cubicBezTo>
                      <a:cubicBezTo>
                        <a:pt x="1137" y="218"/>
                        <a:pt x="920"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5661;p68">
                <a:extLst>
                  <a:ext uri="{FF2B5EF4-FFF2-40B4-BE49-F238E27FC236}">
                    <a16:creationId xmlns:a16="http://schemas.microsoft.com/office/drawing/2014/main" id="{53D21450-D471-6567-D30B-0C40975CC53B}"/>
                  </a:ext>
                </a:extLst>
              </p:cNvPr>
              <p:cNvGrpSpPr/>
              <p:nvPr/>
            </p:nvGrpSpPr>
            <p:grpSpPr>
              <a:xfrm>
                <a:off x="4838332" y="3821150"/>
                <a:ext cx="31499" cy="26898"/>
                <a:chOff x="4838332" y="3821150"/>
                <a:chExt cx="31499" cy="26898"/>
              </a:xfrm>
            </p:grpSpPr>
            <p:sp>
              <p:nvSpPr>
                <p:cNvPr id="341" name="Google Shape;5662;p68">
                  <a:extLst>
                    <a:ext uri="{FF2B5EF4-FFF2-40B4-BE49-F238E27FC236}">
                      <a16:creationId xmlns:a16="http://schemas.microsoft.com/office/drawing/2014/main" id="{1A4D5F9C-E62F-0E63-F1BC-8F44142F7422}"/>
                    </a:ext>
                  </a:extLst>
                </p:cNvPr>
                <p:cNvSpPr/>
                <p:nvPr/>
              </p:nvSpPr>
              <p:spPr>
                <a:xfrm>
                  <a:off x="4838332" y="3821150"/>
                  <a:ext cx="31499" cy="26898"/>
                </a:xfrm>
                <a:custGeom>
                  <a:avLst/>
                  <a:gdLst/>
                  <a:ahLst/>
                  <a:cxnLst/>
                  <a:rect l="l" t="t" r="r" b="b"/>
                  <a:pathLst>
                    <a:path w="4005" h="3420" extrusionOk="0">
                      <a:moveTo>
                        <a:pt x="2285" y="1"/>
                      </a:moveTo>
                      <a:cubicBezTo>
                        <a:pt x="1865" y="1"/>
                        <a:pt x="1437" y="156"/>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5663;p68">
                  <a:extLst>
                    <a:ext uri="{FF2B5EF4-FFF2-40B4-BE49-F238E27FC236}">
                      <a16:creationId xmlns:a16="http://schemas.microsoft.com/office/drawing/2014/main" id="{26584C32-A754-328E-21B0-5D27244B500E}"/>
                    </a:ext>
                  </a:extLst>
                </p:cNvPr>
                <p:cNvSpPr/>
                <p:nvPr/>
              </p:nvSpPr>
              <p:spPr>
                <a:xfrm>
                  <a:off x="4851270" y="3830824"/>
                  <a:ext cx="8950" cy="7582"/>
                </a:xfrm>
                <a:custGeom>
                  <a:avLst/>
                  <a:gdLst/>
                  <a:ahLst/>
                  <a:cxnLst/>
                  <a:rect l="l" t="t" r="r" b="b"/>
                  <a:pathLst>
                    <a:path w="1138" h="964" extrusionOk="0">
                      <a:moveTo>
                        <a:pt x="654" y="0"/>
                      </a:moveTo>
                      <a:cubicBezTo>
                        <a:pt x="218" y="0"/>
                        <a:pt x="0" y="521"/>
                        <a:pt x="303" y="823"/>
                      </a:cubicBezTo>
                      <a:cubicBezTo>
                        <a:pt x="404" y="920"/>
                        <a:pt x="526" y="964"/>
                        <a:pt x="644" y="964"/>
                      </a:cubicBezTo>
                      <a:cubicBezTo>
                        <a:pt x="893" y="964"/>
                        <a:pt x="1129" y="771"/>
                        <a:pt x="1138" y="484"/>
                      </a:cubicBezTo>
                      <a:cubicBezTo>
                        <a:pt x="1125"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2" name="Google Shape;5664;p68">
                <a:extLst>
                  <a:ext uri="{FF2B5EF4-FFF2-40B4-BE49-F238E27FC236}">
                    <a16:creationId xmlns:a16="http://schemas.microsoft.com/office/drawing/2014/main" id="{668A30E0-C4F0-EC5D-9659-CF907DC67B29}"/>
                  </a:ext>
                </a:extLst>
              </p:cNvPr>
              <p:cNvGrpSpPr/>
              <p:nvPr/>
            </p:nvGrpSpPr>
            <p:grpSpPr>
              <a:xfrm>
                <a:off x="4661275" y="3815007"/>
                <a:ext cx="36824" cy="31523"/>
                <a:chOff x="4661275" y="3815007"/>
                <a:chExt cx="36824" cy="31523"/>
              </a:xfrm>
            </p:grpSpPr>
            <p:sp>
              <p:nvSpPr>
                <p:cNvPr id="339" name="Google Shape;5665;p68">
                  <a:extLst>
                    <a:ext uri="{FF2B5EF4-FFF2-40B4-BE49-F238E27FC236}">
                      <a16:creationId xmlns:a16="http://schemas.microsoft.com/office/drawing/2014/main" id="{23BEA5FC-0199-8800-D7BF-9D86A3E941FD}"/>
                    </a:ext>
                  </a:extLst>
                </p:cNvPr>
                <p:cNvSpPr/>
                <p:nvPr/>
              </p:nvSpPr>
              <p:spPr>
                <a:xfrm>
                  <a:off x="4661275" y="3815007"/>
                  <a:ext cx="36824" cy="31523"/>
                </a:xfrm>
                <a:custGeom>
                  <a:avLst/>
                  <a:gdLst/>
                  <a:ahLst/>
                  <a:cxnLst/>
                  <a:rect l="l" t="t" r="r" b="b"/>
                  <a:pathLst>
                    <a:path w="4682" h="4008" extrusionOk="0">
                      <a:moveTo>
                        <a:pt x="2663" y="0"/>
                      </a:moveTo>
                      <a:cubicBezTo>
                        <a:pt x="2169" y="0"/>
                        <a:pt x="1666" y="184"/>
                        <a:pt x="1258" y="596"/>
                      </a:cubicBezTo>
                      <a:cubicBezTo>
                        <a:pt x="0" y="1854"/>
                        <a:pt x="895" y="4007"/>
                        <a:pt x="2674" y="4007"/>
                      </a:cubicBezTo>
                      <a:cubicBezTo>
                        <a:pt x="3774" y="4007"/>
                        <a:pt x="4682" y="3112"/>
                        <a:pt x="4682" y="2011"/>
                      </a:cubicBezTo>
                      <a:cubicBezTo>
                        <a:pt x="4682" y="801"/>
                        <a:pt x="3692" y="0"/>
                        <a:pt x="266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5666;p68">
                  <a:extLst>
                    <a:ext uri="{FF2B5EF4-FFF2-40B4-BE49-F238E27FC236}">
                      <a16:creationId xmlns:a16="http://schemas.microsoft.com/office/drawing/2014/main" id="{3BCF20E8-C611-3637-4A62-ECD76975A814}"/>
                    </a:ext>
                  </a:extLst>
                </p:cNvPr>
                <p:cNvSpPr/>
                <p:nvPr/>
              </p:nvSpPr>
              <p:spPr>
                <a:xfrm>
                  <a:off x="4676211" y="3824736"/>
                  <a:ext cx="12183" cy="12183"/>
                </a:xfrm>
                <a:custGeom>
                  <a:avLst/>
                  <a:gdLst/>
                  <a:ahLst/>
                  <a:cxnLst/>
                  <a:rect l="l" t="t" r="r" b="b"/>
                  <a:pathLst>
                    <a:path w="1549" h="1549" extrusionOk="0">
                      <a:moveTo>
                        <a:pt x="775" y="0"/>
                      </a:moveTo>
                      <a:cubicBezTo>
                        <a:pt x="351" y="0"/>
                        <a:pt x="0" y="339"/>
                        <a:pt x="0" y="774"/>
                      </a:cubicBezTo>
                      <a:cubicBezTo>
                        <a:pt x="0" y="1198"/>
                        <a:pt x="351" y="1549"/>
                        <a:pt x="775" y="1549"/>
                      </a:cubicBezTo>
                      <a:cubicBezTo>
                        <a:pt x="1210" y="1549"/>
                        <a:pt x="1549" y="1198"/>
                        <a:pt x="1549" y="774"/>
                      </a:cubicBezTo>
                      <a:cubicBezTo>
                        <a:pt x="1549" y="339"/>
                        <a:pt x="1210" y="0"/>
                        <a:pt x="77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 name="Google Shape;5667;p68">
                <a:extLst>
                  <a:ext uri="{FF2B5EF4-FFF2-40B4-BE49-F238E27FC236}">
                    <a16:creationId xmlns:a16="http://schemas.microsoft.com/office/drawing/2014/main" id="{DD5B7EAC-4146-4C11-A5D2-D8BF8E8F9AEA}"/>
                  </a:ext>
                </a:extLst>
              </p:cNvPr>
              <p:cNvGrpSpPr/>
              <p:nvPr/>
            </p:nvGrpSpPr>
            <p:grpSpPr>
              <a:xfrm>
                <a:off x="4558998" y="3851037"/>
                <a:ext cx="33591" cy="28699"/>
                <a:chOff x="4558998" y="3851037"/>
                <a:chExt cx="33591" cy="28699"/>
              </a:xfrm>
            </p:grpSpPr>
            <p:sp>
              <p:nvSpPr>
                <p:cNvPr id="337" name="Google Shape;5668;p68">
                  <a:extLst>
                    <a:ext uri="{FF2B5EF4-FFF2-40B4-BE49-F238E27FC236}">
                      <a16:creationId xmlns:a16="http://schemas.microsoft.com/office/drawing/2014/main" id="{A0C5418E-A00F-1415-8641-2F7250BF201E}"/>
                    </a:ext>
                  </a:extLst>
                </p:cNvPr>
                <p:cNvSpPr/>
                <p:nvPr/>
              </p:nvSpPr>
              <p:spPr>
                <a:xfrm>
                  <a:off x="4558998" y="3851037"/>
                  <a:ext cx="33591" cy="28699"/>
                </a:xfrm>
                <a:custGeom>
                  <a:avLst/>
                  <a:gdLst/>
                  <a:ahLst/>
                  <a:cxnLst/>
                  <a:rect l="l" t="t" r="r" b="b"/>
                  <a:pathLst>
                    <a:path w="4271" h="3649" extrusionOk="0">
                      <a:moveTo>
                        <a:pt x="2430" y="0"/>
                      </a:moveTo>
                      <a:cubicBezTo>
                        <a:pt x="1980" y="0"/>
                        <a:pt x="1522" y="167"/>
                        <a:pt x="1149" y="539"/>
                      </a:cubicBezTo>
                      <a:cubicBezTo>
                        <a:pt x="0" y="1688"/>
                        <a:pt x="823" y="3648"/>
                        <a:pt x="2444" y="3648"/>
                      </a:cubicBezTo>
                      <a:cubicBezTo>
                        <a:pt x="3448" y="3648"/>
                        <a:pt x="4270" y="2838"/>
                        <a:pt x="4270" y="1822"/>
                      </a:cubicBezTo>
                      <a:cubicBezTo>
                        <a:pt x="4270" y="726"/>
                        <a:pt x="3369" y="0"/>
                        <a:pt x="24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5669;p68">
                  <a:extLst>
                    <a:ext uri="{FF2B5EF4-FFF2-40B4-BE49-F238E27FC236}">
                      <a16:creationId xmlns:a16="http://schemas.microsoft.com/office/drawing/2014/main" id="{2CD815ED-4E22-4EB2-131E-5D7DA42A3492}"/>
                    </a:ext>
                  </a:extLst>
                </p:cNvPr>
                <p:cNvSpPr/>
                <p:nvPr/>
              </p:nvSpPr>
              <p:spPr>
                <a:xfrm>
                  <a:off x="4573557" y="3860695"/>
                  <a:ext cx="9328" cy="9430"/>
                </a:xfrm>
                <a:custGeom>
                  <a:avLst/>
                  <a:gdLst/>
                  <a:ahLst/>
                  <a:cxnLst/>
                  <a:rect l="l" t="t" r="r" b="b"/>
                  <a:pathLst>
                    <a:path w="1186" h="1199" extrusionOk="0">
                      <a:moveTo>
                        <a:pt x="593" y="1"/>
                      </a:moveTo>
                      <a:cubicBezTo>
                        <a:pt x="266" y="1"/>
                        <a:pt x="0" y="267"/>
                        <a:pt x="0" y="594"/>
                      </a:cubicBezTo>
                      <a:cubicBezTo>
                        <a:pt x="0" y="932"/>
                        <a:pt x="266" y="1198"/>
                        <a:pt x="593" y="1198"/>
                      </a:cubicBezTo>
                      <a:cubicBezTo>
                        <a:pt x="919" y="1198"/>
                        <a:pt x="1185" y="932"/>
                        <a:pt x="1185" y="594"/>
                      </a:cubicBezTo>
                      <a:cubicBezTo>
                        <a:pt x="1185" y="267"/>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5670;p68">
                <a:extLst>
                  <a:ext uri="{FF2B5EF4-FFF2-40B4-BE49-F238E27FC236}">
                    <a16:creationId xmlns:a16="http://schemas.microsoft.com/office/drawing/2014/main" id="{52684DF3-2DF3-B10D-CF30-9BDAEE888B96}"/>
                  </a:ext>
                </a:extLst>
              </p:cNvPr>
              <p:cNvGrpSpPr/>
              <p:nvPr/>
            </p:nvGrpSpPr>
            <p:grpSpPr>
              <a:xfrm>
                <a:off x="4696762" y="3638587"/>
                <a:ext cx="33591" cy="28794"/>
                <a:chOff x="4696762" y="3638587"/>
                <a:chExt cx="33591" cy="28794"/>
              </a:xfrm>
            </p:grpSpPr>
            <p:sp>
              <p:nvSpPr>
                <p:cNvPr id="335" name="Google Shape;5671;p68">
                  <a:extLst>
                    <a:ext uri="{FF2B5EF4-FFF2-40B4-BE49-F238E27FC236}">
                      <a16:creationId xmlns:a16="http://schemas.microsoft.com/office/drawing/2014/main" id="{21284C95-3A80-0BDE-3EA1-6AC43D2AF401}"/>
                    </a:ext>
                  </a:extLst>
                </p:cNvPr>
                <p:cNvSpPr/>
                <p:nvPr/>
              </p:nvSpPr>
              <p:spPr>
                <a:xfrm>
                  <a:off x="4696762" y="3638587"/>
                  <a:ext cx="33591" cy="28794"/>
                </a:xfrm>
                <a:custGeom>
                  <a:avLst/>
                  <a:gdLst/>
                  <a:ahLst/>
                  <a:cxnLst/>
                  <a:rect l="l" t="t" r="r" b="b"/>
                  <a:pathLst>
                    <a:path w="4271" h="3661" extrusionOk="0">
                      <a:moveTo>
                        <a:pt x="2426" y="1"/>
                      </a:moveTo>
                      <a:cubicBezTo>
                        <a:pt x="1978" y="1"/>
                        <a:pt x="1521" y="167"/>
                        <a:pt x="1150" y="539"/>
                      </a:cubicBezTo>
                      <a:cubicBezTo>
                        <a:pt x="0" y="1688"/>
                        <a:pt x="823" y="3660"/>
                        <a:pt x="2444" y="3660"/>
                      </a:cubicBezTo>
                      <a:cubicBezTo>
                        <a:pt x="3448" y="3648"/>
                        <a:pt x="4258" y="2838"/>
                        <a:pt x="4270" y="1834"/>
                      </a:cubicBezTo>
                      <a:cubicBezTo>
                        <a:pt x="4262" y="729"/>
                        <a:pt x="3363" y="1"/>
                        <a:pt x="242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5672;p68">
                  <a:extLst>
                    <a:ext uri="{FF2B5EF4-FFF2-40B4-BE49-F238E27FC236}">
                      <a16:creationId xmlns:a16="http://schemas.microsoft.com/office/drawing/2014/main" id="{C72B3D6D-7679-0DDF-FE41-2F1FEEDF2A95}"/>
                    </a:ext>
                  </a:extLst>
                </p:cNvPr>
                <p:cNvSpPr/>
                <p:nvPr/>
              </p:nvSpPr>
              <p:spPr>
                <a:xfrm>
                  <a:off x="4711320" y="3648245"/>
                  <a:ext cx="9328" cy="9430"/>
                </a:xfrm>
                <a:custGeom>
                  <a:avLst/>
                  <a:gdLst/>
                  <a:ahLst/>
                  <a:cxnLst/>
                  <a:rect l="l" t="t" r="r" b="b"/>
                  <a:pathLst>
                    <a:path w="1186" h="1199" extrusionOk="0">
                      <a:moveTo>
                        <a:pt x="593" y="1"/>
                      </a:moveTo>
                      <a:cubicBezTo>
                        <a:pt x="266" y="1"/>
                        <a:pt x="0" y="279"/>
                        <a:pt x="0" y="606"/>
                      </a:cubicBezTo>
                      <a:cubicBezTo>
                        <a:pt x="0" y="932"/>
                        <a:pt x="266" y="1198"/>
                        <a:pt x="593" y="1198"/>
                      </a:cubicBezTo>
                      <a:cubicBezTo>
                        <a:pt x="919" y="1198"/>
                        <a:pt x="1186" y="932"/>
                        <a:pt x="1186" y="606"/>
                      </a:cubicBezTo>
                      <a:cubicBezTo>
                        <a:pt x="1186" y="279"/>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5673;p68">
                <a:extLst>
                  <a:ext uri="{FF2B5EF4-FFF2-40B4-BE49-F238E27FC236}">
                    <a16:creationId xmlns:a16="http://schemas.microsoft.com/office/drawing/2014/main" id="{1242FEC1-D48A-0AF6-8A9D-D694F12D37F8}"/>
                  </a:ext>
                </a:extLst>
              </p:cNvPr>
              <p:cNvGrpSpPr/>
              <p:nvPr/>
            </p:nvGrpSpPr>
            <p:grpSpPr>
              <a:xfrm>
                <a:off x="4929479" y="3939140"/>
                <a:ext cx="33497" cy="28692"/>
                <a:chOff x="4929479" y="3939140"/>
                <a:chExt cx="33497" cy="28692"/>
              </a:xfrm>
            </p:grpSpPr>
            <p:sp>
              <p:nvSpPr>
                <p:cNvPr id="333" name="Google Shape;5674;p68">
                  <a:extLst>
                    <a:ext uri="{FF2B5EF4-FFF2-40B4-BE49-F238E27FC236}">
                      <a16:creationId xmlns:a16="http://schemas.microsoft.com/office/drawing/2014/main" id="{71DAD169-4FD1-2349-9883-54063A27A8CB}"/>
                    </a:ext>
                  </a:extLst>
                </p:cNvPr>
                <p:cNvSpPr/>
                <p:nvPr/>
              </p:nvSpPr>
              <p:spPr>
                <a:xfrm>
                  <a:off x="4929479" y="3939140"/>
                  <a:ext cx="33497" cy="28692"/>
                </a:xfrm>
                <a:custGeom>
                  <a:avLst/>
                  <a:gdLst/>
                  <a:ahLst/>
                  <a:cxnLst/>
                  <a:rect l="l" t="t" r="r" b="b"/>
                  <a:pathLst>
                    <a:path w="4259" h="3648" extrusionOk="0">
                      <a:moveTo>
                        <a:pt x="2426" y="0"/>
                      </a:moveTo>
                      <a:cubicBezTo>
                        <a:pt x="1978" y="0"/>
                        <a:pt x="1521" y="167"/>
                        <a:pt x="1149" y="539"/>
                      </a:cubicBezTo>
                      <a:cubicBezTo>
                        <a:pt x="0" y="1688"/>
                        <a:pt x="811" y="3648"/>
                        <a:pt x="2431" y="3648"/>
                      </a:cubicBezTo>
                      <a:cubicBezTo>
                        <a:pt x="3448" y="3648"/>
                        <a:pt x="4258" y="2837"/>
                        <a:pt x="4258" y="1833"/>
                      </a:cubicBezTo>
                      <a:cubicBezTo>
                        <a:pt x="4258" y="729"/>
                        <a:pt x="3361" y="0"/>
                        <a:pt x="242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5675;p68">
                  <a:extLst>
                    <a:ext uri="{FF2B5EF4-FFF2-40B4-BE49-F238E27FC236}">
                      <a16:creationId xmlns:a16="http://schemas.microsoft.com/office/drawing/2014/main" id="{3E9CB326-8913-66E9-C81E-A665F1982D8B}"/>
                    </a:ext>
                  </a:extLst>
                </p:cNvPr>
                <p:cNvSpPr/>
                <p:nvPr/>
              </p:nvSpPr>
              <p:spPr>
                <a:xfrm>
                  <a:off x="4943935" y="3948893"/>
                  <a:ext cx="9430" cy="9328"/>
                </a:xfrm>
                <a:custGeom>
                  <a:avLst/>
                  <a:gdLst/>
                  <a:ahLst/>
                  <a:cxnLst/>
                  <a:rect l="l" t="t" r="r" b="b"/>
                  <a:pathLst>
                    <a:path w="1199" h="1186" extrusionOk="0">
                      <a:moveTo>
                        <a:pt x="593" y="0"/>
                      </a:moveTo>
                      <a:cubicBezTo>
                        <a:pt x="267" y="0"/>
                        <a:pt x="1" y="267"/>
                        <a:pt x="1" y="593"/>
                      </a:cubicBezTo>
                      <a:cubicBezTo>
                        <a:pt x="1" y="920"/>
                        <a:pt x="267" y="1186"/>
                        <a:pt x="593" y="1186"/>
                      </a:cubicBezTo>
                      <a:cubicBezTo>
                        <a:pt x="932" y="1186"/>
                        <a:pt x="1198" y="920"/>
                        <a:pt x="1198" y="593"/>
                      </a:cubicBezTo>
                      <a:cubicBezTo>
                        <a:pt x="1198" y="267"/>
                        <a:pt x="932" y="0"/>
                        <a:pt x="59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5676;p68">
                <a:extLst>
                  <a:ext uri="{FF2B5EF4-FFF2-40B4-BE49-F238E27FC236}">
                    <a16:creationId xmlns:a16="http://schemas.microsoft.com/office/drawing/2014/main" id="{5CFF79E5-220A-A399-B4F2-5EDF2C5AA57E}"/>
                  </a:ext>
                </a:extLst>
              </p:cNvPr>
              <p:cNvGrpSpPr/>
              <p:nvPr/>
            </p:nvGrpSpPr>
            <p:grpSpPr>
              <a:xfrm>
                <a:off x="4907119" y="3986039"/>
                <a:ext cx="33497" cy="28699"/>
                <a:chOff x="4907119" y="3986039"/>
                <a:chExt cx="33497" cy="28699"/>
              </a:xfrm>
            </p:grpSpPr>
            <p:sp>
              <p:nvSpPr>
                <p:cNvPr id="331" name="Google Shape;5677;p68">
                  <a:extLst>
                    <a:ext uri="{FF2B5EF4-FFF2-40B4-BE49-F238E27FC236}">
                      <a16:creationId xmlns:a16="http://schemas.microsoft.com/office/drawing/2014/main" id="{18CED26D-476D-E130-0E4F-E6E16FA49B78}"/>
                    </a:ext>
                  </a:extLst>
                </p:cNvPr>
                <p:cNvSpPr/>
                <p:nvPr/>
              </p:nvSpPr>
              <p:spPr>
                <a:xfrm>
                  <a:off x="4907119" y="3986039"/>
                  <a:ext cx="33497" cy="28699"/>
                </a:xfrm>
                <a:custGeom>
                  <a:avLst/>
                  <a:gdLst/>
                  <a:ahLst/>
                  <a:cxnLst/>
                  <a:rect l="l" t="t" r="r" b="b"/>
                  <a:pathLst>
                    <a:path w="4259" h="3649" extrusionOk="0">
                      <a:moveTo>
                        <a:pt x="2427" y="1"/>
                      </a:moveTo>
                      <a:cubicBezTo>
                        <a:pt x="1979" y="1"/>
                        <a:pt x="1522" y="167"/>
                        <a:pt x="1149" y="540"/>
                      </a:cubicBezTo>
                      <a:cubicBezTo>
                        <a:pt x="0" y="1689"/>
                        <a:pt x="811" y="3648"/>
                        <a:pt x="2444" y="3648"/>
                      </a:cubicBezTo>
                      <a:cubicBezTo>
                        <a:pt x="3448" y="3648"/>
                        <a:pt x="4258" y="2826"/>
                        <a:pt x="4258" y="1822"/>
                      </a:cubicBezTo>
                      <a:cubicBezTo>
                        <a:pt x="4258" y="726"/>
                        <a:pt x="3363"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5678;p68">
                  <a:extLst>
                    <a:ext uri="{FF2B5EF4-FFF2-40B4-BE49-F238E27FC236}">
                      <a16:creationId xmlns:a16="http://schemas.microsoft.com/office/drawing/2014/main" id="{55DA6761-BE9E-9E4F-BFBC-20C95C2EC706}"/>
                    </a:ext>
                  </a:extLst>
                </p:cNvPr>
                <p:cNvSpPr/>
                <p:nvPr/>
              </p:nvSpPr>
              <p:spPr>
                <a:xfrm>
                  <a:off x="4921583" y="3995705"/>
                  <a:ext cx="9422" cy="9328"/>
                </a:xfrm>
                <a:custGeom>
                  <a:avLst/>
                  <a:gdLst/>
                  <a:ahLst/>
                  <a:cxnLst/>
                  <a:rect l="l" t="t" r="r" b="b"/>
                  <a:pathLst>
                    <a:path w="1198" h="1186" extrusionOk="0">
                      <a:moveTo>
                        <a:pt x="605" y="0"/>
                      </a:moveTo>
                      <a:cubicBezTo>
                        <a:pt x="266" y="0"/>
                        <a:pt x="0" y="266"/>
                        <a:pt x="0" y="593"/>
                      </a:cubicBezTo>
                      <a:cubicBezTo>
                        <a:pt x="0" y="919"/>
                        <a:pt x="266" y="1186"/>
                        <a:pt x="605" y="1186"/>
                      </a:cubicBezTo>
                      <a:cubicBezTo>
                        <a:pt x="931" y="1186"/>
                        <a:pt x="1198" y="919"/>
                        <a:pt x="1198" y="593"/>
                      </a:cubicBezTo>
                      <a:cubicBezTo>
                        <a:pt x="1198" y="266"/>
                        <a:pt x="931" y="0"/>
                        <a:pt x="60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 name="Google Shape;5679;p68">
                <a:extLst>
                  <a:ext uri="{FF2B5EF4-FFF2-40B4-BE49-F238E27FC236}">
                    <a16:creationId xmlns:a16="http://schemas.microsoft.com/office/drawing/2014/main" id="{2221D203-FE48-9C3A-E8A1-F96B02670058}"/>
                  </a:ext>
                </a:extLst>
              </p:cNvPr>
              <p:cNvGrpSpPr/>
              <p:nvPr/>
            </p:nvGrpSpPr>
            <p:grpSpPr>
              <a:xfrm>
                <a:off x="4911783" y="4048102"/>
                <a:ext cx="33591" cy="28762"/>
                <a:chOff x="4911783" y="4048102"/>
                <a:chExt cx="33591" cy="28762"/>
              </a:xfrm>
            </p:grpSpPr>
            <p:sp>
              <p:nvSpPr>
                <p:cNvPr id="329" name="Google Shape;5680;p68">
                  <a:extLst>
                    <a:ext uri="{FF2B5EF4-FFF2-40B4-BE49-F238E27FC236}">
                      <a16:creationId xmlns:a16="http://schemas.microsoft.com/office/drawing/2014/main" id="{EE6D09AA-1D1C-CAB7-8624-07E5A5FFBD18}"/>
                    </a:ext>
                  </a:extLst>
                </p:cNvPr>
                <p:cNvSpPr/>
                <p:nvPr/>
              </p:nvSpPr>
              <p:spPr>
                <a:xfrm>
                  <a:off x="4911783" y="4048102"/>
                  <a:ext cx="33591" cy="28762"/>
                </a:xfrm>
                <a:custGeom>
                  <a:avLst/>
                  <a:gdLst/>
                  <a:ahLst/>
                  <a:cxnLst/>
                  <a:rect l="l" t="t" r="r" b="b"/>
                  <a:pathLst>
                    <a:path w="4271" h="3657" extrusionOk="0">
                      <a:moveTo>
                        <a:pt x="2422" y="0"/>
                      </a:moveTo>
                      <a:cubicBezTo>
                        <a:pt x="1974" y="0"/>
                        <a:pt x="1519" y="166"/>
                        <a:pt x="1149" y="536"/>
                      </a:cubicBezTo>
                      <a:cubicBezTo>
                        <a:pt x="0" y="1685"/>
                        <a:pt x="823" y="3657"/>
                        <a:pt x="2456" y="3657"/>
                      </a:cubicBezTo>
                      <a:cubicBezTo>
                        <a:pt x="3448" y="3645"/>
                        <a:pt x="4258" y="2834"/>
                        <a:pt x="4270" y="1842"/>
                      </a:cubicBezTo>
                      <a:cubicBezTo>
                        <a:pt x="4270" y="735"/>
                        <a:pt x="3364" y="0"/>
                        <a:pt x="242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5681;p68">
                  <a:extLst>
                    <a:ext uri="{FF2B5EF4-FFF2-40B4-BE49-F238E27FC236}">
                      <a16:creationId xmlns:a16="http://schemas.microsoft.com/office/drawing/2014/main" id="{3530B85C-58E0-B174-47C9-E767DFAC9EEA}"/>
                    </a:ext>
                  </a:extLst>
                </p:cNvPr>
                <p:cNvSpPr/>
                <p:nvPr/>
              </p:nvSpPr>
              <p:spPr>
                <a:xfrm>
                  <a:off x="4926333" y="4057831"/>
                  <a:ext cx="9336" cy="9328"/>
                </a:xfrm>
                <a:custGeom>
                  <a:avLst/>
                  <a:gdLst/>
                  <a:ahLst/>
                  <a:cxnLst/>
                  <a:rect l="l" t="t" r="r" b="b"/>
                  <a:pathLst>
                    <a:path w="1187" h="1186" extrusionOk="0">
                      <a:moveTo>
                        <a:pt x="594" y="0"/>
                      </a:moveTo>
                      <a:cubicBezTo>
                        <a:pt x="267" y="0"/>
                        <a:pt x="1" y="266"/>
                        <a:pt x="1" y="593"/>
                      </a:cubicBezTo>
                      <a:cubicBezTo>
                        <a:pt x="1" y="920"/>
                        <a:pt x="267" y="1186"/>
                        <a:pt x="594" y="1186"/>
                      </a:cubicBezTo>
                      <a:cubicBezTo>
                        <a:pt x="920" y="1186"/>
                        <a:pt x="1186" y="920"/>
                        <a:pt x="1186" y="593"/>
                      </a:cubicBezTo>
                      <a:cubicBezTo>
                        <a:pt x="1186" y="266"/>
                        <a:pt x="920" y="0"/>
                        <a:pt x="59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8" name="Google Shape;5682;p68">
                <a:extLst>
                  <a:ext uri="{FF2B5EF4-FFF2-40B4-BE49-F238E27FC236}">
                    <a16:creationId xmlns:a16="http://schemas.microsoft.com/office/drawing/2014/main" id="{4987EB51-DA62-9416-4AAD-1400067548D4}"/>
                  </a:ext>
                </a:extLst>
              </p:cNvPr>
              <p:cNvSpPr/>
              <p:nvPr/>
            </p:nvSpPr>
            <p:spPr>
              <a:xfrm>
                <a:off x="4713506" y="3934476"/>
                <a:ext cx="33497" cy="28692"/>
              </a:xfrm>
              <a:custGeom>
                <a:avLst/>
                <a:gdLst/>
                <a:ahLst/>
                <a:cxnLst/>
                <a:rect l="l" t="t" r="r" b="b"/>
                <a:pathLst>
                  <a:path w="4259" h="3648" extrusionOk="0">
                    <a:moveTo>
                      <a:pt x="2422" y="0"/>
                    </a:moveTo>
                    <a:cubicBezTo>
                      <a:pt x="1974" y="0"/>
                      <a:pt x="1518" y="167"/>
                      <a:pt x="1150" y="539"/>
                    </a:cubicBezTo>
                    <a:cubicBezTo>
                      <a:pt x="0" y="1688"/>
                      <a:pt x="811" y="3648"/>
                      <a:pt x="2432" y="3648"/>
                    </a:cubicBezTo>
                    <a:cubicBezTo>
                      <a:pt x="3436" y="3648"/>
                      <a:pt x="4258" y="2838"/>
                      <a:pt x="4258" y="1821"/>
                    </a:cubicBezTo>
                    <a:cubicBezTo>
                      <a:pt x="4258" y="726"/>
                      <a:pt x="3357" y="0"/>
                      <a:pt x="242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5683;p68">
                <a:extLst>
                  <a:ext uri="{FF2B5EF4-FFF2-40B4-BE49-F238E27FC236}">
                    <a16:creationId xmlns:a16="http://schemas.microsoft.com/office/drawing/2014/main" id="{B27D4C5A-1524-1FED-48A4-D71BC7BEB18D}"/>
                  </a:ext>
                </a:extLst>
              </p:cNvPr>
              <p:cNvSpPr/>
              <p:nvPr/>
            </p:nvSpPr>
            <p:spPr>
              <a:xfrm>
                <a:off x="4727970" y="3944135"/>
                <a:ext cx="9328" cy="9430"/>
              </a:xfrm>
              <a:custGeom>
                <a:avLst/>
                <a:gdLst/>
                <a:ahLst/>
                <a:cxnLst/>
                <a:rect l="l" t="t" r="r" b="b"/>
                <a:pathLst>
                  <a:path w="1186" h="1199" extrusionOk="0">
                    <a:moveTo>
                      <a:pt x="593" y="1"/>
                    </a:moveTo>
                    <a:cubicBezTo>
                      <a:pt x="266" y="1"/>
                      <a:pt x="0" y="267"/>
                      <a:pt x="0" y="593"/>
                    </a:cubicBezTo>
                    <a:cubicBezTo>
                      <a:pt x="0" y="932"/>
                      <a:pt x="266" y="1198"/>
                      <a:pt x="593" y="1198"/>
                    </a:cubicBezTo>
                    <a:cubicBezTo>
                      <a:pt x="919" y="1198"/>
                      <a:pt x="1186" y="932"/>
                      <a:pt x="1186" y="593"/>
                    </a:cubicBezTo>
                    <a:cubicBezTo>
                      <a:pt x="1186" y="267"/>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0" name="Google Shape;5684;p68">
                <a:extLst>
                  <a:ext uri="{FF2B5EF4-FFF2-40B4-BE49-F238E27FC236}">
                    <a16:creationId xmlns:a16="http://schemas.microsoft.com/office/drawing/2014/main" id="{C0518A69-0573-7804-889B-1B8FBE88036F}"/>
                  </a:ext>
                </a:extLst>
              </p:cNvPr>
              <p:cNvGrpSpPr/>
              <p:nvPr/>
            </p:nvGrpSpPr>
            <p:grpSpPr>
              <a:xfrm>
                <a:off x="4762623" y="3837847"/>
                <a:ext cx="42416" cy="36273"/>
                <a:chOff x="4762623" y="3837847"/>
                <a:chExt cx="42416" cy="36273"/>
              </a:xfrm>
            </p:grpSpPr>
            <p:sp>
              <p:nvSpPr>
                <p:cNvPr id="327" name="Google Shape;5685;p68">
                  <a:extLst>
                    <a:ext uri="{FF2B5EF4-FFF2-40B4-BE49-F238E27FC236}">
                      <a16:creationId xmlns:a16="http://schemas.microsoft.com/office/drawing/2014/main" id="{A176B1E8-C866-C932-338C-5A68F377D7A4}"/>
                    </a:ext>
                  </a:extLst>
                </p:cNvPr>
                <p:cNvSpPr/>
                <p:nvPr/>
              </p:nvSpPr>
              <p:spPr>
                <a:xfrm>
                  <a:off x="4762623" y="3837847"/>
                  <a:ext cx="42416" cy="36273"/>
                </a:xfrm>
                <a:custGeom>
                  <a:avLst/>
                  <a:gdLst/>
                  <a:ahLst/>
                  <a:cxnLst/>
                  <a:rect l="l" t="t" r="r" b="b"/>
                  <a:pathLst>
                    <a:path w="5393" h="4612" extrusionOk="0">
                      <a:moveTo>
                        <a:pt x="3064" y="1"/>
                      </a:moveTo>
                      <a:cubicBezTo>
                        <a:pt x="2496" y="1"/>
                        <a:pt x="1918" y="211"/>
                        <a:pt x="1449" y="680"/>
                      </a:cubicBezTo>
                      <a:cubicBezTo>
                        <a:pt x="1" y="2128"/>
                        <a:pt x="1033" y="4611"/>
                        <a:pt x="3067" y="4611"/>
                      </a:cubicBezTo>
                      <a:cubicBezTo>
                        <a:pt x="3072" y="4611"/>
                        <a:pt x="3077" y="4611"/>
                        <a:pt x="3082" y="4611"/>
                      </a:cubicBezTo>
                      <a:cubicBezTo>
                        <a:pt x="4352" y="4611"/>
                        <a:pt x="5380" y="3583"/>
                        <a:pt x="5392" y="2313"/>
                      </a:cubicBezTo>
                      <a:cubicBezTo>
                        <a:pt x="5392" y="921"/>
                        <a:pt x="4251" y="1"/>
                        <a:pt x="306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5686;p68">
                  <a:extLst>
                    <a:ext uri="{FF2B5EF4-FFF2-40B4-BE49-F238E27FC236}">
                      <a16:creationId xmlns:a16="http://schemas.microsoft.com/office/drawing/2014/main" id="{DD5E165A-D2A1-C846-5F47-3F378A036117}"/>
                    </a:ext>
                  </a:extLst>
                </p:cNvPr>
                <p:cNvSpPr/>
                <p:nvPr/>
              </p:nvSpPr>
              <p:spPr>
                <a:xfrm>
                  <a:off x="4775538" y="3847568"/>
                  <a:ext cx="19796" cy="16957"/>
                </a:xfrm>
                <a:custGeom>
                  <a:avLst/>
                  <a:gdLst/>
                  <a:ahLst/>
                  <a:cxnLst/>
                  <a:rect l="l" t="t" r="r" b="b"/>
                  <a:pathLst>
                    <a:path w="2517" h="2156" extrusionOk="0">
                      <a:moveTo>
                        <a:pt x="1440" y="0"/>
                      </a:moveTo>
                      <a:cubicBezTo>
                        <a:pt x="484" y="0"/>
                        <a:pt x="0" y="1162"/>
                        <a:pt x="678" y="1839"/>
                      </a:cubicBezTo>
                      <a:cubicBezTo>
                        <a:pt x="896" y="2058"/>
                        <a:pt x="1165" y="2155"/>
                        <a:pt x="1429" y="2155"/>
                      </a:cubicBezTo>
                      <a:cubicBezTo>
                        <a:pt x="1984" y="2155"/>
                        <a:pt x="2517" y="1724"/>
                        <a:pt x="2517" y="1077"/>
                      </a:cubicBezTo>
                      <a:cubicBezTo>
                        <a:pt x="2517" y="484"/>
                        <a:pt x="2045" y="0"/>
                        <a:pt x="144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 name="Google Shape;5687;p68">
                <a:extLst>
                  <a:ext uri="{FF2B5EF4-FFF2-40B4-BE49-F238E27FC236}">
                    <a16:creationId xmlns:a16="http://schemas.microsoft.com/office/drawing/2014/main" id="{8A448321-75B7-69E5-3E98-F0A54623D968}"/>
                  </a:ext>
                </a:extLst>
              </p:cNvPr>
              <p:cNvGrpSpPr/>
              <p:nvPr/>
            </p:nvGrpSpPr>
            <p:grpSpPr>
              <a:xfrm>
                <a:off x="4746044" y="4104966"/>
                <a:ext cx="33497" cy="28699"/>
                <a:chOff x="4746044" y="4104966"/>
                <a:chExt cx="33497" cy="28699"/>
              </a:xfrm>
            </p:grpSpPr>
            <p:sp>
              <p:nvSpPr>
                <p:cNvPr id="325" name="Google Shape;5688;p68">
                  <a:extLst>
                    <a:ext uri="{FF2B5EF4-FFF2-40B4-BE49-F238E27FC236}">
                      <a16:creationId xmlns:a16="http://schemas.microsoft.com/office/drawing/2014/main" id="{A1ACF687-EF91-FEE9-B291-6424109CADBC}"/>
                    </a:ext>
                  </a:extLst>
                </p:cNvPr>
                <p:cNvSpPr/>
                <p:nvPr/>
              </p:nvSpPr>
              <p:spPr>
                <a:xfrm>
                  <a:off x="4746044" y="4104966"/>
                  <a:ext cx="33497" cy="28699"/>
                </a:xfrm>
                <a:custGeom>
                  <a:avLst/>
                  <a:gdLst/>
                  <a:ahLst/>
                  <a:cxnLst/>
                  <a:rect l="l" t="t" r="r" b="b"/>
                  <a:pathLst>
                    <a:path w="4259" h="3649" extrusionOk="0">
                      <a:moveTo>
                        <a:pt x="2428" y="1"/>
                      </a:moveTo>
                      <a:cubicBezTo>
                        <a:pt x="1979" y="1"/>
                        <a:pt x="1522" y="167"/>
                        <a:pt x="1150" y="540"/>
                      </a:cubicBezTo>
                      <a:cubicBezTo>
                        <a:pt x="0" y="1677"/>
                        <a:pt x="811" y="3648"/>
                        <a:pt x="2432" y="3648"/>
                      </a:cubicBezTo>
                      <a:cubicBezTo>
                        <a:pt x="3436" y="3648"/>
                        <a:pt x="4259" y="2826"/>
                        <a:pt x="4259" y="1822"/>
                      </a:cubicBezTo>
                      <a:cubicBezTo>
                        <a:pt x="4259" y="726"/>
                        <a:pt x="3363" y="1"/>
                        <a:pt x="242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5689;p68">
                  <a:extLst>
                    <a:ext uri="{FF2B5EF4-FFF2-40B4-BE49-F238E27FC236}">
                      <a16:creationId xmlns:a16="http://schemas.microsoft.com/office/drawing/2014/main" id="{0FF2C43B-018C-0ACC-8C79-119A54DC8235}"/>
                    </a:ext>
                  </a:extLst>
                </p:cNvPr>
                <p:cNvSpPr/>
                <p:nvPr/>
              </p:nvSpPr>
              <p:spPr>
                <a:xfrm>
                  <a:off x="4758887" y="4114632"/>
                  <a:ext cx="11042" cy="9375"/>
                </a:xfrm>
                <a:custGeom>
                  <a:avLst/>
                  <a:gdLst/>
                  <a:ahLst/>
                  <a:cxnLst/>
                  <a:rect l="l" t="t" r="r" b="b"/>
                  <a:pathLst>
                    <a:path w="1404" h="1192" extrusionOk="0">
                      <a:moveTo>
                        <a:pt x="799" y="0"/>
                      </a:moveTo>
                      <a:cubicBezTo>
                        <a:pt x="267" y="0"/>
                        <a:pt x="1" y="641"/>
                        <a:pt x="376" y="1016"/>
                      </a:cubicBezTo>
                      <a:cubicBezTo>
                        <a:pt x="497" y="1137"/>
                        <a:pt x="645" y="1191"/>
                        <a:pt x="792" y="1191"/>
                      </a:cubicBezTo>
                      <a:cubicBezTo>
                        <a:pt x="1099" y="1191"/>
                        <a:pt x="1396" y="953"/>
                        <a:pt x="1404" y="593"/>
                      </a:cubicBezTo>
                      <a:cubicBezTo>
                        <a:pt x="1404" y="266"/>
                        <a:pt x="1126"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 name="Google Shape;5690;p68">
                <a:extLst>
                  <a:ext uri="{FF2B5EF4-FFF2-40B4-BE49-F238E27FC236}">
                    <a16:creationId xmlns:a16="http://schemas.microsoft.com/office/drawing/2014/main" id="{AD298F32-E65D-D5B0-FB46-29CAA0465477}"/>
                  </a:ext>
                </a:extLst>
              </p:cNvPr>
              <p:cNvGrpSpPr/>
              <p:nvPr/>
            </p:nvGrpSpPr>
            <p:grpSpPr>
              <a:xfrm>
                <a:off x="4859646" y="4162554"/>
                <a:ext cx="33591" cy="28762"/>
                <a:chOff x="4859646" y="4162554"/>
                <a:chExt cx="33591" cy="28762"/>
              </a:xfrm>
            </p:grpSpPr>
            <p:sp>
              <p:nvSpPr>
                <p:cNvPr id="323" name="Google Shape;5691;p68">
                  <a:extLst>
                    <a:ext uri="{FF2B5EF4-FFF2-40B4-BE49-F238E27FC236}">
                      <a16:creationId xmlns:a16="http://schemas.microsoft.com/office/drawing/2014/main" id="{E1C1DC71-314D-ACD6-58BA-EDDFF079A955}"/>
                    </a:ext>
                  </a:extLst>
                </p:cNvPr>
                <p:cNvSpPr/>
                <p:nvPr/>
              </p:nvSpPr>
              <p:spPr>
                <a:xfrm>
                  <a:off x="4859646" y="4162554"/>
                  <a:ext cx="33591" cy="28762"/>
                </a:xfrm>
                <a:custGeom>
                  <a:avLst/>
                  <a:gdLst/>
                  <a:ahLst/>
                  <a:cxnLst/>
                  <a:rect l="l" t="t" r="r" b="b"/>
                  <a:pathLst>
                    <a:path w="4271" h="3657" extrusionOk="0">
                      <a:moveTo>
                        <a:pt x="2423" y="0"/>
                      </a:moveTo>
                      <a:cubicBezTo>
                        <a:pt x="1975" y="0"/>
                        <a:pt x="1520" y="166"/>
                        <a:pt x="1149" y="536"/>
                      </a:cubicBezTo>
                      <a:cubicBezTo>
                        <a:pt x="0" y="1685"/>
                        <a:pt x="823" y="3657"/>
                        <a:pt x="2444" y="3657"/>
                      </a:cubicBezTo>
                      <a:cubicBezTo>
                        <a:pt x="3448" y="3657"/>
                        <a:pt x="4258" y="2834"/>
                        <a:pt x="4270" y="1830"/>
                      </a:cubicBezTo>
                      <a:cubicBezTo>
                        <a:pt x="4270" y="732"/>
                        <a:pt x="3365" y="0"/>
                        <a:pt x="242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5692;p68">
                  <a:extLst>
                    <a:ext uri="{FF2B5EF4-FFF2-40B4-BE49-F238E27FC236}">
                      <a16:creationId xmlns:a16="http://schemas.microsoft.com/office/drawing/2014/main" id="{EDEFF4BF-A2DE-42C1-9199-C47FC2CCD005}"/>
                    </a:ext>
                  </a:extLst>
                </p:cNvPr>
                <p:cNvSpPr/>
                <p:nvPr/>
              </p:nvSpPr>
              <p:spPr>
                <a:xfrm>
                  <a:off x="4874196" y="4172283"/>
                  <a:ext cx="9336" cy="9336"/>
                </a:xfrm>
                <a:custGeom>
                  <a:avLst/>
                  <a:gdLst/>
                  <a:ahLst/>
                  <a:cxnLst/>
                  <a:rect l="l" t="t" r="r" b="b"/>
                  <a:pathLst>
                    <a:path w="1187" h="1187" extrusionOk="0">
                      <a:moveTo>
                        <a:pt x="594" y="1"/>
                      </a:moveTo>
                      <a:cubicBezTo>
                        <a:pt x="267" y="1"/>
                        <a:pt x="1" y="267"/>
                        <a:pt x="1" y="593"/>
                      </a:cubicBezTo>
                      <a:cubicBezTo>
                        <a:pt x="1" y="920"/>
                        <a:pt x="267" y="1186"/>
                        <a:pt x="594" y="1186"/>
                      </a:cubicBezTo>
                      <a:cubicBezTo>
                        <a:pt x="920" y="1186"/>
                        <a:pt x="1186" y="920"/>
                        <a:pt x="1186" y="593"/>
                      </a:cubicBezTo>
                      <a:cubicBezTo>
                        <a:pt x="1186" y="267"/>
                        <a:pt x="920" y="1"/>
                        <a:pt x="5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 name="Google Shape;5693;p68">
              <a:extLst>
                <a:ext uri="{FF2B5EF4-FFF2-40B4-BE49-F238E27FC236}">
                  <a16:creationId xmlns:a16="http://schemas.microsoft.com/office/drawing/2014/main" id="{056398DD-6F5F-A080-713C-9FF0ED211987}"/>
                </a:ext>
              </a:extLst>
            </p:cNvPr>
            <p:cNvGrpSpPr/>
            <p:nvPr/>
          </p:nvGrpSpPr>
          <p:grpSpPr>
            <a:xfrm>
              <a:off x="3597785" y="3274438"/>
              <a:ext cx="855610" cy="1122100"/>
              <a:chOff x="3597785" y="3274438"/>
              <a:chExt cx="855610" cy="1122100"/>
            </a:xfrm>
          </p:grpSpPr>
          <p:grpSp>
            <p:nvGrpSpPr>
              <p:cNvPr id="16" name="Google Shape;5694;p68">
                <a:extLst>
                  <a:ext uri="{FF2B5EF4-FFF2-40B4-BE49-F238E27FC236}">
                    <a16:creationId xmlns:a16="http://schemas.microsoft.com/office/drawing/2014/main" id="{A4A8DD53-4198-A46E-12DB-AA9CD3DCF0E7}"/>
                  </a:ext>
                </a:extLst>
              </p:cNvPr>
              <p:cNvGrpSpPr/>
              <p:nvPr/>
            </p:nvGrpSpPr>
            <p:grpSpPr>
              <a:xfrm>
                <a:off x="3617857" y="3284717"/>
                <a:ext cx="826785" cy="1099165"/>
                <a:chOff x="3617857" y="3284717"/>
                <a:chExt cx="826785" cy="1099165"/>
              </a:xfrm>
            </p:grpSpPr>
            <p:sp>
              <p:nvSpPr>
                <p:cNvPr id="154" name="Google Shape;5695;p68">
                  <a:extLst>
                    <a:ext uri="{FF2B5EF4-FFF2-40B4-BE49-F238E27FC236}">
                      <a16:creationId xmlns:a16="http://schemas.microsoft.com/office/drawing/2014/main" id="{E88FBB48-92E0-5C5C-F32E-4661E1A12CE7}"/>
                    </a:ext>
                  </a:extLst>
                </p:cNvPr>
                <p:cNvSpPr/>
                <p:nvPr/>
              </p:nvSpPr>
              <p:spPr>
                <a:xfrm>
                  <a:off x="4155028" y="3869354"/>
                  <a:ext cx="289613" cy="514528"/>
                </a:xfrm>
                <a:custGeom>
                  <a:avLst/>
                  <a:gdLst/>
                  <a:ahLst/>
                  <a:cxnLst/>
                  <a:rect l="l" t="t" r="r" b="b"/>
                  <a:pathLst>
                    <a:path w="36823" h="65420" fill="none" extrusionOk="0">
                      <a:moveTo>
                        <a:pt x="5928" y="64827"/>
                      </a:moveTo>
                      <a:lnTo>
                        <a:pt x="6158" y="49755"/>
                      </a:lnTo>
                      <a:lnTo>
                        <a:pt x="8202" y="42327"/>
                      </a:lnTo>
                      <a:lnTo>
                        <a:pt x="8795" y="36351"/>
                      </a:lnTo>
                      <a:lnTo>
                        <a:pt x="8795" y="28912"/>
                      </a:lnTo>
                      <a:lnTo>
                        <a:pt x="3049" y="23347"/>
                      </a:lnTo>
                      <a:lnTo>
                        <a:pt x="0" y="12291"/>
                      </a:lnTo>
                      <a:lnTo>
                        <a:pt x="11601" y="1"/>
                      </a:lnTo>
                      <a:lnTo>
                        <a:pt x="19319" y="4259"/>
                      </a:lnTo>
                      <a:lnTo>
                        <a:pt x="27266" y="11747"/>
                      </a:lnTo>
                      <a:lnTo>
                        <a:pt x="36823" y="15472"/>
                      </a:lnTo>
                      <a:lnTo>
                        <a:pt x="34827" y="25803"/>
                      </a:lnTo>
                      <a:lnTo>
                        <a:pt x="26722" y="36944"/>
                      </a:lnTo>
                      <a:lnTo>
                        <a:pt x="19924" y="49198"/>
                      </a:lnTo>
                      <a:lnTo>
                        <a:pt x="11008" y="60690"/>
                      </a:lnTo>
                      <a:lnTo>
                        <a:pt x="5335" y="6542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5696;p68">
                  <a:extLst>
                    <a:ext uri="{FF2B5EF4-FFF2-40B4-BE49-F238E27FC236}">
                      <a16:creationId xmlns:a16="http://schemas.microsoft.com/office/drawing/2014/main" id="{1AEF1FC5-3F27-F672-AB84-FD7EF71698BA}"/>
                    </a:ext>
                  </a:extLst>
                </p:cNvPr>
                <p:cNvSpPr/>
                <p:nvPr/>
              </p:nvSpPr>
              <p:spPr>
                <a:xfrm>
                  <a:off x="3617857" y="3284717"/>
                  <a:ext cx="662957" cy="685970"/>
                </a:xfrm>
                <a:custGeom>
                  <a:avLst/>
                  <a:gdLst/>
                  <a:ahLst/>
                  <a:cxnLst/>
                  <a:rect l="l" t="t" r="r" b="b"/>
                  <a:pathLst>
                    <a:path w="84292" h="87218" fill="none" extrusionOk="0">
                      <a:moveTo>
                        <a:pt x="79900" y="75157"/>
                      </a:moveTo>
                      <a:lnTo>
                        <a:pt x="77916" y="83262"/>
                      </a:lnTo>
                      <a:lnTo>
                        <a:pt x="68299" y="87218"/>
                      </a:lnTo>
                      <a:lnTo>
                        <a:pt x="61610" y="72314"/>
                      </a:lnTo>
                      <a:lnTo>
                        <a:pt x="48376" y="64524"/>
                      </a:lnTo>
                      <a:lnTo>
                        <a:pt x="37489" y="50685"/>
                      </a:lnTo>
                      <a:lnTo>
                        <a:pt x="32771" y="39181"/>
                      </a:lnTo>
                      <a:lnTo>
                        <a:pt x="28525" y="27000"/>
                      </a:lnTo>
                      <a:lnTo>
                        <a:pt x="19779" y="19379"/>
                      </a:lnTo>
                      <a:lnTo>
                        <a:pt x="1" y="14057"/>
                      </a:lnTo>
                      <a:lnTo>
                        <a:pt x="5227" y="0"/>
                      </a:lnTo>
                      <a:lnTo>
                        <a:pt x="40380" y="3605"/>
                      </a:lnTo>
                      <a:lnTo>
                        <a:pt x="53662" y="9254"/>
                      </a:lnTo>
                      <a:lnTo>
                        <a:pt x="56711" y="17734"/>
                      </a:lnTo>
                      <a:lnTo>
                        <a:pt x="69727" y="26177"/>
                      </a:lnTo>
                      <a:lnTo>
                        <a:pt x="84291" y="20649"/>
                      </a:lnTo>
                      <a:lnTo>
                        <a:pt x="79465" y="38165"/>
                      </a:lnTo>
                      <a:lnTo>
                        <a:pt x="72207" y="46960"/>
                      </a:lnTo>
                      <a:lnTo>
                        <a:pt x="64791" y="54677"/>
                      </a:lnTo>
                      <a:lnTo>
                        <a:pt x="54497" y="63206"/>
                      </a:lnTo>
                      <a:lnTo>
                        <a:pt x="62094" y="63556"/>
                      </a:lnTo>
                      <a:lnTo>
                        <a:pt x="66098" y="74335"/>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5697;p68">
                  <a:extLst>
                    <a:ext uri="{FF2B5EF4-FFF2-40B4-BE49-F238E27FC236}">
                      <a16:creationId xmlns:a16="http://schemas.microsoft.com/office/drawing/2014/main" id="{AC7BF819-8C2C-5765-8A5A-81FEF00DD12B}"/>
                    </a:ext>
                  </a:extLst>
                </p:cNvPr>
                <p:cNvSpPr/>
                <p:nvPr/>
              </p:nvSpPr>
              <p:spPr>
                <a:xfrm>
                  <a:off x="4230666" y="3943372"/>
                  <a:ext cx="15612" cy="77934"/>
                </a:xfrm>
                <a:custGeom>
                  <a:avLst/>
                  <a:gdLst/>
                  <a:ahLst/>
                  <a:cxnLst/>
                  <a:rect l="l" t="t" r="r" b="b"/>
                  <a:pathLst>
                    <a:path w="1985" h="9909" fill="none" extrusionOk="0">
                      <a:moveTo>
                        <a:pt x="1984" y="990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5698;p68">
                  <a:extLst>
                    <a:ext uri="{FF2B5EF4-FFF2-40B4-BE49-F238E27FC236}">
                      <a16:creationId xmlns:a16="http://schemas.microsoft.com/office/drawing/2014/main" id="{8E86D67B-B616-FB74-375D-7802197F8CD2}"/>
                    </a:ext>
                  </a:extLst>
                </p:cNvPr>
                <p:cNvSpPr/>
                <p:nvPr/>
              </p:nvSpPr>
              <p:spPr>
                <a:xfrm>
                  <a:off x="4230666" y="3902843"/>
                  <a:ext cx="138817" cy="116937"/>
                </a:xfrm>
                <a:custGeom>
                  <a:avLst/>
                  <a:gdLst/>
                  <a:ahLst/>
                  <a:cxnLst/>
                  <a:rect l="l" t="t" r="r" b="b"/>
                  <a:pathLst>
                    <a:path w="17650" h="14868" fill="none" extrusionOk="0">
                      <a:moveTo>
                        <a:pt x="11952" y="14868"/>
                      </a:moveTo>
                      <a:lnTo>
                        <a:pt x="0" y="4670"/>
                      </a:lnTo>
                      <a:lnTo>
                        <a:pt x="9702" y="1"/>
                      </a:lnTo>
                      <a:lnTo>
                        <a:pt x="17649" y="7489"/>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5699;p68">
                  <a:extLst>
                    <a:ext uri="{FF2B5EF4-FFF2-40B4-BE49-F238E27FC236}">
                      <a16:creationId xmlns:a16="http://schemas.microsoft.com/office/drawing/2014/main" id="{86691133-BB6F-25C5-6567-66B7B4F9CDDB}"/>
                    </a:ext>
                  </a:extLst>
                </p:cNvPr>
                <p:cNvSpPr/>
                <p:nvPr/>
              </p:nvSpPr>
              <p:spPr>
                <a:xfrm>
                  <a:off x="4234473" y="3939573"/>
                  <a:ext cx="143953" cy="22171"/>
                </a:xfrm>
                <a:custGeom>
                  <a:avLst/>
                  <a:gdLst/>
                  <a:ahLst/>
                  <a:cxnLst/>
                  <a:rect l="l" t="t" r="r" b="b"/>
                  <a:pathLst>
                    <a:path w="18303" h="2819" fill="none" extrusionOk="0">
                      <a:moveTo>
                        <a:pt x="0" y="0"/>
                      </a:moveTo>
                      <a:lnTo>
                        <a:pt x="18303" y="28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5700;p68">
                  <a:extLst>
                    <a:ext uri="{FF2B5EF4-FFF2-40B4-BE49-F238E27FC236}">
                      <a16:creationId xmlns:a16="http://schemas.microsoft.com/office/drawing/2014/main" id="{4362FBD0-2A2D-B6E6-6D04-4F4BB0A12E8C}"/>
                    </a:ext>
                  </a:extLst>
                </p:cNvPr>
                <p:cNvSpPr/>
                <p:nvPr/>
              </p:nvSpPr>
              <p:spPr>
                <a:xfrm>
                  <a:off x="4300405" y="4023579"/>
                  <a:ext cx="24264" cy="112650"/>
                </a:xfrm>
                <a:custGeom>
                  <a:avLst/>
                  <a:gdLst/>
                  <a:ahLst/>
                  <a:cxnLst/>
                  <a:rect l="l" t="t" r="r" b="b"/>
                  <a:pathLst>
                    <a:path w="3085" h="14323" fill="none" extrusionOk="0">
                      <a:moveTo>
                        <a:pt x="0" y="14323"/>
                      </a:moveTo>
                      <a:lnTo>
                        <a:pt x="3085"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5701;p68">
                  <a:extLst>
                    <a:ext uri="{FF2B5EF4-FFF2-40B4-BE49-F238E27FC236}">
                      <a16:creationId xmlns:a16="http://schemas.microsoft.com/office/drawing/2014/main" id="{A677A989-54C3-6A18-5B01-41A59078C3E7}"/>
                    </a:ext>
                  </a:extLst>
                </p:cNvPr>
                <p:cNvSpPr/>
                <p:nvPr/>
              </p:nvSpPr>
              <p:spPr>
                <a:xfrm>
                  <a:off x="4324661" y="4019772"/>
                  <a:ext cx="40544" cy="140154"/>
                </a:xfrm>
                <a:custGeom>
                  <a:avLst/>
                  <a:gdLst/>
                  <a:ahLst/>
                  <a:cxnLst/>
                  <a:rect l="l" t="t" r="r" b="b"/>
                  <a:pathLst>
                    <a:path w="5155" h="17820" fill="none" extrusionOk="0">
                      <a:moveTo>
                        <a:pt x="1" y="1"/>
                      </a:moveTo>
                      <a:lnTo>
                        <a:pt x="5154" y="178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5702;p68">
                  <a:extLst>
                    <a:ext uri="{FF2B5EF4-FFF2-40B4-BE49-F238E27FC236}">
                      <a16:creationId xmlns:a16="http://schemas.microsoft.com/office/drawing/2014/main" id="{0B487CD1-475B-FE38-05C7-5D5DFC545A9E}"/>
                    </a:ext>
                  </a:extLst>
                </p:cNvPr>
                <p:cNvSpPr/>
                <p:nvPr/>
              </p:nvSpPr>
              <p:spPr>
                <a:xfrm>
                  <a:off x="4324661" y="4019772"/>
                  <a:ext cx="104282" cy="52522"/>
                </a:xfrm>
                <a:custGeom>
                  <a:avLst/>
                  <a:gdLst/>
                  <a:ahLst/>
                  <a:cxnLst/>
                  <a:rect l="l" t="t" r="r" b="b"/>
                  <a:pathLst>
                    <a:path w="13259" h="6678" fill="none" extrusionOk="0">
                      <a:moveTo>
                        <a:pt x="1" y="1"/>
                      </a:moveTo>
                      <a:lnTo>
                        <a:pt x="13259" y="667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5703;p68">
                  <a:extLst>
                    <a:ext uri="{FF2B5EF4-FFF2-40B4-BE49-F238E27FC236}">
                      <a16:creationId xmlns:a16="http://schemas.microsoft.com/office/drawing/2014/main" id="{F113D6F5-78AF-B128-D73B-18FA471B5572}"/>
                    </a:ext>
                  </a:extLst>
                </p:cNvPr>
                <p:cNvSpPr/>
                <p:nvPr/>
              </p:nvSpPr>
              <p:spPr>
                <a:xfrm>
                  <a:off x="4328467" y="3989901"/>
                  <a:ext cx="113421" cy="29879"/>
                </a:xfrm>
                <a:custGeom>
                  <a:avLst/>
                  <a:gdLst/>
                  <a:ahLst/>
                  <a:cxnLst/>
                  <a:rect l="l" t="t" r="r" b="b"/>
                  <a:pathLst>
                    <a:path w="14421" h="3799" fill="none" extrusionOk="0">
                      <a:moveTo>
                        <a:pt x="14420" y="0"/>
                      </a:moveTo>
                      <a:lnTo>
                        <a:pt x="1" y="379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5704;p68">
                  <a:extLst>
                    <a:ext uri="{FF2B5EF4-FFF2-40B4-BE49-F238E27FC236}">
                      <a16:creationId xmlns:a16="http://schemas.microsoft.com/office/drawing/2014/main" id="{0028B178-2BBD-19DF-0571-2443F4EA2CAD}"/>
                    </a:ext>
                  </a:extLst>
                </p:cNvPr>
                <p:cNvSpPr/>
                <p:nvPr/>
              </p:nvSpPr>
              <p:spPr>
                <a:xfrm>
                  <a:off x="4224193" y="4019772"/>
                  <a:ext cx="23886" cy="76975"/>
                </a:xfrm>
                <a:custGeom>
                  <a:avLst/>
                  <a:gdLst/>
                  <a:ahLst/>
                  <a:cxnLst/>
                  <a:rect l="l" t="t" r="r" b="b"/>
                  <a:pathLst>
                    <a:path w="3037" h="9787" fill="none" extrusionOk="0">
                      <a:moveTo>
                        <a:pt x="1" y="9787"/>
                      </a:moveTo>
                      <a:lnTo>
                        <a:pt x="3037"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5705;p68">
                  <a:extLst>
                    <a:ext uri="{FF2B5EF4-FFF2-40B4-BE49-F238E27FC236}">
                      <a16:creationId xmlns:a16="http://schemas.microsoft.com/office/drawing/2014/main" id="{7582E12C-763D-349C-9CA9-9DD810988FA2}"/>
                    </a:ext>
                  </a:extLst>
                </p:cNvPr>
                <p:cNvSpPr/>
                <p:nvPr/>
              </p:nvSpPr>
              <p:spPr>
                <a:xfrm>
                  <a:off x="4248071" y="4019772"/>
                  <a:ext cx="52342" cy="116457"/>
                </a:xfrm>
                <a:custGeom>
                  <a:avLst/>
                  <a:gdLst/>
                  <a:ahLst/>
                  <a:cxnLst/>
                  <a:rect l="l" t="t" r="r" b="b"/>
                  <a:pathLst>
                    <a:path w="6655" h="14807" fill="none" extrusionOk="0">
                      <a:moveTo>
                        <a:pt x="1" y="1"/>
                      </a:moveTo>
                      <a:lnTo>
                        <a:pt x="6654" y="1480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5706;p68">
                  <a:extLst>
                    <a:ext uri="{FF2B5EF4-FFF2-40B4-BE49-F238E27FC236}">
                      <a16:creationId xmlns:a16="http://schemas.microsoft.com/office/drawing/2014/main" id="{01E81126-FEE4-8AD1-35BA-8338E71F54A1}"/>
                    </a:ext>
                  </a:extLst>
                </p:cNvPr>
                <p:cNvSpPr/>
                <p:nvPr/>
              </p:nvSpPr>
              <p:spPr>
                <a:xfrm>
                  <a:off x="4300405" y="4138982"/>
                  <a:ext cx="6567" cy="119029"/>
                </a:xfrm>
                <a:custGeom>
                  <a:avLst/>
                  <a:gdLst/>
                  <a:ahLst/>
                  <a:cxnLst/>
                  <a:rect l="l" t="t" r="r" b="b"/>
                  <a:pathLst>
                    <a:path w="835" h="15134" fill="none" extrusionOk="0">
                      <a:moveTo>
                        <a:pt x="0" y="1"/>
                      </a:moveTo>
                      <a:lnTo>
                        <a:pt x="835" y="1513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5707;p68">
                  <a:extLst>
                    <a:ext uri="{FF2B5EF4-FFF2-40B4-BE49-F238E27FC236}">
                      <a16:creationId xmlns:a16="http://schemas.microsoft.com/office/drawing/2014/main" id="{C7CDC562-8C8C-0974-D769-9ACE233490BC}"/>
                    </a:ext>
                  </a:extLst>
                </p:cNvPr>
                <p:cNvSpPr/>
                <p:nvPr/>
              </p:nvSpPr>
              <p:spPr>
                <a:xfrm>
                  <a:off x="4219726" y="4200164"/>
                  <a:ext cx="85343" cy="60513"/>
                </a:xfrm>
                <a:custGeom>
                  <a:avLst/>
                  <a:gdLst/>
                  <a:ahLst/>
                  <a:cxnLst/>
                  <a:rect l="l" t="t" r="r" b="b"/>
                  <a:pathLst>
                    <a:path w="10851" h="7694" fill="none" extrusionOk="0">
                      <a:moveTo>
                        <a:pt x="0" y="0"/>
                      </a:moveTo>
                      <a:lnTo>
                        <a:pt x="10851" y="769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5708;p68">
                  <a:extLst>
                    <a:ext uri="{FF2B5EF4-FFF2-40B4-BE49-F238E27FC236}">
                      <a16:creationId xmlns:a16="http://schemas.microsoft.com/office/drawing/2014/main" id="{34925FDC-39D8-7110-9CE0-7BDCC6A8E475}"/>
                    </a:ext>
                  </a:extLst>
                </p:cNvPr>
                <p:cNvSpPr/>
                <p:nvPr/>
              </p:nvSpPr>
              <p:spPr>
                <a:xfrm>
                  <a:off x="4223430" y="4137275"/>
                  <a:ext cx="81930" cy="15132"/>
                </a:xfrm>
                <a:custGeom>
                  <a:avLst/>
                  <a:gdLst/>
                  <a:ahLst/>
                  <a:cxnLst/>
                  <a:rect l="l" t="t" r="r" b="b"/>
                  <a:pathLst>
                    <a:path w="10417" h="1924" fill="none" extrusionOk="0">
                      <a:moveTo>
                        <a:pt x="1" y="1923"/>
                      </a:moveTo>
                      <a:lnTo>
                        <a:pt x="1041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5709;p68">
                  <a:extLst>
                    <a:ext uri="{FF2B5EF4-FFF2-40B4-BE49-F238E27FC236}">
                      <a16:creationId xmlns:a16="http://schemas.microsoft.com/office/drawing/2014/main" id="{D2AE203B-1B7B-2BCE-8DAC-54661871D17C}"/>
                    </a:ext>
                  </a:extLst>
                </p:cNvPr>
                <p:cNvSpPr/>
                <p:nvPr/>
              </p:nvSpPr>
              <p:spPr>
                <a:xfrm>
                  <a:off x="4303638" y="4138982"/>
                  <a:ext cx="59947" cy="23894"/>
                </a:xfrm>
                <a:custGeom>
                  <a:avLst/>
                  <a:gdLst/>
                  <a:ahLst/>
                  <a:cxnLst/>
                  <a:rect l="l" t="t" r="r" b="b"/>
                  <a:pathLst>
                    <a:path w="7622" h="3038" fill="none" extrusionOk="0">
                      <a:moveTo>
                        <a:pt x="7621" y="3037"/>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5710;p68">
                  <a:extLst>
                    <a:ext uri="{FF2B5EF4-FFF2-40B4-BE49-F238E27FC236}">
                      <a16:creationId xmlns:a16="http://schemas.microsoft.com/office/drawing/2014/main" id="{EBC8E6D1-3FD4-9751-C833-15FBEF19BA08}"/>
                    </a:ext>
                  </a:extLst>
                </p:cNvPr>
                <p:cNvSpPr/>
                <p:nvPr/>
              </p:nvSpPr>
              <p:spPr>
                <a:xfrm>
                  <a:off x="4201644" y="4267237"/>
                  <a:ext cx="39970" cy="77164"/>
                </a:xfrm>
                <a:custGeom>
                  <a:avLst/>
                  <a:gdLst/>
                  <a:ahLst/>
                  <a:cxnLst/>
                  <a:rect l="l" t="t" r="r" b="b"/>
                  <a:pathLst>
                    <a:path w="5082" h="9811" fill="none" extrusionOk="0">
                      <a:moveTo>
                        <a:pt x="1" y="0"/>
                      </a:moveTo>
                      <a:lnTo>
                        <a:pt x="5081" y="981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5711;p68">
                  <a:extLst>
                    <a:ext uri="{FF2B5EF4-FFF2-40B4-BE49-F238E27FC236}">
                      <a16:creationId xmlns:a16="http://schemas.microsoft.com/office/drawing/2014/main" id="{5678E41B-E50D-B1BD-B757-29050F5E6A64}"/>
                    </a:ext>
                  </a:extLst>
                </p:cNvPr>
                <p:cNvSpPr/>
                <p:nvPr/>
              </p:nvSpPr>
              <p:spPr>
                <a:xfrm>
                  <a:off x="4203831" y="4258003"/>
                  <a:ext cx="103142" cy="9241"/>
                </a:xfrm>
                <a:custGeom>
                  <a:avLst/>
                  <a:gdLst/>
                  <a:ahLst/>
                  <a:cxnLst/>
                  <a:rect l="l" t="t" r="r" b="b"/>
                  <a:pathLst>
                    <a:path w="13114" h="1175" fill="none" extrusionOk="0">
                      <a:moveTo>
                        <a:pt x="1" y="1174"/>
                      </a:moveTo>
                      <a:lnTo>
                        <a:pt x="1311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5712;p68">
                  <a:extLst>
                    <a:ext uri="{FF2B5EF4-FFF2-40B4-BE49-F238E27FC236}">
                      <a16:creationId xmlns:a16="http://schemas.microsoft.com/office/drawing/2014/main" id="{476A407D-B4F3-7C4D-71AE-55BB7580E7B9}"/>
                    </a:ext>
                  </a:extLst>
                </p:cNvPr>
                <p:cNvSpPr/>
                <p:nvPr/>
              </p:nvSpPr>
              <p:spPr>
                <a:xfrm>
                  <a:off x="4179001" y="3943372"/>
                  <a:ext cx="51673" cy="104951"/>
                </a:xfrm>
                <a:custGeom>
                  <a:avLst/>
                  <a:gdLst/>
                  <a:ahLst/>
                  <a:cxnLst/>
                  <a:rect l="l" t="t" r="r" b="b"/>
                  <a:pathLst>
                    <a:path w="6570" h="13344" fill="none" extrusionOk="0">
                      <a:moveTo>
                        <a:pt x="1" y="13344"/>
                      </a:moveTo>
                      <a:lnTo>
                        <a:pt x="656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5713;p68">
                  <a:extLst>
                    <a:ext uri="{FF2B5EF4-FFF2-40B4-BE49-F238E27FC236}">
                      <a16:creationId xmlns:a16="http://schemas.microsoft.com/office/drawing/2014/main" id="{B52E6559-751E-714E-D8F6-494110AE418E}"/>
                    </a:ext>
                  </a:extLst>
                </p:cNvPr>
                <p:cNvSpPr/>
                <p:nvPr/>
              </p:nvSpPr>
              <p:spPr>
                <a:xfrm>
                  <a:off x="4248071" y="4019772"/>
                  <a:ext cx="76597" cy="8"/>
                </a:xfrm>
                <a:custGeom>
                  <a:avLst/>
                  <a:gdLst/>
                  <a:ahLst/>
                  <a:cxnLst/>
                  <a:rect l="l" t="t" r="r" b="b"/>
                  <a:pathLst>
                    <a:path w="9739" h="1" fill="none" extrusionOk="0">
                      <a:moveTo>
                        <a:pt x="1" y="1"/>
                      </a:moveTo>
                      <a:lnTo>
                        <a:pt x="973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5714;p68">
                  <a:extLst>
                    <a:ext uri="{FF2B5EF4-FFF2-40B4-BE49-F238E27FC236}">
                      <a16:creationId xmlns:a16="http://schemas.microsoft.com/office/drawing/2014/main" id="{37A63C17-B1A2-1175-2161-6FAAB3F8192E}"/>
                    </a:ext>
                  </a:extLst>
                </p:cNvPr>
                <p:cNvSpPr/>
                <p:nvPr/>
              </p:nvSpPr>
              <p:spPr>
                <a:xfrm>
                  <a:off x="4219529" y="4138982"/>
                  <a:ext cx="84116" cy="63282"/>
                </a:xfrm>
                <a:custGeom>
                  <a:avLst/>
                  <a:gdLst/>
                  <a:ahLst/>
                  <a:cxnLst/>
                  <a:rect l="l" t="t" r="r" b="b"/>
                  <a:pathLst>
                    <a:path w="10695" h="8046" fill="none" extrusionOk="0">
                      <a:moveTo>
                        <a:pt x="1" y="8045"/>
                      </a:moveTo>
                      <a:lnTo>
                        <a:pt x="1069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5715;p68">
                  <a:extLst>
                    <a:ext uri="{FF2B5EF4-FFF2-40B4-BE49-F238E27FC236}">
                      <a16:creationId xmlns:a16="http://schemas.microsoft.com/office/drawing/2014/main" id="{CBAEAD73-BF86-5AFA-80C1-4A049477F9A9}"/>
                    </a:ext>
                  </a:extLst>
                </p:cNvPr>
                <p:cNvSpPr/>
                <p:nvPr/>
              </p:nvSpPr>
              <p:spPr>
                <a:xfrm>
                  <a:off x="3654964" y="3289853"/>
                  <a:ext cx="46820" cy="63848"/>
                </a:xfrm>
                <a:custGeom>
                  <a:avLst/>
                  <a:gdLst/>
                  <a:ahLst/>
                  <a:cxnLst/>
                  <a:rect l="l" t="t" r="r" b="b"/>
                  <a:pathLst>
                    <a:path w="5953" h="8118" fill="none" extrusionOk="0">
                      <a:moveTo>
                        <a:pt x="1" y="0"/>
                      </a:moveTo>
                      <a:lnTo>
                        <a:pt x="5952" y="811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5716;p68">
                  <a:extLst>
                    <a:ext uri="{FF2B5EF4-FFF2-40B4-BE49-F238E27FC236}">
                      <a16:creationId xmlns:a16="http://schemas.microsoft.com/office/drawing/2014/main" id="{332A87F6-3447-6131-0CB5-4D48A74AD129}"/>
                    </a:ext>
                  </a:extLst>
                </p:cNvPr>
                <p:cNvSpPr/>
                <p:nvPr/>
              </p:nvSpPr>
              <p:spPr>
                <a:xfrm>
                  <a:off x="3619760" y="3353693"/>
                  <a:ext cx="85736" cy="36730"/>
                </a:xfrm>
                <a:custGeom>
                  <a:avLst/>
                  <a:gdLst/>
                  <a:ahLst/>
                  <a:cxnLst/>
                  <a:rect l="l" t="t" r="r" b="b"/>
                  <a:pathLst>
                    <a:path w="10901" h="4670" fill="none" extrusionOk="0">
                      <a:moveTo>
                        <a:pt x="1" y="4670"/>
                      </a:moveTo>
                      <a:lnTo>
                        <a:pt x="1090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5717;p68">
                  <a:extLst>
                    <a:ext uri="{FF2B5EF4-FFF2-40B4-BE49-F238E27FC236}">
                      <a16:creationId xmlns:a16="http://schemas.microsoft.com/office/drawing/2014/main" id="{04F3F135-3117-351B-EE33-9E1B74F08225}"/>
                    </a:ext>
                  </a:extLst>
                </p:cNvPr>
                <p:cNvSpPr/>
                <p:nvPr/>
              </p:nvSpPr>
              <p:spPr>
                <a:xfrm>
                  <a:off x="3703011" y="3354739"/>
                  <a:ext cx="70415" cy="79350"/>
                </a:xfrm>
                <a:custGeom>
                  <a:avLst/>
                  <a:gdLst/>
                  <a:ahLst/>
                  <a:cxnLst/>
                  <a:rect l="l" t="t" r="r" b="b"/>
                  <a:pathLst>
                    <a:path w="8953" h="10089" fill="none" extrusionOk="0">
                      <a:moveTo>
                        <a:pt x="1" y="0"/>
                      </a:moveTo>
                      <a:lnTo>
                        <a:pt x="8952" y="1008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5718;p68">
                  <a:extLst>
                    <a:ext uri="{FF2B5EF4-FFF2-40B4-BE49-F238E27FC236}">
                      <a16:creationId xmlns:a16="http://schemas.microsoft.com/office/drawing/2014/main" id="{DCF4A57A-9289-0CBA-90E8-7ACA937B75F3}"/>
                    </a:ext>
                  </a:extLst>
                </p:cNvPr>
                <p:cNvSpPr/>
                <p:nvPr/>
              </p:nvSpPr>
              <p:spPr>
                <a:xfrm>
                  <a:off x="3779884" y="3366443"/>
                  <a:ext cx="34449" cy="67647"/>
                </a:xfrm>
                <a:custGeom>
                  <a:avLst/>
                  <a:gdLst/>
                  <a:ahLst/>
                  <a:cxnLst/>
                  <a:rect l="l" t="t" r="r" b="b"/>
                  <a:pathLst>
                    <a:path w="4380" h="8601" fill="none" extrusionOk="0">
                      <a:moveTo>
                        <a:pt x="1" y="8601"/>
                      </a:moveTo>
                      <a:lnTo>
                        <a:pt x="438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5719;p68">
                  <a:extLst>
                    <a:ext uri="{FF2B5EF4-FFF2-40B4-BE49-F238E27FC236}">
                      <a16:creationId xmlns:a16="http://schemas.microsoft.com/office/drawing/2014/main" id="{A79B324A-FD48-8844-1AD1-CE145D46958D}"/>
                    </a:ext>
                  </a:extLst>
                </p:cNvPr>
                <p:cNvSpPr/>
                <p:nvPr/>
              </p:nvSpPr>
              <p:spPr>
                <a:xfrm>
                  <a:off x="3701776" y="3353693"/>
                  <a:ext cx="116363" cy="12757"/>
                </a:xfrm>
                <a:custGeom>
                  <a:avLst/>
                  <a:gdLst/>
                  <a:ahLst/>
                  <a:cxnLst/>
                  <a:rect l="l" t="t" r="r" b="b"/>
                  <a:pathLst>
                    <a:path w="14795" h="1622" fill="none" extrusionOk="0">
                      <a:moveTo>
                        <a:pt x="14795" y="1621"/>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5720;p68">
                  <a:extLst>
                    <a:ext uri="{FF2B5EF4-FFF2-40B4-BE49-F238E27FC236}">
                      <a16:creationId xmlns:a16="http://schemas.microsoft.com/office/drawing/2014/main" id="{81B66AE7-2093-9A37-82F1-D99302E209F1}"/>
                    </a:ext>
                  </a:extLst>
                </p:cNvPr>
                <p:cNvSpPr/>
                <p:nvPr/>
              </p:nvSpPr>
              <p:spPr>
                <a:xfrm>
                  <a:off x="3701776" y="3313063"/>
                  <a:ext cx="227204" cy="40638"/>
                </a:xfrm>
                <a:custGeom>
                  <a:avLst/>
                  <a:gdLst/>
                  <a:ahLst/>
                  <a:cxnLst/>
                  <a:rect l="l" t="t" r="r" b="b"/>
                  <a:pathLst>
                    <a:path w="28888" h="5167" fill="none" extrusionOk="0">
                      <a:moveTo>
                        <a:pt x="28887" y="1"/>
                      </a:moveTo>
                      <a:lnTo>
                        <a:pt x="0" y="51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5721;p68">
                  <a:extLst>
                    <a:ext uri="{FF2B5EF4-FFF2-40B4-BE49-F238E27FC236}">
                      <a16:creationId xmlns:a16="http://schemas.microsoft.com/office/drawing/2014/main" id="{960FCBA5-C606-A87E-2AD4-FBFAB137363C}"/>
                    </a:ext>
                  </a:extLst>
                </p:cNvPr>
                <p:cNvSpPr/>
                <p:nvPr/>
              </p:nvSpPr>
              <p:spPr>
                <a:xfrm>
                  <a:off x="3888633" y="3313063"/>
                  <a:ext cx="40347" cy="114467"/>
                </a:xfrm>
                <a:custGeom>
                  <a:avLst/>
                  <a:gdLst/>
                  <a:ahLst/>
                  <a:cxnLst/>
                  <a:rect l="l" t="t" r="r" b="b"/>
                  <a:pathLst>
                    <a:path w="5130" h="14554" fill="none" extrusionOk="0">
                      <a:moveTo>
                        <a:pt x="5129" y="1"/>
                      </a:moveTo>
                      <a:lnTo>
                        <a:pt x="0" y="1455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5722;p68">
                  <a:extLst>
                    <a:ext uri="{FF2B5EF4-FFF2-40B4-BE49-F238E27FC236}">
                      <a16:creationId xmlns:a16="http://schemas.microsoft.com/office/drawing/2014/main" id="{CD8EC6FB-796D-AFA3-45DF-FA0F9E3F0B35}"/>
                    </a:ext>
                  </a:extLst>
                </p:cNvPr>
                <p:cNvSpPr/>
                <p:nvPr/>
              </p:nvSpPr>
              <p:spPr>
                <a:xfrm>
                  <a:off x="3814325" y="3366443"/>
                  <a:ext cx="74316" cy="61087"/>
                </a:xfrm>
                <a:custGeom>
                  <a:avLst/>
                  <a:gdLst/>
                  <a:ahLst/>
                  <a:cxnLst/>
                  <a:rect l="l" t="t" r="r" b="b"/>
                  <a:pathLst>
                    <a:path w="9449" h="7767" fill="none" extrusionOk="0">
                      <a:moveTo>
                        <a:pt x="1" y="0"/>
                      </a:moveTo>
                      <a:lnTo>
                        <a:pt x="9448" y="77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5723;p68">
                  <a:extLst>
                    <a:ext uri="{FF2B5EF4-FFF2-40B4-BE49-F238E27FC236}">
                      <a16:creationId xmlns:a16="http://schemas.microsoft.com/office/drawing/2014/main" id="{41EF2003-3C5E-32D3-E1BC-E50E0296152A}"/>
                    </a:ext>
                  </a:extLst>
                </p:cNvPr>
                <p:cNvSpPr/>
                <p:nvPr/>
              </p:nvSpPr>
              <p:spPr>
                <a:xfrm>
                  <a:off x="3838399" y="3427522"/>
                  <a:ext cx="50242" cy="67749"/>
                </a:xfrm>
                <a:custGeom>
                  <a:avLst/>
                  <a:gdLst/>
                  <a:ahLst/>
                  <a:cxnLst/>
                  <a:rect l="l" t="t" r="r" b="b"/>
                  <a:pathLst>
                    <a:path w="6388" h="8614" fill="none" extrusionOk="0">
                      <a:moveTo>
                        <a:pt x="0" y="8613"/>
                      </a:moveTo>
                      <a:lnTo>
                        <a:pt x="638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5724;p68">
                  <a:extLst>
                    <a:ext uri="{FF2B5EF4-FFF2-40B4-BE49-F238E27FC236}">
                      <a16:creationId xmlns:a16="http://schemas.microsoft.com/office/drawing/2014/main" id="{888F9BAA-DD69-D086-B02B-3C15AA440D63}"/>
                    </a:ext>
                  </a:extLst>
                </p:cNvPr>
                <p:cNvSpPr/>
                <p:nvPr/>
              </p:nvSpPr>
              <p:spPr>
                <a:xfrm>
                  <a:off x="3814325" y="3313063"/>
                  <a:ext cx="114656" cy="53388"/>
                </a:xfrm>
                <a:custGeom>
                  <a:avLst/>
                  <a:gdLst/>
                  <a:ahLst/>
                  <a:cxnLst/>
                  <a:rect l="l" t="t" r="r" b="b"/>
                  <a:pathLst>
                    <a:path w="14578" h="6788" fill="none" extrusionOk="0">
                      <a:moveTo>
                        <a:pt x="1" y="6787"/>
                      </a:moveTo>
                      <a:lnTo>
                        <a:pt x="14577"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5725;p68">
                  <a:extLst>
                    <a:ext uri="{FF2B5EF4-FFF2-40B4-BE49-F238E27FC236}">
                      <a16:creationId xmlns:a16="http://schemas.microsoft.com/office/drawing/2014/main" id="{0E0502C7-7DBF-8D4C-B56D-C2D2C1791037}"/>
                    </a:ext>
                  </a:extLst>
                </p:cNvPr>
                <p:cNvSpPr/>
                <p:nvPr/>
              </p:nvSpPr>
              <p:spPr>
                <a:xfrm>
                  <a:off x="3888633" y="3427522"/>
                  <a:ext cx="55377" cy="76212"/>
                </a:xfrm>
                <a:custGeom>
                  <a:avLst/>
                  <a:gdLst/>
                  <a:ahLst/>
                  <a:cxnLst/>
                  <a:rect l="l" t="t" r="r" b="b"/>
                  <a:pathLst>
                    <a:path w="7041" h="9690" fill="none" extrusionOk="0">
                      <a:moveTo>
                        <a:pt x="0" y="0"/>
                      </a:moveTo>
                      <a:lnTo>
                        <a:pt x="7041" y="969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5726;p68">
                  <a:extLst>
                    <a:ext uri="{FF2B5EF4-FFF2-40B4-BE49-F238E27FC236}">
                      <a16:creationId xmlns:a16="http://schemas.microsoft.com/office/drawing/2014/main" id="{7DD91DAB-F178-20BB-EE6D-9738EBC2A392}"/>
                    </a:ext>
                  </a:extLst>
                </p:cNvPr>
                <p:cNvSpPr/>
                <p:nvPr/>
              </p:nvSpPr>
              <p:spPr>
                <a:xfrm>
                  <a:off x="3944003" y="3406208"/>
                  <a:ext cx="40631" cy="97526"/>
                </a:xfrm>
                <a:custGeom>
                  <a:avLst/>
                  <a:gdLst/>
                  <a:ahLst/>
                  <a:cxnLst/>
                  <a:rect l="l" t="t" r="r" b="b"/>
                  <a:pathLst>
                    <a:path w="5166" h="12400" fill="none" extrusionOk="0">
                      <a:moveTo>
                        <a:pt x="1" y="12400"/>
                      </a:moveTo>
                      <a:lnTo>
                        <a:pt x="516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5727;p68">
                  <a:extLst>
                    <a:ext uri="{FF2B5EF4-FFF2-40B4-BE49-F238E27FC236}">
                      <a16:creationId xmlns:a16="http://schemas.microsoft.com/office/drawing/2014/main" id="{37C9CABE-0C2E-1E6D-3FE2-E604F498D81B}"/>
                    </a:ext>
                  </a:extLst>
                </p:cNvPr>
                <p:cNvSpPr/>
                <p:nvPr/>
              </p:nvSpPr>
              <p:spPr>
                <a:xfrm>
                  <a:off x="3984625" y="3357500"/>
                  <a:ext cx="55291" cy="48716"/>
                </a:xfrm>
                <a:custGeom>
                  <a:avLst/>
                  <a:gdLst/>
                  <a:ahLst/>
                  <a:cxnLst/>
                  <a:rect l="l" t="t" r="r" b="b"/>
                  <a:pathLst>
                    <a:path w="7030" h="6194" fill="none" extrusionOk="0">
                      <a:moveTo>
                        <a:pt x="1" y="6194"/>
                      </a:moveTo>
                      <a:lnTo>
                        <a:pt x="702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5728;p68">
                  <a:extLst>
                    <a:ext uri="{FF2B5EF4-FFF2-40B4-BE49-F238E27FC236}">
                      <a16:creationId xmlns:a16="http://schemas.microsoft.com/office/drawing/2014/main" id="{73F18976-DCA9-0BC7-FCDF-4294F8F8FCF7}"/>
                    </a:ext>
                  </a:extLst>
                </p:cNvPr>
                <p:cNvSpPr/>
                <p:nvPr/>
              </p:nvSpPr>
              <p:spPr>
                <a:xfrm>
                  <a:off x="3888633" y="3406208"/>
                  <a:ext cx="96000" cy="21322"/>
                </a:xfrm>
                <a:custGeom>
                  <a:avLst/>
                  <a:gdLst/>
                  <a:ahLst/>
                  <a:cxnLst/>
                  <a:rect l="l" t="t" r="r" b="b"/>
                  <a:pathLst>
                    <a:path w="12206" h="2711" fill="none" extrusionOk="0">
                      <a:moveTo>
                        <a:pt x="0" y="2710"/>
                      </a:moveTo>
                      <a:lnTo>
                        <a:pt x="1220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5729;p68">
                  <a:extLst>
                    <a:ext uri="{FF2B5EF4-FFF2-40B4-BE49-F238E27FC236}">
                      <a16:creationId xmlns:a16="http://schemas.microsoft.com/office/drawing/2014/main" id="{C727F19C-420D-9701-ED7F-0B3B96049519}"/>
                    </a:ext>
                  </a:extLst>
                </p:cNvPr>
                <p:cNvSpPr/>
                <p:nvPr/>
              </p:nvSpPr>
              <p:spPr>
                <a:xfrm>
                  <a:off x="3984625" y="3406208"/>
                  <a:ext cx="42251" cy="136348"/>
                </a:xfrm>
                <a:custGeom>
                  <a:avLst/>
                  <a:gdLst/>
                  <a:ahLst/>
                  <a:cxnLst/>
                  <a:rect l="l" t="t" r="r" b="b"/>
                  <a:pathLst>
                    <a:path w="5372" h="17336" fill="none" extrusionOk="0">
                      <a:moveTo>
                        <a:pt x="1" y="1"/>
                      </a:moveTo>
                      <a:lnTo>
                        <a:pt x="5372" y="173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5730;p68">
                  <a:extLst>
                    <a:ext uri="{FF2B5EF4-FFF2-40B4-BE49-F238E27FC236}">
                      <a16:creationId xmlns:a16="http://schemas.microsoft.com/office/drawing/2014/main" id="{5388ACA2-AA9D-A02C-5BFE-AD94877FBA48}"/>
                    </a:ext>
                  </a:extLst>
                </p:cNvPr>
                <p:cNvSpPr/>
                <p:nvPr/>
              </p:nvSpPr>
              <p:spPr>
                <a:xfrm>
                  <a:off x="4026868" y="3427522"/>
                  <a:ext cx="35597" cy="115033"/>
                </a:xfrm>
                <a:custGeom>
                  <a:avLst/>
                  <a:gdLst/>
                  <a:ahLst/>
                  <a:cxnLst/>
                  <a:rect l="l" t="t" r="r" b="b"/>
                  <a:pathLst>
                    <a:path w="4526" h="14626" fill="none" extrusionOk="0">
                      <a:moveTo>
                        <a:pt x="1" y="14625"/>
                      </a:moveTo>
                      <a:lnTo>
                        <a:pt x="4525"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5731;p68">
                  <a:extLst>
                    <a:ext uri="{FF2B5EF4-FFF2-40B4-BE49-F238E27FC236}">
                      <a16:creationId xmlns:a16="http://schemas.microsoft.com/office/drawing/2014/main" id="{6A37A168-43A7-EBF5-AE9F-5012D65F53EC}"/>
                    </a:ext>
                  </a:extLst>
                </p:cNvPr>
                <p:cNvSpPr/>
                <p:nvPr/>
              </p:nvSpPr>
              <p:spPr>
                <a:xfrm>
                  <a:off x="3876261" y="3542548"/>
                  <a:ext cx="150615" cy="52051"/>
                </a:xfrm>
                <a:custGeom>
                  <a:avLst/>
                  <a:gdLst/>
                  <a:ahLst/>
                  <a:cxnLst/>
                  <a:rect l="l" t="t" r="r" b="b"/>
                  <a:pathLst>
                    <a:path w="19150" h="6618" fill="none" extrusionOk="0">
                      <a:moveTo>
                        <a:pt x="1" y="6617"/>
                      </a:moveTo>
                      <a:lnTo>
                        <a:pt x="1915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5732;p68">
                  <a:extLst>
                    <a:ext uri="{FF2B5EF4-FFF2-40B4-BE49-F238E27FC236}">
                      <a16:creationId xmlns:a16="http://schemas.microsoft.com/office/drawing/2014/main" id="{DC92BFEB-E271-2171-DDCA-212884E436E2}"/>
                    </a:ext>
                  </a:extLst>
                </p:cNvPr>
                <p:cNvSpPr/>
                <p:nvPr/>
              </p:nvSpPr>
              <p:spPr>
                <a:xfrm>
                  <a:off x="4006702" y="3542548"/>
                  <a:ext cx="20174" cy="99044"/>
                </a:xfrm>
                <a:custGeom>
                  <a:avLst/>
                  <a:gdLst/>
                  <a:ahLst/>
                  <a:cxnLst/>
                  <a:rect l="l" t="t" r="r" b="b"/>
                  <a:pathLst>
                    <a:path w="2565" h="12593" fill="none" extrusionOk="0">
                      <a:moveTo>
                        <a:pt x="2565" y="0"/>
                      </a:moveTo>
                      <a:lnTo>
                        <a:pt x="0" y="1259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5733;p68">
                  <a:extLst>
                    <a:ext uri="{FF2B5EF4-FFF2-40B4-BE49-F238E27FC236}">
                      <a16:creationId xmlns:a16="http://schemas.microsoft.com/office/drawing/2014/main" id="{8E6AADBC-5A96-3328-BBF4-2DD8770BEABB}"/>
                    </a:ext>
                  </a:extLst>
                </p:cNvPr>
                <p:cNvSpPr/>
                <p:nvPr/>
              </p:nvSpPr>
              <p:spPr>
                <a:xfrm>
                  <a:off x="3912700" y="3641584"/>
                  <a:ext cx="97817" cy="41779"/>
                </a:xfrm>
                <a:custGeom>
                  <a:avLst/>
                  <a:gdLst/>
                  <a:ahLst/>
                  <a:cxnLst/>
                  <a:rect l="l" t="t" r="r" b="b"/>
                  <a:pathLst>
                    <a:path w="12437" h="5312" fill="none" extrusionOk="0">
                      <a:moveTo>
                        <a:pt x="1" y="5311"/>
                      </a:moveTo>
                      <a:lnTo>
                        <a:pt x="1243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5734;p68">
                  <a:extLst>
                    <a:ext uri="{FF2B5EF4-FFF2-40B4-BE49-F238E27FC236}">
                      <a16:creationId xmlns:a16="http://schemas.microsoft.com/office/drawing/2014/main" id="{3ED7DBB5-6FE1-69CA-4284-CC5E56AB0B64}"/>
                    </a:ext>
                  </a:extLst>
                </p:cNvPr>
                <p:cNvSpPr/>
                <p:nvPr/>
              </p:nvSpPr>
              <p:spPr>
                <a:xfrm>
                  <a:off x="3875601" y="3503726"/>
                  <a:ext cx="68410" cy="89158"/>
                </a:xfrm>
                <a:custGeom>
                  <a:avLst/>
                  <a:gdLst/>
                  <a:ahLst/>
                  <a:cxnLst/>
                  <a:rect l="l" t="t" r="r" b="b"/>
                  <a:pathLst>
                    <a:path w="8698" h="11336" fill="none" extrusionOk="0">
                      <a:moveTo>
                        <a:pt x="8698" y="1"/>
                      </a:moveTo>
                      <a:lnTo>
                        <a:pt x="0" y="113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5735;p68">
                  <a:extLst>
                    <a:ext uri="{FF2B5EF4-FFF2-40B4-BE49-F238E27FC236}">
                      <a16:creationId xmlns:a16="http://schemas.microsoft.com/office/drawing/2014/main" id="{5AA6D0C4-05EC-FB8D-7E3F-7C88C6DF27C8}"/>
                    </a:ext>
                  </a:extLst>
                </p:cNvPr>
                <p:cNvSpPr/>
                <p:nvPr/>
              </p:nvSpPr>
              <p:spPr>
                <a:xfrm>
                  <a:off x="3944003" y="3503726"/>
                  <a:ext cx="89441" cy="36163"/>
                </a:xfrm>
                <a:custGeom>
                  <a:avLst/>
                  <a:gdLst/>
                  <a:ahLst/>
                  <a:cxnLst/>
                  <a:rect l="l" t="t" r="r" b="b"/>
                  <a:pathLst>
                    <a:path w="11372" h="4598" fill="none" extrusionOk="0">
                      <a:moveTo>
                        <a:pt x="1" y="1"/>
                      </a:moveTo>
                      <a:lnTo>
                        <a:pt x="11372" y="459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5736;p68">
                  <a:extLst>
                    <a:ext uri="{FF2B5EF4-FFF2-40B4-BE49-F238E27FC236}">
                      <a16:creationId xmlns:a16="http://schemas.microsoft.com/office/drawing/2014/main" id="{917EE32E-9E99-390A-7112-E6D0D9884292}"/>
                    </a:ext>
                  </a:extLst>
                </p:cNvPr>
                <p:cNvSpPr/>
                <p:nvPr/>
              </p:nvSpPr>
              <p:spPr>
                <a:xfrm>
                  <a:off x="4033436" y="3490599"/>
                  <a:ext cx="132824" cy="49290"/>
                </a:xfrm>
                <a:custGeom>
                  <a:avLst/>
                  <a:gdLst/>
                  <a:ahLst/>
                  <a:cxnLst/>
                  <a:rect l="l" t="t" r="r" b="b"/>
                  <a:pathLst>
                    <a:path w="16888" h="6267" fill="none" extrusionOk="0">
                      <a:moveTo>
                        <a:pt x="1" y="6267"/>
                      </a:moveTo>
                      <a:lnTo>
                        <a:pt x="1688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5737;p68">
                  <a:extLst>
                    <a:ext uri="{FF2B5EF4-FFF2-40B4-BE49-F238E27FC236}">
                      <a16:creationId xmlns:a16="http://schemas.microsoft.com/office/drawing/2014/main" id="{12EA909C-911D-F9B3-22CE-8CFFE0CE9735}"/>
                    </a:ext>
                  </a:extLst>
                </p:cNvPr>
                <p:cNvSpPr/>
                <p:nvPr/>
              </p:nvSpPr>
              <p:spPr>
                <a:xfrm>
                  <a:off x="4166252" y="3490599"/>
                  <a:ext cx="73459" cy="95528"/>
                </a:xfrm>
                <a:custGeom>
                  <a:avLst/>
                  <a:gdLst/>
                  <a:ahLst/>
                  <a:cxnLst/>
                  <a:rect l="l" t="t" r="r" b="b"/>
                  <a:pathLst>
                    <a:path w="9340" h="12146" fill="none" extrusionOk="0">
                      <a:moveTo>
                        <a:pt x="1" y="0"/>
                      </a:moveTo>
                      <a:lnTo>
                        <a:pt x="9339" y="121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5738;p68">
                  <a:extLst>
                    <a:ext uri="{FF2B5EF4-FFF2-40B4-BE49-F238E27FC236}">
                      <a16:creationId xmlns:a16="http://schemas.microsoft.com/office/drawing/2014/main" id="{47364E2C-C1F4-B18A-1979-0280A5212353}"/>
                    </a:ext>
                  </a:extLst>
                </p:cNvPr>
                <p:cNvSpPr/>
                <p:nvPr/>
              </p:nvSpPr>
              <p:spPr>
                <a:xfrm>
                  <a:off x="4027726" y="3539882"/>
                  <a:ext cx="211985" cy="39970"/>
                </a:xfrm>
                <a:custGeom>
                  <a:avLst/>
                  <a:gdLst/>
                  <a:ahLst/>
                  <a:cxnLst/>
                  <a:rect l="l" t="t" r="r" b="b"/>
                  <a:pathLst>
                    <a:path w="26953" h="5082" fill="none" extrusionOk="0">
                      <a:moveTo>
                        <a:pt x="26952" y="508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5739;p68">
                  <a:extLst>
                    <a:ext uri="{FF2B5EF4-FFF2-40B4-BE49-F238E27FC236}">
                      <a16:creationId xmlns:a16="http://schemas.microsoft.com/office/drawing/2014/main" id="{645B3EB7-90C4-EC92-4291-18F74B4F25EB}"/>
                    </a:ext>
                  </a:extLst>
                </p:cNvPr>
                <p:cNvSpPr/>
                <p:nvPr/>
              </p:nvSpPr>
              <p:spPr>
                <a:xfrm>
                  <a:off x="4027726" y="3539882"/>
                  <a:ext cx="99720" cy="174878"/>
                </a:xfrm>
                <a:custGeom>
                  <a:avLst/>
                  <a:gdLst/>
                  <a:ahLst/>
                  <a:cxnLst/>
                  <a:rect l="l" t="t" r="r" b="b"/>
                  <a:pathLst>
                    <a:path w="12679" h="22235" fill="none" extrusionOk="0">
                      <a:moveTo>
                        <a:pt x="1" y="1"/>
                      </a:moveTo>
                      <a:lnTo>
                        <a:pt x="12678" y="2223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5740;p68">
                  <a:extLst>
                    <a:ext uri="{FF2B5EF4-FFF2-40B4-BE49-F238E27FC236}">
                      <a16:creationId xmlns:a16="http://schemas.microsoft.com/office/drawing/2014/main" id="{6D2EF1A8-76E0-E91E-5D1B-4AACD9A86B85}"/>
                    </a:ext>
                  </a:extLst>
                </p:cNvPr>
                <p:cNvSpPr/>
                <p:nvPr/>
              </p:nvSpPr>
              <p:spPr>
                <a:xfrm>
                  <a:off x="4027726" y="3539882"/>
                  <a:ext cx="159754" cy="111707"/>
                </a:xfrm>
                <a:custGeom>
                  <a:avLst/>
                  <a:gdLst/>
                  <a:ahLst/>
                  <a:cxnLst/>
                  <a:rect l="l" t="t" r="r" b="b"/>
                  <a:pathLst>
                    <a:path w="20312" h="14203" fill="none" extrusionOk="0">
                      <a:moveTo>
                        <a:pt x="1" y="1"/>
                      </a:moveTo>
                      <a:lnTo>
                        <a:pt x="20311" y="142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5741;p68">
                  <a:extLst>
                    <a:ext uri="{FF2B5EF4-FFF2-40B4-BE49-F238E27FC236}">
                      <a16:creationId xmlns:a16="http://schemas.microsoft.com/office/drawing/2014/main" id="{5EE94DC1-5F55-87C5-9F4A-C6DF5D84277E}"/>
                    </a:ext>
                  </a:extLst>
                </p:cNvPr>
                <p:cNvSpPr/>
                <p:nvPr/>
              </p:nvSpPr>
              <p:spPr>
                <a:xfrm>
                  <a:off x="4006702" y="3641584"/>
                  <a:ext cx="120743" cy="73176"/>
                </a:xfrm>
                <a:custGeom>
                  <a:avLst/>
                  <a:gdLst/>
                  <a:ahLst/>
                  <a:cxnLst/>
                  <a:rect l="l" t="t" r="r" b="b"/>
                  <a:pathLst>
                    <a:path w="15352" h="9304" fill="none" extrusionOk="0">
                      <a:moveTo>
                        <a:pt x="0" y="1"/>
                      </a:moveTo>
                      <a:lnTo>
                        <a:pt x="15351" y="930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5742;p68">
                  <a:extLst>
                    <a:ext uri="{FF2B5EF4-FFF2-40B4-BE49-F238E27FC236}">
                      <a16:creationId xmlns:a16="http://schemas.microsoft.com/office/drawing/2014/main" id="{07FAE69D-1CDE-4A20-5EA2-07052655626C}"/>
                    </a:ext>
                  </a:extLst>
                </p:cNvPr>
                <p:cNvSpPr/>
                <p:nvPr/>
              </p:nvSpPr>
              <p:spPr>
                <a:xfrm>
                  <a:off x="4006702" y="3641584"/>
                  <a:ext cx="39773" cy="140249"/>
                </a:xfrm>
                <a:custGeom>
                  <a:avLst/>
                  <a:gdLst/>
                  <a:ahLst/>
                  <a:cxnLst/>
                  <a:rect l="l" t="t" r="r" b="b"/>
                  <a:pathLst>
                    <a:path w="5057" h="17832" fill="none" extrusionOk="0">
                      <a:moveTo>
                        <a:pt x="5057" y="17832"/>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5743;p68">
                  <a:extLst>
                    <a:ext uri="{FF2B5EF4-FFF2-40B4-BE49-F238E27FC236}">
                      <a16:creationId xmlns:a16="http://schemas.microsoft.com/office/drawing/2014/main" id="{F42A378B-DA75-B17E-7D05-790665738C91}"/>
                    </a:ext>
                  </a:extLst>
                </p:cNvPr>
                <p:cNvSpPr/>
                <p:nvPr/>
              </p:nvSpPr>
              <p:spPr>
                <a:xfrm>
                  <a:off x="3996423" y="3784585"/>
                  <a:ext cx="51862" cy="10280"/>
                </a:xfrm>
                <a:custGeom>
                  <a:avLst/>
                  <a:gdLst/>
                  <a:ahLst/>
                  <a:cxnLst/>
                  <a:rect l="l" t="t" r="r" b="b"/>
                  <a:pathLst>
                    <a:path w="6594" h="1307" fill="none" extrusionOk="0">
                      <a:moveTo>
                        <a:pt x="1" y="1307"/>
                      </a:moveTo>
                      <a:lnTo>
                        <a:pt x="659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5744;p68">
                  <a:extLst>
                    <a:ext uri="{FF2B5EF4-FFF2-40B4-BE49-F238E27FC236}">
                      <a16:creationId xmlns:a16="http://schemas.microsoft.com/office/drawing/2014/main" id="{19D558BC-9456-A8A6-7487-B0883AA9DA34}"/>
                    </a:ext>
                  </a:extLst>
                </p:cNvPr>
                <p:cNvSpPr/>
                <p:nvPr/>
              </p:nvSpPr>
              <p:spPr>
                <a:xfrm>
                  <a:off x="4048277" y="3784585"/>
                  <a:ext cx="47583" cy="68890"/>
                </a:xfrm>
                <a:custGeom>
                  <a:avLst/>
                  <a:gdLst/>
                  <a:ahLst/>
                  <a:cxnLst/>
                  <a:rect l="l" t="t" r="r" b="b"/>
                  <a:pathLst>
                    <a:path w="6050" h="8759" fill="none" extrusionOk="0">
                      <a:moveTo>
                        <a:pt x="1" y="0"/>
                      </a:moveTo>
                      <a:lnTo>
                        <a:pt x="6049" y="875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5745;p68">
                  <a:extLst>
                    <a:ext uri="{FF2B5EF4-FFF2-40B4-BE49-F238E27FC236}">
                      <a16:creationId xmlns:a16="http://schemas.microsoft.com/office/drawing/2014/main" id="{AC76A977-828F-81D7-4E7C-CDC1CC6C880D}"/>
                    </a:ext>
                  </a:extLst>
                </p:cNvPr>
                <p:cNvSpPr/>
                <p:nvPr/>
              </p:nvSpPr>
              <p:spPr>
                <a:xfrm>
                  <a:off x="4095947" y="3788392"/>
                  <a:ext cx="10280" cy="64894"/>
                </a:xfrm>
                <a:custGeom>
                  <a:avLst/>
                  <a:gdLst/>
                  <a:ahLst/>
                  <a:cxnLst/>
                  <a:rect l="l" t="t" r="r" b="b"/>
                  <a:pathLst>
                    <a:path w="1307" h="8251" fill="none" extrusionOk="0">
                      <a:moveTo>
                        <a:pt x="0" y="8250"/>
                      </a:moveTo>
                      <a:lnTo>
                        <a:pt x="130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5746;p68">
                  <a:extLst>
                    <a:ext uri="{FF2B5EF4-FFF2-40B4-BE49-F238E27FC236}">
                      <a16:creationId xmlns:a16="http://schemas.microsoft.com/office/drawing/2014/main" id="{71DA31E7-0B0F-90B7-1C53-C89D33C26211}"/>
                    </a:ext>
                  </a:extLst>
                </p:cNvPr>
                <p:cNvSpPr/>
                <p:nvPr/>
              </p:nvSpPr>
              <p:spPr>
                <a:xfrm>
                  <a:off x="4095852" y="3853467"/>
                  <a:ext cx="45672" cy="15895"/>
                </a:xfrm>
                <a:custGeom>
                  <a:avLst/>
                  <a:gdLst/>
                  <a:ahLst/>
                  <a:cxnLst/>
                  <a:rect l="l" t="t" r="r" b="b"/>
                  <a:pathLst>
                    <a:path w="5807" h="2021" fill="none" extrusionOk="0">
                      <a:moveTo>
                        <a:pt x="0" y="0"/>
                      </a:moveTo>
                      <a:lnTo>
                        <a:pt x="5807" y="20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5747;p68">
                  <a:extLst>
                    <a:ext uri="{FF2B5EF4-FFF2-40B4-BE49-F238E27FC236}">
                      <a16:creationId xmlns:a16="http://schemas.microsoft.com/office/drawing/2014/main" id="{4E0F9C02-22EE-B76C-053D-D3F9165934B7}"/>
                    </a:ext>
                  </a:extLst>
                </p:cNvPr>
                <p:cNvSpPr/>
                <p:nvPr/>
              </p:nvSpPr>
              <p:spPr>
                <a:xfrm>
                  <a:off x="4138567" y="3868308"/>
                  <a:ext cx="16469" cy="101710"/>
                </a:xfrm>
                <a:custGeom>
                  <a:avLst/>
                  <a:gdLst/>
                  <a:ahLst/>
                  <a:cxnLst/>
                  <a:rect l="l" t="t" r="r" b="b"/>
                  <a:pathLst>
                    <a:path w="2094" h="12932" fill="none" extrusionOk="0">
                      <a:moveTo>
                        <a:pt x="1" y="1"/>
                      </a:moveTo>
                      <a:lnTo>
                        <a:pt x="2093" y="1293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5748;p68">
                  <a:extLst>
                    <a:ext uri="{FF2B5EF4-FFF2-40B4-BE49-F238E27FC236}">
                      <a16:creationId xmlns:a16="http://schemas.microsoft.com/office/drawing/2014/main" id="{D5EA8437-0D4C-B73B-DC56-5C85846D3B28}"/>
                    </a:ext>
                  </a:extLst>
                </p:cNvPr>
                <p:cNvSpPr/>
                <p:nvPr/>
              </p:nvSpPr>
              <p:spPr>
                <a:xfrm>
                  <a:off x="3875601" y="3592876"/>
                  <a:ext cx="131110" cy="48716"/>
                </a:xfrm>
                <a:custGeom>
                  <a:avLst/>
                  <a:gdLst/>
                  <a:ahLst/>
                  <a:cxnLst/>
                  <a:rect l="l" t="t" r="r" b="b"/>
                  <a:pathLst>
                    <a:path w="16670" h="6194" fill="none" extrusionOk="0">
                      <a:moveTo>
                        <a:pt x="0" y="0"/>
                      </a:moveTo>
                      <a:lnTo>
                        <a:pt x="16669" y="619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5749;p68">
                  <a:extLst>
                    <a:ext uri="{FF2B5EF4-FFF2-40B4-BE49-F238E27FC236}">
                      <a16:creationId xmlns:a16="http://schemas.microsoft.com/office/drawing/2014/main" id="{9FC19E20-3EDA-4AD9-0FB9-B2B46FD52E84}"/>
                    </a:ext>
                  </a:extLst>
                </p:cNvPr>
                <p:cNvSpPr/>
                <p:nvPr/>
              </p:nvSpPr>
              <p:spPr>
                <a:xfrm>
                  <a:off x="4164828" y="3394410"/>
                  <a:ext cx="26458" cy="93153"/>
                </a:xfrm>
                <a:custGeom>
                  <a:avLst/>
                  <a:gdLst/>
                  <a:ahLst/>
                  <a:cxnLst/>
                  <a:rect l="l" t="t" r="r" b="b"/>
                  <a:pathLst>
                    <a:path w="3364" h="11844" fill="none" extrusionOk="0">
                      <a:moveTo>
                        <a:pt x="0" y="11843"/>
                      </a:moveTo>
                      <a:lnTo>
                        <a:pt x="336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5750;p68">
                  <a:extLst>
                    <a:ext uri="{FF2B5EF4-FFF2-40B4-BE49-F238E27FC236}">
                      <a16:creationId xmlns:a16="http://schemas.microsoft.com/office/drawing/2014/main" id="{42D7F4D9-A261-29A6-978F-1A13DA6FF2AB}"/>
                    </a:ext>
                  </a:extLst>
                </p:cNvPr>
                <p:cNvSpPr/>
                <p:nvPr/>
              </p:nvSpPr>
              <p:spPr>
                <a:xfrm>
                  <a:off x="4191278" y="3394410"/>
                  <a:ext cx="86586" cy="52719"/>
                </a:xfrm>
                <a:custGeom>
                  <a:avLst/>
                  <a:gdLst/>
                  <a:ahLst/>
                  <a:cxnLst/>
                  <a:rect l="l" t="t" r="r" b="b"/>
                  <a:pathLst>
                    <a:path w="11009" h="6703" fill="none" extrusionOk="0">
                      <a:moveTo>
                        <a:pt x="0" y="1"/>
                      </a:moveTo>
                      <a:lnTo>
                        <a:pt x="11008" y="67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5751;p68">
                <a:extLst>
                  <a:ext uri="{FF2B5EF4-FFF2-40B4-BE49-F238E27FC236}">
                    <a16:creationId xmlns:a16="http://schemas.microsoft.com/office/drawing/2014/main" id="{B461D311-9AD9-13AA-B86B-54AE60F713A8}"/>
                  </a:ext>
                </a:extLst>
              </p:cNvPr>
              <p:cNvGrpSpPr/>
              <p:nvPr/>
            </p:nvGrpSpPr>
            <p:grpSpPr>
              <a:xfrm>
                <a:off x="4180904" y="4251758"/>
                <a:ext cx="37783" cy="32420"/>
                <a:chOff x="4180904" y="4251758"/>
                <a:chExt cx="37783" cy="32420"/>
              </a:xfrm>
            </p:grpSpPr>
            <p:sp>
              <p:nvSpPr>
                <p:cNvPr id="152" name="Google Shape;5752;p68">
                  <a:extLst>
                    <a:ext uri="{FF2B5EF4-FFF2-40B4-BE49-F238E27FC236}">
                      <a16:creationId xmlns:a16="http://schemas.microsoft.com/office/drawing/2014/main" id="{5891DA93-B6D7-E0B7-37D5-BFC1E004C887}"/>
                    </a:ext>
                  </a:extLst>
                </p:cNvPr>
                <p:cNvSpPr/>
                <p:nvPr/>
              </p:nvSpPr>
              <p:spPr>
                <a:xfrm>
                  <a:off x="4180904" y="4251758"/>
                  <a:ext cx="37783" cy="32420"/>
                </a:xfrm>
                <a:custGeom>
                  <a:avLst/>
                  <a:gdLst/>
                  <a:ahLst/>
                  <a:cxnLst/>
                  <a:rect l="l" t="t" r="r" b="b"/>
                  <a:pathLst>
                    <a:path w="4804" h="4122" extrusionOk="0">
                      <a:moveTo>
                        <a:pt x="2738" y="0"/>
                      </a:moveTo>
                      <a:cubicBezTo>
                        <a:pt x="2231" y="0"/>
                        <a:pt x="1715" y="190"/>
                        <a:pt x="1295" y="613"/>
                      </a:cubicBezTo>
                      <a:cubicBezTo>
                        <a:pt x="1" y="1908"/>
                        <a:pt x="920" y="4121"/>
                        <a:pt x="2759" y="4121"/>
                      </a:cubicBezTo>
                      <a:cubicBezTo>
                        <a:pt x="3884" y="4109"/>
                        <a:pt x="4803" y="3190"/>
                        <a:pt x="4803" y="2065"/>
                      </a:cubicBezTo>
                      <a:cubicBezTo>
                        <a:pt x="4803" y="823"/>
                        <a:pt x="3792"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5753;p68">
                  <a:extLst>
                    <a:ext uri="{FF2B5EF4-FFF2-40B4-BE49-F238E27FC236}">
                      <a16:creationId xmlns:a16="http://schemas.microsoft.com/office/drawing/2014/main" id="{4E6DB146-352B-3970-292F-4891989EE586}"/>
                    </a:ext>
                  </a:extLst>
                </p:cNvPr>
                <p:cNvSpPr/>
                <p:nvPr/>
              </p:nvSpPr>
              <p:spPr>
                <a:xfrm>
                  <a:off x="4196037" y="426143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5754;p68">
                <a:extLst>
                  <a:ext uri="{FF2B5EF4-FFF2-40B4-BE49-F238E27FC236}">
                    <a16:creationId xmlns:a16="http://schemas.microsoft.com/office/drawing/2014/main" id="{F2358C60-25FD-2ADB-D68A-98FAC5C89E30}"/>
                  </a:ext>
                </a:extLst>
              </p:cNvPr>
              <p:cNvGrpSpPr/>
              <p:nvPr/>
            </p:nvGrpSpPr>
            <p:grpSpPr>
              <a:xfrm>
                <a:off x="4201644" y="4081324"/>
                <a:ext cx="37783" cy="32364"/>
                <a:chOff x="4201644" y="4081324"/>
                <a:chExt cx="37783" cy="32364"/>
              </a:xfrm>
            </p:grpSpPr>
            <p:sp>
              <p:nvSpPr>
                <p:cNvPr id="150" name="Google Shape;5755;p68">
                  <a:extLst>
                    <a:ext uri="{FF2B5EF4-FFF2-40B4-BE49-F238E27FC236}">
                      <a16:creationId xmlns:a16="http://schemas.microsoft.com/office/drawing/2014/main" id="{B0F52403-9F5B-70B7-8383-67095B05A71C}"/>
                    </a:ext>
                  </a:extLst>
                </p:cNvPr>
                <p:cNvSpPr/>
                <p:nvPr/>
              </p:nvSpPr>
              <p:spPr>
                <a:xfrm>
                  <a:off x="4201644" y="4081324"/>
                  <a:ext cx="37783" cy="32364"/>
                </a:xfrm>
                <a:custGeom>
                  <a:avLst/>
                  <a:gdLst/>
                  <a:ahLst/>
                  <a:cxnLst/>
                  <a:rect l="l" t="t" r="r" b="b"/>
                  <a:pathLst>
                    <a:path w="4804" h="4115" extrusionOk="0">
                      <a:moveTo>
                        <a:pt x="2732" y="1"/>
                      </a:moveTo>
                      <a:cubicBezTo>
                        <a:pt x="2228" y="1"/>
                        <a:pt x="1713"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5756;p68">
                  <a:extLst>
                    <a:ext uri="{FF2B5EF4-FFF2-40B4-BE49-F238E27FC236}">
                      <a16:creationId xmlns:a16="http://schemas.microsoft.com/office/drawing/2014/main" id="{302B19CC-884A-E882-589D-FEFC5C2E8D85}"/>
                    </a:ext>
                  </a:extLst>
                </p:cNvPr>
                <p:cNvSpPr/>
                <p:nvPr/>
              </p:nvSpPr>
              <p:spPr>
                <a:xfrm>
                  <a:off x="4214582" y="4091037"/>
                  <a:ext cx="15235" cy="13040"/>
                </a:xfrm>
                <a:custGeom>
                  <a:avLst/>
                  <a:gdLst/>
                  <a:ahLst/>
                  <a:cxnLst/>
                  <a:rect l="l" t="t" r="r" b="b"/>
                  <a:pathLst>
                    <a:path w="1937" h="1658" extrusionOk="0">
                      <a:moveTo>
                        <a:pt x="1102" y="0"/>
                      </a:moveTo>
                      <a:cubicBezTo>
                        <a:pt x="364" y="0"/>
                        <a:pt x="1" y="883"/>
                        <a:pt x="521" y="1415"/>
                      </a:cubicBezTo>
                      <a:cubicBezTo>
                        <a:pt x="688" y="1582"/>
                        <a:pt x="894" y="1657"/>
                        <a:pt x="1096" y="1657"/>
                      </a:cubicBezTo>
                      <a:cubicBezTo>
                        <a:pt x="1524" y="1657"/>
                        <a:pt x="1936" y="1323"/>
                        <a:pt x="1936" y="823"/>
                      </a:cubicBezTo>
                      <a:cubicBezTo>
                        <a:pt x="1936" y="363"/>
                        <a:pt x="1561" y="0"/>
                        <a:pt x="110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5757;p68">
                <a:extLst>
                  <a:ext uri="{FF2B5EF4-FFF2-40B4-BE49-F238E27FC236}">
                    <a16:creationId xmlns:a16="http://schemas.microsoft.com/office/drawing/2014/main" id="{2AB794E4-E908-AF21-053D-5A7012B1A847}"/>
                  </a:ext>
                </a:extLst>
              </p:cNvPr>
              <p:cNvGrpSpPr/>
              <p:nvPr/>
            </p:nvGrpSpPr>
            <p:grpSpPr>
              <a:xfrm>
                <a:off x="4284416" y="3887428"/>
                <a:ext cx="37783" cy="32451"/>
                <a:chOff x="4284416" y="3887428"/>
                <a:chExt cx="37783" cy="32451"/>
              </a:xfrm>
            </p:grpSpPr>
            <p:sp>
              <p:nvSpPr>
                <p:cNvPr id="148" name="Google Shape;5758;p68">
                  <a:extLst>
                    <a:ext uri="{FF2B5EF4-FFF2-40B4-BE49-F238E27FC236}">
                      <a16:creationId xmlns:a16="http://schemas.microsoft.com/office/drawing/2014/main" id="{D353D65A-5819-A387-587C-E735CAE05C01}"/>
                    </a:ext>
                  </a:extLst>
                </p:cNvPr>
                <p:cNvSpPr/>
                <p:nvPr/>
              </p:nvSpPr>
              <p:spPr>
                <a:xfrm>
                  <a:off x="4284416" y="3887428"/>
                  <a:ext cx="37783" cy="32451"/>
                </a:xfrm>
                <a:custGeom>
                  <a:avLst/>
                  <a:gdLst/>
                  <a:ahLst/>
                  <a:cxnLst/>
                  <a:rect l="l" t="t" r="r" b="b"/>
                  <a:pathLst>
                    <a:path w="4804" h="4126" extrusionOk="0">
                      <a:moveTo>
                        <a:pt x="2731" y="1"/>
                      </a:moveTo>
                      <a:cubicBezTo>
                        <a:pt x="2227" y="1"/>
                        <a:pt x="1713" y="188"/>
                        <a:pt x="1295" y="606"/>
                      </a:cubicBezTo>
                      <a:cubicBezTo>
                        <a:pt x="1" y="1900"/>
                        <a:pt x="920" y="4126"/>
                        <a:pt x="2747" y="4126"/>
                      </a:cubicBezTo>
                      <a:cubicBezTo>
                        <a:pt x="3884" y="4114"/>
                        <a:pt x="4803" y="3195"/>
                        <a:pt x="4803" y="2070"/>
                      </a:cubicBezTo>
                      <a:cubicBezTo>
                        <a:pt x="4803" y="824"/>
                        <a:pt x="3788" y="1"/>
                        <a:pt x="273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5759;p68">
                  <a:extLst>
                    <a:ext uri="{FF2B5EF4-FFF2-40B4-BE49-F238E27FC236}">
                      <a16:creationId xmlns:a16="http://schemas.microsoft.com/office/drawing/2014/main" id="{182E185C-13FE-F4DB-9D97-A9E54D60B96B}"/>
                    </a:ext>
                  </a:extLst>
                </p:cNvPr>
                <p:cNvSpPr/>
                <p:nvPr/>
              </p:nvSpPr>
              <p:spPr>
                <a:xfrm>
                  <a:off x="4299548" y="3897039"/>
                  <a:ext cx="13040" cy="13048"/>
                </a:xfrm>
                <a:custGeom>
                  <a:avLst/>
                  <a:gdLst/>
                  <a:ahLst/>
                  <a:cxnLst/>
                  <a:rect l="l" t="t" r="r" b="b"/>
                  <a:pathLst>
                    <a:path w="1658" h="1659" extrusionOk="0">
                      <a:moveTo>
                        <a:pt x="823" y="1"/>
                      </a:moveTo>
                      <a:cubicBezTo>
                        <a:pt x="363" y="1"/>
                        <a:pt x="0" y="376"/>
                        <a:pt x="0" y="835"/>
                      </a:cubicBezTo>
                      <a:cubicBezTo>
                        <a:pt x="0"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5760;p68">
                <a:extLst>
                  <a:ext uri="{FF2B5EF4-FFF2-40B4-BE49-F238E27FC236}">
                    <a16:creationId xmlns:a16="http://schemas.microsoft.com/office/drawing/2014/main" id="{97661E61-C95B-BE8F-503A-74CD18C3A339}"/>
                  </a:ext>
                </a:extLst>
              </p:cNvPr>
              <p:cNvGrpSpPr/>
              <p:nvPr/>
            </p:nvGrpSpPr>
            <p:grpSpPr>
              <a:xfrm>
                <a:off x="4223721" y="3860404"/>
                <a:ext cx="37870" cy="32364"/>
                <a:chOff x="4223721" y="3860404"/>
                <a:chExt cx="37870" cy="32364"/>
              </a:xfrm>
            </p:grpSpPr>
            <p:sp>
              <p:nvSpPr>
                <p:cNvPr id="146" name="Google Shape;5761;p68">
                  <a:extLst>
                    <a:ext uri="{FF2B5EF4-FFF2-40B4-BE49-F238E27FC236}">
                      <a16:creationId xmlns:a16="http://schemas.microsoft.com/office/drawing/2014/main" id="{AB1D0548-C15B-E440-35D6-85E234103E8F}"/>
                    </a:ext>
                  </a:extLst>
                </p:cNvPr>
                <p:cNvSpPr/>
                <p:nvPr/>
              </p:nvSpPr>
              <p:spPr>
                <a:xfrm>
                  <a:off x="4223721" y="3860404"/>
                  <a:ext cx="37870" cy="32364"/>
                </a:xfrm>
                <a:custGeom>
                  <a:avLst/>
                  <a:gdLst/>
                  <a:ahLst/>
                  <a:cxnLst/>
                  <a:rect l="l" t="t" r="r" b="b"/>
                  <a:pathLst>
                    <a:path w="4815" h="4115" extrusionOk="0">
                      <a:moveTo>
                        <a:pt x="2735" y="1"/>
                      </a:moveTo>
                      <a:cubicBezTo>
                        <a:pt x="2228" y="1"/>
                        <a:pt x="1713" y="188"/>
                        <a:pt x="1295" y="606"/>
                      </a:cubicBezTo>
                      <a:cubicBezTo>
                        <a:pt x="0" y="1901"/>
                        <a:pt x="920" y="4114"/>
                        <a:pt x="2758" y="4114"/>
                      </a:cubicBezTo>
                      <a:cubicBezTo>
                        <a:pt x="3883" y="4114"/>
                        <a:pt x="4803" y="3195"/>
                        <a:pt x="4815" y="2058"/>
                      </a:cubicBezTo>
                      <a:cubicBezTo>
                        <a:pt x="4815" y="822"/>
                        <a:pt x="3795" y="1"/>
                        <a:pt x="273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5762;p68">
                  <a:extLst>
                    <a:ext uri="{FF2B5EF4-FFF2-40B4-BE49-F238E27FC236}">
                      <a16:creationId xmlns:a16="http://schemas.microsoft.com/office/drawing/2014/main" id="{2F64E57E-6FA8-BCD2-EABA-D87A27946190}"/>
                    </a:ext>
                  </a:extLst>
                </p:cNvPr>
                <p:cNvSpPr/>
                <p:nvPr/>
              </p:nvSpPr>
              <p:spPr>
                <a:xfrm>
                  <a:off x="4238846" y="3870117"/>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83" y="1658"/>
                        <a:pt x="1658" y="1283"/>
                        <a:pt x="1658" y="823"/>
                      </a:cubicBezTo>
                      <a:cubicBezTo>
                        <a:pt x="1658" y="363"/>
                        <a:pt x="1283"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5763;p68">
                <a:extLst>
                  <a:ext uri="{FF2B5EF4-FFF2-40B4-BE49-F238E27FC236}">
                    <a16:creationId xmlns:a16="http://schemas.microsoft.com/office/drawing/2014/main" id="{C9B107ED-AEB6-FF26-4730-85109512F070}"/>
                  </a:ext>
                </a:extLst>
              </p:cNvPr>
              <p:cNvGrpSpPr/>
              <p:nvPr/>
            </p:nvGrpSpPr>
            <p:grpSpPr>
              <a:xfrm>
                <a:off x="4104889" y="3699242"/>
                <a:ext cx="37776" cy="32357"/>
                <a:chOff x="4104889" y="3699242"/>
                <a:chExt cx="37776" cy="32357"/>
              </a:xfrm>
            </p:grpSpPr>
            <p:sp>
              <p:nvSpPr>
                <p:cNvPr id="144" name="Google Shape;5764;p68">
                  <a:extLst>
                    <a:ext uri="{FF2B5EF4-FFF2-40B4-BE49-F238E27FC236}">
                      <a16:creationId xmlns:a16="http://schemas.microsoft.com/office/drawing/2014/main" id="{5D8E5B09-C50C-9C9A-F0AF-3BBFF8D58E4E}"/>
                    </a:ext>
                  </a:extLst>
                </p:cNvPr>
                <p:cNvSpPr/>
                <p:nvPr/>
              </p:nvSpPr>
              <p:spPr>
                <a:xfrm>
                  <a:off x="4104889" y="3699242"/>
                  <a:ext cx="37776" cy="32357"/>
                </a:xfrm>
                <a:custGeom>
                  <a:avLst/>
                  <a:gdLst/>
                  <a:ahLst/>
                  <a:cxnLst/>
                  <a:rect l="l" t="t" r="r" b="b"/>
                  <a:pathLst>
                    <a:path w="4803" h="4114" extrusionOk="0">
                      <a:moveTo>
                        <a:pt x="2730" y="0"/>
                      </a:moveTo>
                      <a:cubicBezTo>
                        <a:pt x="2226" y="0"/>
                        <a:pt x="1712" y="188"/>
                        <a:pt x="1295" y="605"/>
                      </a:cubicBezTo>
                      <a:cubicBezTo>
                        <a:pt x="0" y="1900"/>
                        <a:pt x="920" y="4114"/>
                        <a:pt x="2746" y="4114"/>
                      </a:cubicBezTo>
                      <a:cubicBezTo>
                        <a:pt x="3883" y="4114"/>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5765;p68">
                  <a:extLst>
                    <a:ext uri="{FF2B5EF4-FFF2-40B4-BE49-F238E27FC236}">
                      <a16:creationId xmlns:a16="http://schemas.microsoft.com/office/drawing/2014/main" id="{957B653C-B17C-E3E3-8B96-33492EB7DCF0}"/>
                    </a:ext>
                  </a:extLst>
                </p:cNvPr>
                <p:cNvSpPr/>
                <p:nvPr/>
              </p:nvSpPr>
              <p:spPr>
                <a:xfrm>
                  <a:off x="4120013" y="3708948"/>
                  <a:ext cx="13040" cy="13040"/>
                </a:xfrm>
                <a:custGeom>
                  <a:avLst/>
                  <a:gdLst/>
                  <a:ahLst/>
                  <a:cxnLst/>
                  <a:rect l="l" t="t" r="r" b="b"/>
                  <a:pathLst>
                    <a:path w="1658" h="1658" extrusionOk="0">
                      <a:moveTo>
                        <a:pt x="823" y="0"/>
                      </a:moveTo>
                      <a:cubicBezTo>
                        <a:pt x="376" y="0"/>
                        <a:pt x="1" y="375"/>
                        <a:pt x="1" y="823"/>
                      </a:cubicBezTo>
                      <a:cubicBezTo>
                        <a:pt x="1" y="1283"/>
                        <a:pt x="376"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5766;p68">
                <a:extLst>
                  <a:ext uri="{FF2B5EF4-FFF2-40B4-BE49-F238E27FC236}">
                    <a16:creationId xmlns:a16="http://schemas.microsoft.com/office/drawing/2014/main" id="{AA021250-B69F-D085-AA79-E587A0C5A959}"/>
                  </a:ext>
                </a:extLst>
              </p:cNvPr>
              <p:cNvGrpSpPr/>
              <p:nvPr/>
            </p:nvGrpSpPr>
            <p:grpSpPr>
              <a:xfrm>
                <a:off x="4143608" y="3475121"/>
                <a:ext cx="37878" cy="32420"/>
                <a:chOff x="4143608" y="3475121"/>
                <a:chExt cx="37878" cy="32420"/>
              </a:xfrm>
            </p:grpSpPr>
            <p:sp>
              <p:nvSpPr>
                <p:cNvPr id="142" name="Google Shape;5767;p68">
                  <a:extLst>
                    <a:ext uri="{FF2B5EF4-FFF2-40B4-BE49-F238E27FC236}">
                      <a16:creationId xmlns:a16="http://schemas.microsoft.com/office/drawing/2014/main" id="{29EFB269-9AFE-0F43-4DE5-713E82E8DA55}"/>
                    </a:ext>
                  </a:extLst>
                </p:cNvPr>
                <p:cNvSpPr/>
                <p:nvPr/>
              </p:nvSpPr>
              <p:spPr>
                <a:xfrm>
                  <a:off x="4143608" y="3475121"/>
                  <a:ext cx="37878" cy="32420"/>
                </a:xfrm>
                <a:custGeom>
                  <a:avLst/>
                  <a:gdLst/>
                  <a:ahLst/>
                  <a:cxnLst/>
                  <a:rect l="l" t="t" r="r" b="b"/>
                  <a:pathLst>
                    <a:path w="4816" h="4122" extrusionOk="0">
                      <a:moveTo>
                        <a:pt x="2750" y="0"/>
                      </a:moveTo>
                      <a:cubicBezTo>
                        <a:pt x="2244" y="0"/>
                        <a:pt x="1727" y="190"/>
                        <a:pt x="1307" y="614"/>
                      </a:cubicBezTo>
                      <a:cubicBezTo>
                        <a:pt x="1" y="1908"/>
                        <a:pt x="920" y="4122"/>
                        <a:pt x="2759" y="4122"/>
                      </a:cubicBezTo>
                      <a:cubicBezTo>
                        <a:pt x="3896" y="4122"/>
                        <a:pt x="4815" y="3202"/>
                        <a:pt x="4815" y="2065"/>
                      </a:cubicBezTo>
                      <a:cubicBezTo>
                        <a:pt x="4815" y="823"/>
                        <a:pt x="3805" y="0"/>
                        <a:pt x="275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5768;p68">
                  <a:extLst>
                    <a:ext uri="{FF2B5EF4-FFF2-40B4-BE49-F238E27FC236}">
                      <a16:creationId xmlns:a16="http://schemas.microsoft.com/office/drawing/2014/main" id="{A642BEAA-2F4E-C529-8F3B-D3507D3D0637}"/>
                    </a:ext>
                  </a:extLst>
                </p:cNvPr>
                <p:cNvSpPr/>
                <p:nvPr/>
              </p:nvSpPr>
              <p:spPr>
                <a:xfrm>
                  <a:off x="4158741" y="3484795"/>
                  <a:ext cx="13040" cy="13040"/>
                </a:xfrm>
                <a:custGeom>
                  <a:avLst/>
                  <a:gdLst/>
                  <a:ahLst/>
                  <a:cxnLst/>
                  <a:rect l="l" t="t" r="r" b="b"/>
                  <a:pathLst>
                    <a:path w="1658" h="1658" extrusionOk="0">
                      <a:moveTo>
                        <a:pt x="835" y="1"/>
                      </a:moveTo>
                      <a:cubicBezTo>
                        <a:pt x="375" y="1"/>
                        <a:pt x="0" y="376"/>
                        <a:pt x="0" y="835"/>
                      </a:cubicBezTo>
                      <a:cubicBezTo>
                        <a:pt x="0" y="1295"/>
                        <a:pt x="375" y="1658"/>
                        <a:pt x="835" y="1658"/>
                      </a:cubicBezTo>
                      <a:cubicBezTo>
                        <a:pt x="1294" y="1658"/>
                        <a:pt x="1657" y="1295"/>
                        <a:pt x="1657" y="835"/>
                      </a:cubicBezTo>
                      <a:cubicBezTo>
                        <a:pt x="1657" y="376"/>
                        <a:pt x="1294"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5769;p68">
                <a:extLst>
                  <a:ext uri="{FF2B5EF4-FFF2-40B4-BE49-F238E27FC236}">
                    <a16:creationId xmlns:a16="http://schemas.microsoft.com/office/drawing/2014/main" id="{C905F741-0694-3205-B96B-0EE7DA707BF6}"/>
                  </a:ext>
                </a:extLst>
              </p:cNvPr>
              <p:cNvGrpSpPr/>
              <p:nvPr/>
            </p:nvGrpSpPr>
            <p:grpSpPr>
              <a:xfrm>
                <a:off x="4217248" y="3570893"/>
                <a:ext cx="37776" cy="32364"/>
                <a:chOff x="4217248" y="3570893"/>
                <a:chExt cx="37776" cy="32364"/>
              </a:xfrm>
            </p:grpSpPr>
            <p:sp>
              <p:nvSpPr>
                <p:cNvPr id="140" name="Google Shape;5770;p68">
                  <a:extLst>
                    <a:ext uri="{FF2B5EF4-FFF2-40B4-BE49-F238E27FC236}">
                      <a16:creationId xmlns:a16="http://schemas.microsoft.com/office/drawing/2014/main" id="{25EE4996-F1A7-183F-38D5-120AF7C7CAEA}"/>
                    </a:ext>
                  </a:extLst>
                </p:cNvPr>
                <p:cNvSpPr/>
                <p:nvPr/>
              </p:nvSpPr>
              <p:spPr>
                <a:xfrm>
                  <a:off x="4217248" y="3570893"/>
                  <a:ext cx="37776" cy="32364"/>
                </a:xfrm>
                <a:custGeom>
                  <a:avLst/>
                  <a:gdLst/>
                  <a:ahLst/>
                  <a:cxnLst/>
                  <a:rect l="l" t="t" r="r" b="b"/>
                  <a:pathLst>
                    <a:path w="4803" h="4115" extrusionOk="0">
                      <a:moveTo>
                        <a:pt x="2732" y="1"/>
                      </a:moveTo>
                      <a:cubicBezTo>
                        <a:pt x="2228" y="1"/>
                        <a:pt x="1713" y="188"/>
                        <a:pt x="1295" y="606"/>
                      </a:cubicBezTo>
                      <a:cubicBezTo>
                        <a:pt x="1" y="1900"/>
                        <a:pt x="920" y="4114"/>
                        <a:pt x="2759"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5771;p68">
                  <a:extLst>
                    <a:ext uri="{FF2B5EF4-FFF2-40B4-BE49-F238E27FC236}">
                      <a16:creationId xmlns:a16="http://schemas.microsoft.com/office/drawing/2014/main" id="{EC31945D-02EE-12C5-F116-39FD72B92B93}"/>
                    </a:ext>
                  </a:extLst>
                </p:cNvPr>
                <p:cNvSpPr/>
                <p:nvPr/>
              </p:nvSpPr>
              <p:spPr>
                <a:xfrm>
                  <a:off x="4232373" y="3580599"/>
                  <a:ext cx="13048" cy="13048"/>
                </a:xfrm>
                <a:custGeom>
                  <a:avLst/>
                  <a:gdLst/>
                  <a:ahLst/>
                  <a:cxnLst/>
                  <a:rect l="l" t="t" r="r" b="b"/>
                  <a:pathLst>
                    <a:path w="1659" h="1659" extrusionOk="0">
                      <a:moveTo>
                        <a:pt x="824" y="1"/>
                      </a:moveTo>
                      <a:cubicBezTo>
                        <a:pt x="364" y="1"/>
                        <a:pt x="1" y="376"/>
                        <a:pt x="1" y="824"/>
                      </a:cubicBezTo>
                      <a:cubicBezTo>
                        <a:pt x="1" y="1283"/>
                        <a:pt x="364" y="1658"/>
                        <a:pt x="824" y="1658"/>
                      </a:cubicBezTo>
                      <a:cubicBezTo>
                        <a:pt x="1283" y="1658"/>
                        <a:pt x="1658" y="1283"/>
                        <a:pt x="1658" y="824"/>
                      </a:cubicBezTo>
                      <a:cubicBezTo>
                        <a:pt x="1658" y="376"/>
                        <a:pt x="1283" y="1"/>
                        <a:pt x="82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5772;p68">
                <a:extLst>
                  <a:ext uri="{FF2B5EF4-FFF2-40B4-BE49-F238E27FC236}">
                    <a16:creationId xmlns:a16="http://schemas.microsoft.com/office/drawing/2014/main" id="{BBC86FEA-35D4-25AD-A268-04D50622BE7F}"/>
                  </a:ext>
                </a:extLst>
              </p:cNvPr>
              <p:cNvGrpSpPr/>
              <p:nvPr/>
            </p:nvGrpSpPr>
            <p:grpSpPr>
              <a:xfrm>
                <a:off x="4255307" y="3431612"/>
                <a:ext cx="37776" cy="32451"/>
                <a:chOff x="4255307" y="3431612"/>
                <a:chExt cx="37776" cy="32451"/>
              </a:xfrm>
            </p:grpSpPr>
            <p:sp>
              <p:nvSpPr>
                <p:cNvPr id="138" name="Google Shape;5773;p68">
                  <a:extLst>
                    <a:ext uri="{FF2B5EF4-FFF2-40B4-BE49-F238E27FC236}">
                      <a16:creationId xmlns:a16="http://schemas.microsoft.com/office/drawing/2014/main" id="{1EB30617-D6E7-2E12-E0A6-D08B30133FF3}"/>
                    </a:ext>
                  </a:extLst>
                </p:cNvPr>
                <p:cNvSpPr/>
                <p:nvPr/>
              </p:nvSpPr>
              <p:spPr>
                <a:xfrm>
                  <a:off x="4255307" y="3431612"/>
                  <a:ext cx="37776" cy="32451"/>
                </a:xfrm>
                <a:custGeom>
                  <a:avLst/>
                  <a:gdLst/>
                  <a:ahLst/>
                  <a:cxnLst/>
                  <a:rect l="l" t="t" r="r" b="b"/>
                  <a:pathLst>
                    <a:path w="4803" h="4126" extrusionOk="0">
                      <a:moveTo>
                        <a:pt x="2730" y="0"/>
                      </a:moveTo>
                      <a:cubicBezTo>
                        <a:pt x="2226" y="0"/>
                        <a:pt x="1712" y="187"/>
                        <a:pt x="1295" y="605"/>
                      </a:cubicBezTo>
                      <a:cubicBezTo>
                        <a:pt x="0" y="1912"/>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5774;p68">
                  <a:extLst>
                    <a:ext uri="{FF2B5EF4-FFF2-40B4-BE49-F238E27FC236}">
                      <a16:creationId xmlns:a16="http://schemas.microsoft.com/office/drawing/2014/main" id="{F468A3CD-B3AE-D2A9-2601-2556D8C594B4}"/>
                    </a:ext>
                  </a:extLst>
                </p:cNvPr>
                <p:cNvSpPr/>
                <p:nvPr/>
              </p:nvSpPr>
              <p:spPr>
                <a:xfrm>
                  <a:off x="4270432" y="3441317"/>
                  <a:ext cx="13040" cy="13040"/>
                </a:xfrm>
                <a:custGeom>
                  <a:avLst/>
                  <a:gdLst/>
                  <a:ahLst/>
                  <a:cxnLst/>
                  <a:rect l="l" t="t" r="r" b="b"/>
                  <a:pathLst>
                    <a:path w="1658" h="1658" extrusionOk="0">
                      <a:moveTo>
                        <a:pt x="835" y="0"/>
                      </a:moveTo>
                      <a:cubicBezTo>
                        <a:pt x="376" y="0"/>
                        <a:pt x="1" y="375"/>
                        <a:pt x="1" y="835"/>
                      </a:cubicBezTo>
                      <a:cubicBezTo>
                        <a:pt x="1" y="1295"/>
                        <a:pt x="376" y="1658"/>
                        <a:pt x="835" y="1658"/>
                      </a:cubicBezTo>
                      <a:cubicBezTo>
                        <a:pt x="1295" y="1658"/>
                        <a:pt x="1658" y="1295"/>
                        <a:pt x="1658" y="835"/>
                      </a:cubicBezTo>
                      <a:cubicBezTo>
                        <a:pt x="1658"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5775;p68">
                <a:extLst>
                  <a:ext uri="{FF2B5EF4-FFF2-40B4-BE49-F238E27FC236}">
                    <a16:creationId xmlns:a16="http://schemas.microsoft.com/office/drawing/2014/main" id="{50DB04D5-89A1-708D-09ED-7ECB39479C14}"/>
                  </a:ext>
                </a:extLst>
              </p:cNvPr>
              <p:cNvGrpSpPr/>
              <p:nvPr/>
            </p:nvGrpSpPr>
            <p:grpSpPr>
              <a:xfrm>
                <a:off x="3853052" y="3577398"/>
                <a:ext cx="37776" cy="32420"/>
                <a:chOff x="3853052" y="3577398"/>
                <a:chExt cx="37776" cy="32420"/>
              </a:xfrm>
            </p:grpSpPr>
            <p:sp>
              <p:nvSpPr>
                <p:cNvPr id="136" name="Google Shape;5776;p68">
                  <a:extLst>
                    <a:ext uri="{FF2B5EF4-FFF2-40B4-BE49-F238E27FC236}">
                      <a16:creationId xmlns:a16="http://schemas.microsoft.com/office/drawing/2014/main" id="{9623676B-64B8-76D3-5DB7-DABED16F5DF8}"/>
                    </a:ext>
                  </a:extLst>
                </p:cNvPr>
                <p:cNvSpPr/>
                <p:nvPr/>
              </p:nvSpPr>
              <p:spPr>
                <a:xfrm>
                  <a:off x="3853052" y="3577398"/>
                  <a:ext cx="37776" cy="32420"/>
                </a:xfrm>
                <a:custGeom>
                  <a:avLst/>
                  <a:gdLst/>
                  <a:ahLst/>
                  <a:cxnLst/>
                  <a:rect l="l" t="t" r="r" b="b"/>
                  <a:pathLst>
                    <a:path w="4803" h="4122" extrusionOk="0">
                      <a:moveTo>
                        <a:pt x="2737" y="0"/>
                      </a:moveTo>
                      <a:cubicBezTo>
                        <a:pt x="2231" y="0"/>
                        <a:pt x="1714" y="190"/>
                        <a:pt x="1294" y="614"/>
                      </a:cubicBezTo>
                      <a:cubicBezTo>
                        <a:pt x="0" y="1908"/>
                        <a:pt x="919" y="4122"/>
                        <a:pt x="2746" y="4122"/>
                      </a:cubicBezTo>
                      <a:cubicBezTo>
                        <a:pt x="3883" y="4122"/>
                        <a:pt x="4803" y="3202"/>
                        <a:pt x="4803" y="2065"/>
                      </a:cubicBezTo>
                      <a:cubicBezTo>
                        <a:pt x="4803" y="823"/>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5777;p68">
                  <a:extLst>
                    <a:ext uri="{FF2B5EF4-FFF2-40B4-BE49-F238E27FC236}">
                      <a16:creationId xmlns:a16="http://schemas.microsoft.com/office/drawing/2014/main" id="{A88D55AB-B227-8544-C3C8-D436F7F93FD1}"/>
                    </a:ext>
                  </a:extLst>
                </p:cNvPr>
                <p:cNvSpPr/>
                <p:nvPr/>
              </p:nvSpPr>
              <p:spPr>
                <a:xfrm>
                  <a:off x="3868176" y="3587072"/>
                  <a:ext cx="13040" cy="13040"/>
                </a:xfrm>
                <a:custGeom>
                  <a:avLst/>
                  <a:gdLst/>
                  <a:ahLst/>
                  <a:cxnLst/>
                  <a:rect l="l" t="t" r="r" b="b"/>
                  <a:pathLst>
                    <a:path w="1658" h="1658" extrusionOk="0">
                      <a:moveTo>
                        <a:pt x="823" y="1"/>
                      </a:moveTo>
                      <a:cubicBezTo>
                        <a:pt x="363" y="1"/>
                        <a:pt x="1" y="376"/>
                        <a:pt x="1" y="835"/>
                      </a:cubicBezTo>
                      <a:cubicBezTo>
                        <a:pt x="1"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5778;p68">
                <a:extLst>
                  <a:ext uri="{FF2B5EF4-FFF2-40B4-BE49-F238E27FC236}">
                    <a16:creationId xmlns:a16="http://schemas.microsoft.com/office/drawing/2014/main" id="{FFD3F862-D3BC-9AF3-20AC-344198A2CF94}"/>
                  </a:ext>
                </a:extLst>
              </p:cNvPr>
              <p:cNvGrpSpPr/>
              <p:nvPr/>
            </p:nvGrpSpPr>
            <p:grpSpPr>
              <a:xfrm>
                <a:off x="4039908" y="3412107"/>
                <a:ext cx="37776" cy="32357"/>
                <a:chOff x="4039908" y="3412107"/>
                <a:chExt cx="37776" cy="32357"/>
              </a:xfrm>
            </p:grpSpPr>
            <p:sp>
              <p:nvSpPr>
                <p:cNvPr id="134" name="Google Shape;5779;p68">
                  <a:extLst>
                    <a:ext uri="{FF2B5EF4-FFF2-40B4-BE49-F238E27FC236}">
                      <a16:creationId xmlns:a16="http://schemas.microsoft.com/office/drawing/2014/main" id="{8E6366A5-9E0B-B77A-27C7-B4FBD4F77FC4}"/>
                    </a:ext>
                  </a:extLst>
                </p:cNvPr>
                <p:cNvSpPr/>
                <p:nvPr/>
              </p:nvSpPr>
              <p:spPr>
                <a:xfrm>
                  <a:off x="4039908"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5780;p68">
                  <a:extLst>
                    <a:ext uri="{FF2B5EF4-FFF2-40B4-BE49-F238E27FC236}">
                      <a16:creationId xmlns:a16="http://schemas.microsoft.com/office/drawing/2014/main" id="{3E275758-2467-4B54-1AF2-9483D0C09D9F}"/>
                    </a:ext>
                  </a:extLst>
                </p:cNvPr>
                <p:cNvSpPr/>
                <p:nvPr/>
              </p:nvSpPr>
              <p:spPr>
                <a:xfrm>
                  <a:off x="4055033" y="3421812"/>
                  <a:ext cx="13040" cy="13040"/>
                </a:xfrm>
                <a:custGeom>
                  <a:avLst/>
                  <a:gdLst/>
                  <a:ahLst/>
                  <a:cxnLst/>
                  <a:rect l="l" t="t" r="r" b="b"/>
                  <a:pathLst>
                    <a:path w="1658" h="1658" extrusionOk="0">
                      <a:moveTo>
                        <a:pt x="823" y="1"/>
                      </a:moveTo>
                      <a:cubicBezTo>
                        <a:pt x="363" y="1"/>
                        <a:pt x="1" y="363"/>
                        <a:pt x="1" y="823"/>
                      </a:cubicBezTo>
                      <a:cubicBezTo>
                        <a:pt x="1" y="1283"/>
                        <a:pt x="363"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5781;p68">
                <a:extLst>
                  <a:ext uri="{FF2B5EF4-FFF2-40B4-BE49-F238E27FC236}">
                    <a16:creationId xmlns:a16="http://schemas.microsoft.com/office/drawing/2014/main" id="{255B6D9B-0FEE-64A7-6CEB-E2983D86863E}"/>
                  </a:ext>
                </a:extLst>
              </p:cNvPr>
              <p:cNvGrpSpPr/>
              <p:nvPr/>
            </p:nvGrpSpPr>
            <p:grpSpPr>
              <a:xfrm>
                <a:off x="4017360" y="3342061"/>
                <a:ext cx="37870" cy="32380"/>
                <a:chOff x="4017360" y="3342061"/>
                <a:chExt cx="37870" cy="32380"/>
              </a:xfrm>
            </p:grpSpPr>
            <p:sp>
              <p:nvSpPr>
                <p:cNvPr id="132" name="Google Shape;5782;p68">
                  <a:extLst>
                    <a:ext uri="{FF2B5EF4-FFF2-40B4-BE49-F238E27FC236}">
                      <a16:creationId xmlns:a16="http://schemas.microsoft.com/office/drawing/2014/main" id="{2437D517-D489-319B-674F-3D6D15FD65FF}"/>
                    </a:ext>
                  </a:extLst>
                </p:cNvPr>
                <p:cNvSpPr/>
                <p:nvPr/>
              </p:nvSpPr>
              <p:spPr>
                <a:xfrm>
                  <a:off x="4017360" y="3342061"/>
                  <a:ext cx="37870" cy="32380"/>
                </a:xfrm>
                <a:custGeom>
                  <a:avLst/>
                  <a:gdLst/>
                  <a:ahLst/>
                  <a:cxnLst/>
                  <a:rect l="l" t="t" r="r" b="b"/>
                  <a:pathLst>
                    <a:path w="4815" h="4117" extrusionOk="0">
                      <a:moveTo>
                        <a:pt x="2749" y="0"/>
                      </a:moveTo>
                      <a:cubicBezTo>
                        <a:pt x="2243" y="0"/>
                        <a:pt x="1726" y="189"/>
                        <a:pt x="1307" y="608"/>
                      </a:cubicBezTo>
                      <a:cubicBezTo>
                        <a:pt x="0" y="1903"/>
                        <a:pt x="920" y="4116"/>
                        <a:pt x="2758" y="4116"/>
                      </a:cubicBezTo>
                      <a:cubicBezTo>
                        <a:pt x="3895" y="4116"/>
                        <a:pt x="4815" y="3197"/>
                        <a:pt x="4815" y="2060"/>
                      </a:cubicBezTo>
                      <a:cubicBezTo>
                        <a:pt x="4815" y="817"/>
                        <a:pt x="3804" y="0"/>
                        <a:pt x="274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5783;p68">
                  <a:extLst>
                    <a:ext uri="{FF2B5EF4-FFF2-40B4-BE49-F238E27FC236}">
                      <a16:creationId xmlns:a16="http://schemas.microsoft.com/office/drawing/2014/main" id="{A52A372C-024E-1111-C177-694211988433}"/>
                    </a:ext>
                  </a:extLst>
                </p:cNvPr>
                <p:cNvSpPr/>
                <p:nvPr/>
              </p:nvSpPr>
              <p:spPr>
                <a:xfrm>
                  <a:off x="4032484" y="3351790"/>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5784;p68">
                <a:extLst>
                  <a:ext uri="{FF2B5EF4-FFF2-40B4-BE49-F238E27FC236}">
                    <a16:creationId xmlns:a16="http://schemas.microsoft.com/office/drawing/2014/main" id="{B9928513-5B4A-6B0F-DD88-8BFECC4DF14B}"/>
                  </a:ext>
                </a:extLst>
              </p:cNvPr>
              <p:cNvSpPr/>
              <p:nvPr/>
            </p:nvSpPr>
            <p:spPr>
              <a:xfrm>
                <a:off x="3998712" y="3520180"/>
                <a:ext cx="47764" cy="40929"/>
              </a:xfrm>
              <a:custGeom>
                <a:avLst/>
                <a:gdLst/>
                <a:ahLst/>
                <a:cxnLst/>
                <a:rect l="l" t="t" r="r" b="b"/>
                <a:pathLst>
                  <a:path w="6073" h="5204" extrusionOk="0">
                    <a:moveTo>
                      <a:pt x="3457" y="0"/>
                    </a:moveTo>
                    <a:cubicBezTo>
                      <a:pt x="2821" y="0"/>
                      <a:pt x="2173" y="236"/>
                      <a:pt x="1645" y="764"/>
                    </a:cubicBezTo>
                    <a:cubicBezTo>
                      <a:pt x="0" y="2397"/>
                      <a:pt x="1162" y="5191"/>
                      <a:pt x="3472" y="5203"/>
                    </a:cubicBezTo>
                    <a:cubicBezTo>
                      <a:pt x="4899" y="5191"/>
                      <a:pt x="6061" y="4030"/>
                      <a:pt x="6073" y="2602"/>
                    </a:cubicBezTo>
                    <a:cubicBezTo>
                      <a:pt x="6073" y="1038"/>
                      <a:pt x="4792" y="0"/>
                      <a:pt x="34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785;p68">
                <a:extLst>
                  <a:ext uri="{FF2B5EF4-FFF2-40B4-BE49-F238E27FC236}">
                    <a16:creationId xmlns:a16="http://schemas.microsoft.com/office/drawing/2014/main" id="{2AE3C32C-E707-8402-5C01-F2EA223FA7BE}"/>
                  </a:ext>
                </a:extLst>
              </p:cNvPr>
              <p:cNvSpPr/>
              <p:nvPr/>
            </p:nvSpPr>
            <p:spPr>
              <a:xfrm>
                <a:off x="4011744" y="3529893"/>
                <a:ext cx="25026" cy="21448"/>
              </a:xfrm>
              <a:custGeom>
                <a:avLst/>
                <a:gdLst/>
                <a:ahLst/>
                <a:cxnLst/>
                <a:rect l="l" t="t" r="r" b="b"/>
                <a:pathLst>
                  <a:path w="3182" h="2727" extrusionOk="0">
                    <a:moveTo>
                      <a:pt x="1815" y="0"/>
                    </a:moveTo>
                    <a:cubicBezTo>
                      <a:pt x="605" y="0"/>
                      <a:pt x="1" y="1464"/>
                      <a:pt x="847" y="2323"/>
                    </a:cubicBezTo>
                    <a:cubicBezTo>
                      <a:pt x="1126" y="2601"/>
                      <a:pt x="1468" y="2726"/>
                      <a:pt x="1803" y="2726"/>
                    </a:cubicBezTo>
                    <a:cubicBezTo>
                      <a:pt x="2503" y="2726"/>
                      <a:pt x="3174" y="2185"/>
                      <a:pt x="3182" y="1367"/>
                    </a:cubicBezTo>
                    <a:cubicBezTo>
                      <a:pt x="3182" y="605"/>
                      <a:pt x="2565" y="0"/>
                      <a:pt x="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 name="Google Shape;5786;p68">
                <a:extLst>
                  <a:ext uri="{FF2B5EF4-FFF2-40B4-BE49-F238E27FC236}">
                    <a16:creationId xmlns:a16="http://schemas.microsoft.com/office/drawing/2014/main" id="{CF27EFCC-71D2-3FA6-80B1-BC45E0D7112C}"/>
                  </a:ext>
                </a:extLst>
              </p:cNvPr>
              <p:cNvGrpSpPr/>
              <p:nvPr/>
            </p:nvGrpSpPr>
            <p:grpSpPr>
              <a:xfrm>
                <a:off x="3750870" y="3418650"/>
                <a:ext cx="37776" cy="32380"/>
                <a:chOff x="3750870" y="3418650"/>
                <a:chExt cx="37776" cy="32380"/>
              </a:xfrm>
            </p:grpSpPr>
            <p:sp>
              <p:nvSpPr>
                <p:cNvPr id="130" name="Google Shape;5787;p68">
                  <a:extLst>
                    <a:ext uri="{FF2B5EF4-FFF2-40B4-BE49-F238E27FC236}">
                      <a16:creationId xmlns:a16="http://schemas.microsoft.com/office/drawing/2014/main" id="{7A16E656-1A3C-D3FA-2352-8AE4270E71B5}"/>
                    </a:ext>
                  </a:extLst>
                </p:cNvPr>
                <p:cNvSpPr/>
                <p:nvPr/>
              </p:nvSpPr>
              <p:spPr>
                <a:xfrm>
                  <a:off x="3750870" y="3418650"/>
                  <a:ext cx="37776" cy="32380"/>
                </a:xfrm>
                <a:custGeom>
                  <a:avLst/>
                  <a:gdLst/>
                  <a:ahLst/>
                  <a:cxnLst/>
                  <a:rect l="l" t="t" r="r" b="b"/>
                  <a:pathLst>
                    <a:path w="4803" h="4117" extrusionOk="0">
                      <a:moveTo>
                        <a:pt x="2737" y="0"/>
                      </a:moveTo>
                      <a:cubicBezTo>
                        <a:pt x="2231" y="0"/>
                        <a:pt x="1714" y="188"/>
                        <a:pt x="1295" y="608"/>
                      </a:cubicBezTo>
                      <a:cubicBezTo>
                        <a:pt x="0" y="1903"/>
                        <a:pt x="920" y="4116"/>
                        <a:pt x="2746" y="4116"/>
                      </a:cubicBezTo>
                      <a:cubicBezTo>
                        <a:pt x="3883" y="4104"/>
                        <a:pt x="4803" y="3185"/>
                        <a:pt x="4803" y="2060"/>
                      </a:cubicBezTo>
                      <a:cubicBezTo>
                        <a:pt x="4803" y="817"/>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5788;p68">
                  <a:extLst>
                    <a:ext uri="{FF2B5EF4-FFF2-40B4-BE49-F238E27FC236}">
                      <a16:creationId xmlns:a16="http://schemas.microsoft.com/office/drawing/2014/main" id="{BBCDC296-F519-DC12-8287-68AE09D34070}"/>
                    </a:ext>
                  </a:extLst>
                </p:cNvPr>
                <p:cNvSpPr/>
                <p:nvPr/>
              </p:nvSpPr>
              <p:spPr>
                <a:xfrm>
                  <a:off x="3765994" y="3428285"/>
                  <a:ext cx="13040" cy="13040"/>
                </a:xfrm>
                <a:custGeom>
                  <a:avLst/>
                  <a:gdLst/>
                  <a:ahLst/>
                  <a:cxnLst/>
                  <a:rect l="l" t="t" r="r" b="b"/>
                  <a:pathLst>
                    <a:path w="1658" h="1658" extrusionOk="0">
                      <a:moveTo>
                        <a:pt x="823" y="0"/>
                      </a:moveTo>
                      <a:cubicBezTo>
                        <a:pt x="363" y="0"/>
                        <a:pt x="1" y="375"/>
                        <a:pt x="1" y="835"/>
                      </a:cubicBezTo>
                      <a:cubicBezTo>
                        <a:pt x="1" y="1294"/>
                        <a:pt x="363" y="1657"/>
                        <a:pt x="823" y="1657"/>
                      </a:cubicBezTo>
                      <a:cubicBezTo>
                        <a:pt x="1283" y="1657"/>
                        <a:pt x="1658" y="1294"/>
                        <a:pt x="1658" y="835"/>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5789;p68">
                <a:extLst>
                  <a:ext uri="{FF2B5EF4-FFF2-40B4-BE49-F238E27FC236}">
                    <a16:creationId xmlns:a16="http://schemas.microsoft.com/office/drawing/2014/main" id="{FBC8798F-BAC9-1EE2-0553-E37318DE4D4B}"/>
                  </a:ext>
                </a:extLst>
              </p:cNvPr>
              <p:cNvGrpSpPr/>
              <p:nvPr/>
            </p:nvGrpSpPr>
            <p:grpSpPr>
              <a:xfrm>
                <a:off x="3632509" y="3274438"/>
                <a:ext cx="37783" cy="32357"/>
                <a:chOff x="3632509" y="3274438"/>
                <a:chExt cx="37783" cy="32357"/>
              </a:xfrm>
            </p:grpSpPr>
            <p:sp>
              <p:nvSpPr>
                <p:cNvPr id="128" name="Google Shape;5790;p68">
                  <a:extLst>
                    <a:ext uri="{FF2B5EF4-FFF2-40B4-BE49-F238E27FC236}">
                      <a16:creationId xmlns:a16="http://schemas.microsoft.com/office/drawing/2014/main" id="{3F226F82-5C17-DF8F-5CF5-DD53F6392B89}"/>
                    </a:ext>
                  </a:extLst>
                </p:cNvPr>
                <p:cNvSpPr/>
                <p:nvPr/>
              </p:nvSpPr>
              <p:spPr>
                <a:xfrm>
                  <a:off x="3632509" y="3274438"/>
                  <a:ext cx="37783" cy="32357"/>
                </a:xfrm>
                <a:custGeom>
                  <a:avLst/>
                  <a:gdLst/>
                  <a:ahLst/>
                  <a:cxnLst/>
                  <a:rect l="l" t="t" r="r" b="b"/>
                  <a:pathLst>
                    <a:path w="4804" h="4114" extrusionOk="0">
                      <a:moveTo>
                        <a:pt x="2732" y="0"/>
                      </a:moveTo>
                      <a:cubicBezTo>
                        <a:pt x="2228" y="0"/>
                        <a:pt x="1713" y="187"/>
                        <a:pt x="1295" y="605"/>
                      </a:cubicBezTo>
                      <a:cubicBezTo>
                        <a:pt x="1" y="1900"/>
                        <a:pt x="908" y="4114"/>
                        <a:pt x="2747" y="4114"/>
                      </a:cubicBezTo>
                      <a:cubicBezTo>
                        <a:pt x="3872" y="4114"/>
                        <a:pt x="4791"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5791;p68">
                  <a:extLst>
                    <a:ext uri="{FF2B5EF4-FFF2-40B4-BE49-F238E27FC236}">
                      <a16:creationId xmlns:a16="http://schemas.microsoft.com/office/drawing/2014/main" id="{61A2D59D-DFB5-2026-C34F-8EDAB801B8B4}"/>
                    </a:ext>
                  </a:extLst>
                </p:cNvPr>
                <p:cNvSpPr/>
                <p:nvPr/>
              </p:nvSpPr>
              <p:spPr>
                <a:xfrm>
                  <a:off x="3647547" y="3284049"/>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5792;p68">
                <a:extLst>
                  <a:ext uri="{FF2B5EF4-FFF2-40B4-BE49-F238E27FC236}">
                    <a16:creationId xmlns:a16="http://schemas.microsoft.com/office/drawing/2014/main" id="{A6ACE332-5C84-7E50-F6F5-E1FA590B5EAC}"/>
                  </a:ext>
                </a:extLst>
              </p:cNvPr>
              <p:cNvGrpSpPr/>
              <p:nvPr/>
            </p:nvGrpSpPr>
            <p:grpSpPr>
              <a:xfrm>
                <a:off x="3906424" y="3297561"/>
                <a:ext cx="37776" cy="32451"/>
                <a:chOff x="3906424" y="3297561"/>
                <a:chExt cx="37776" cy="32451"/>
              </a:xfrm>
            </p:grpSpPr>
            <p:sp>
              <p:nvSpPr>
                <p:cNvPr id="126" name="Google Shape;5793;p68">
                  <a:extLst>
                    <a:ext uri="{FF2B5EF4-FFF2-40B4-BE49-F238E27FC236}">
                      <a16:creationId xmlns:a16="http://schemas.microsoft.com/office/drawing/2014/main" id="{E0581C7C-24A8-8191-6B36-A286A348FF8D}"/>
                    </a:ext>
                  </a:extLst>
                </p:cNvPr>
                <p:cNvSpPr/>
                <p:nvPr/>
              </p:nvSpPr>
              <p:spPr>
                <a:xfrm>
                  <a:off x="3906424" y="3297561"/>
                  <a:ext cx="37776" cy="32451"/>
                </a:xfrm>
                <a:custGeom>
                  <a:avLst/>
                  <a:gdLst/>
                  <a:ahLst/>
                  <a:cxnLst/>
                  <a:rect l="l" t="t" r="r" b="b"/>
                  <a:pathLst>
                    <a:path w="4803" h="4126" extrusionOk="0">
                      <a:moveTo>
                        <a:pt x="2730" y="0"/>
                      </a:moveTo>
                      <a:cubicBezTo>
                        <a:pt x="2226" y="0"/>
                        <a:pt x="1713" y="187"/>
                        <a:pt x="1295" y="605"/>
                      </a:cubicBezTo>
                      <a:cubicBezTo>
                        <a:pt x="0" y="1899"/>
                        <a:pt x="920" y="4125"/>
                        <a:pt x="2746"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5794;p68">
                  <a:extLst>
                    <a:ext uri="{FF2B5EF4-FFF2-40B4-BE49-F238E27FC236}">
                      <a16:creationId xmlns:a16="http://schemas.microsoft.com/office/drawing/2014/main" id="{37C24B24-A9D9-7C59-DFFE-0C75AD8C82F8}"/>
                    </a:ext>
                  </a:extLst>
                </p:cNvPr>
                <p:cNvSpPr/>
                <p:nvPr/>
              </p:nvSpPr>
              <p:spPr>
                <a:xfrm>
                  <a:off x="3921548" y="3307361"/>
                  <a:ext cx="13048" cy="13040"/>
                </a:xfrm>
                <a:custGeom>
                  <a:avLst/>
                  <a:gdLst/>
                  <a:ahLst/>
                  <a:cxnLst/>
                  <a:rect l="l" t="t" r="r" b="b"/>
                  <a:pathLst>
                    <a:path w="1659" h="1658" extrusionOk="0">
                      <a:moveTo>
                        <a:pt x="823" y="0"/>
                      </a:moveTo>
                      <a:cubicBezTo>
                        <a:pt x="364" y="0"/>
                        <a:pt x="1" y="363"/>
                        <a:pt x="1" y="823"/>
                      </a:cubicBezTo>
                      <a:cubicBezTo>
                        <a:pt x="1" y="1282"/>
                        <a:pt x="364" y="1657"/>
                        <a:pt x="823" y="1657"/>
                      </a:cubicBezTo>
                      <a:cubicBezTo>
                        <a:pt x="1283" y="1657"/>
                        <a:pt x="1658" y="1282"/>
                        <a:pt x="1658" y="823"/>
                      </a:cubicBezTo>
                      <a:cubicBezTo>
                        <a:pt x="1658" y="363"/>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5795;p68">
                <a:extLst>
                  <a:ext uri="{FF2B5EF4-FFF2-40B4-BE49-F238E27FC236}">
                    <a16:creationId xmlns:a16="http://schemas.microsoft.com/office/drawing/2014/main" id="{839E257D-041C-3215-5B53-FACC77F37BEB}"/>
                  </a:ext>
                </a:extLst>
              </p:cNvPr>
              <p:cNvGrpSpPr/>
              <p:nvPr/>
            </p:nvGrpSpPr>
            <p:grpSpPr>
              <a:xfrm>
                <a:off x="3866084" y="3412107"/>
                <a:ext cx="37776" cy="32357"/>
                <a:chOff x="3866084" y="3412107"/>
                <a:chExt cx="37776" cy="32357"/>
              </a:xfrm>
            </p:grpSpPr>
            <p:sp>
              <p:nvSpPr>
                <p:cNvPr id="124" name="Google Shape;5796;p68">
                  <a:extLst>
                    <a:ext uri="{FF2B5EF4-FFF2-40B4-BE49-F238E27FC236}">
                      <a16:creationId xmlns:a16="http://schemas.microsoft.com/office/drawing/2014/main" id="{7BBA96A1-6629-525C-DD46-148D10F053E0}"/>
                    </a:ext>
                  </a:extLst>
                </p:cNvPr>
                <p:cNvSpPr/>
                <p:nvPr/>
              </p:nvSpPr>
              <p:spPr>
                <a:xfrm>
                  <a:off x="3866084"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5797;p68">
                  <a:extLst>
                    <a:ext uri="{FF2B5EF4-FFF2-40B4-BE49-F238E27FC236}">
                      <a16:creationId xmlns:a16="http://schemas.microsoft.com/office/drawing/2014/main" id="{7286EC14-B025-14D2-EAC6-2ACAD52B9C2C}"/>
                    </a:ext>
                  </a:extLst>
                </p:cNvPr>
                <p:cNvSpPr/>
                <p:nvPr/>
              </p:nvSpPr>
              <p:spPr>
                <a:xfrm>
                  <a:off x="3881208" y="3421812"/>
                  <a:ext cx="13048" cy="13040"/>
                </a:xfrm>
                <a:custGeom>
                  <a:avLst/>
                  <a:gdLst/>
                  <a:ahLst/>
                  <a:cxnLst/>
                  <a:rect l="l" t="t" r="r" b="b"/>
                  <a:pathLst>
                    <a:path w="1659" h="1658" extrusionOk="0">
                      <a:moveTo>
                        <a:pt x="823" y="1"/>
                      </a:moveTo>
                      <a:cubicBezTo>
                        <a:pt x="364" y="1"/>
                        <a:pt x="1" y="363"/>
                        <a:pt x="1" y="823"/>
                      </a:cubicBezTo>
                      <a:cubicBezTo>
                        <a:pt x="1" y="1283"/>
                        <a:pt x="364"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5798;p68">
                <a:extLst>
                  <a:ext uri="{FF2B5EF4-FFF2-40B4-BE49-F238E27FC236}">
                    <a16:creationId xmlns:a16="http://schemas.microsoft.com/office/drawing/2014/main" id="{9727DBAA-622F-D655-44AF-8BA1085C1921}"/>
                  </a:ext>
                </a:extLst>
              </p:cNvPr>
              <p:cNvGrpSpPr/>
              <p:nvPr/>
            </p:nvGrpSpPr>
            <p:grpSpPr>
              <a:xfrm>
                <a:off x="4023919" y="3766409"/>
                <a:ext cx="37783" cy="32357"/>
                <a:chOff x="4023919" y="3766409"/>
                <a:chExt cx="37783" cy="32357"/>
              </a:xfrm>
            </p:grpSpPr>
            <p:sp>
              <p:nvSpPr>
                <p:cNvPr id="122" name="Google Shape;5799;p68">
                  <a:extLst>
                    <a:ext uri="{FF2B5EF4-FFF2-40B4-BE49-F238E27FC236}">
                      <a16:creationId xmlns:a16="http://schemas.microsoft.com/office/drawing/2014/main" id="{892C8B75-17F0-2246-9CFE-F9DF44B3F9A1}"/>
                    </a:ext>
                  </a:extLst>
                </p:cNvPr>
                <p:cNvSpPr/>
                <p:nvPr/>
              </p:nvSpPr>
              <p:spPr>
                <a:xfrm>
                  <a:off x="4023919" y="3766409"/>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5800;p68">
                  <a:extLst>
                    <a:ext uri="{FF2B5EF4-FFF2-40B4-BE49-F238E27FC236}">
                      <a16:creationId xmlns:a16="http://schemas.microsoft.com/office/drawing/2014/main" id="{A575B442-CF6C-ECA7-3798-85F0FBD6337E}"/>
                    </a:ext>
                  </a:extLst>
                </p:cNvPr>
                <p:cNvSpPr/>
                <p:nvPr/>
              </p:nvSpPr>
              <p:spPr>
                <a:xfrm>
                  <a:off x="4039051" y="3776115"/>
                  <a:ext cx="13040" cy="13048"/>
                </a:xfrm>
                <a:custGeom>
                  <a:avLst/>
                  <a:gdLst/>
                  <a:ahLst/>
                  <a:cxnLst/>
                  <a:rect l="l" t="t" r="r" b="b"/>
                  <a:pathLst>
                    <a:path w="1658" h="1659" extrusionOk="0">
                      <a:moveTo>
                        <a:pt x="823" y="1"/>
                      </a:moveTo>
                      <a:cubicBezTo>
                        <a:pt x="363" y="1"/>
                        <a:pt x="0" y="376"/>
                        <a:pt x="0" y="823"/>
                      </a:cubicBezTo>
                      <a:cubicBezTo>
                        <a:pt x="0"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5801;p68">
                <a:extLst>
                  <a:ext uri="{FF2B5EF4-FFF2-40B4-BE49-F238E27FC236}">
                    <a16:creationId xmlns:a16="http://schemas.microsoft.com/office/drawing/2014/main" id="{527E11D6-C0E7-D181-9261-DC6A5DF210BD}"/>
                  </a:ext>
                </a:extLst>
              </p:cNvPr>
              <p:cNvGrpSpPr/>
              <p:nvPr/>
            </p:nvGrpSpPr>
            <p:grpSpPr>
              <a:xfrm>
                <a:off x="3973882" y="3779449"/>
                <a:ext cx="37776" cy="32357"/>
                <a:chOff x="3973882" y="3779449"/>
                <a:chExt cx="37776" cy="32357"/>
              </a:xfrm>
            </p:grpSpPr>
            <p:sp>
              <p:nvSpPr>
                <p:cNvPr id="120" name="Google Shape;5802;p68">
                  <a:extLst>
                    <a:ext uri="{FF2B5EF4-FFF2-40B4-BE49-F238E27FC236}">
                      <a16:creationId xmlns:a16="http://schemas.microsoft.com/office/drawing/2014/main" id="{959070E0-593A-4399-126B-17EBFB2B072E}"/>
                    </a:ext>
                  </a:extLst>
                </p:cNvPr>
                <p:cNvSpPr/>
                <p:nvPr/>
              </p:nvSpPr>
              <p:spPr>
                <a:xfrm>
                  <a:off x="3973882" y="3779449"/>
                  <a:ext cx="37776" cy="32357"/>
                </a:xfrm>
                <a:custGeom>
                  <a:avLst/>
                  <a:gdLst/>
                  <a:ahLst/>
                  <a:cxnLst/>
                  <a:rect l="l" t="t" r="r" b="b"/>
                  <a:pathLst>
                    <a:path w="4803" h="4114" extrusionOk="0">
                      <a:moveTo>
                        <a:pt x="2730" y="0"/>
                      </a:moveTo>
                      <a:cubicBezTo>
                        <a:pt x="2226" y="0"/>
                        <a:pt x="1712" y="187"/>
                        <a:pt x="1294" y="605"/>
                      </a:cubicBezTo>
                      <a:cubicBezTo>
                        <a:pt x="0" y="1899"/>
                        <a:pt x="919" y="4113"/>
                        <a:pt x="2746" y="4113"/>
                      </a:cubicBezTo>
                      <a:cubicBezTo>
                        <a:pt x="3883" y="4113"/>
                        <a:pt x="4802" y="3194"/>
                        <a:pt x="4802" y="2069"/>
                      </a:cubicBezTo>
                      <a:cubicBezTo>
                        <a:pt x="4802" y="824"/>
                        <a:pt x="3787"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5803;p68">
                  <a:extLst>
                    <a:ext uri="{FF2B5EF4-FFF2-40B4-BE49-F238E27FC236}">
                      <a16:creationId xmlns:a16="http://schemas.microsoft.com/office/drawing/2014/main" id="{0BF8B281-8D84-AF11-D7B0-7EF8A0B78222}"/>
                    </a:ext>
                  </a:extLst>
                </p:cNvPr>
                <p:cNvSpPr/>
                <p:nvPr/>
              </p:nvSpPr>
              <p:spPr>
                <a:xfrm>
                  <a:off x="3989006" y="3789155"/>
                  <a:ext cx="13040" cy="13040"/>
                </a:xfrm>
                <a:custGeom>
                  <a:avLst/>
                  <a:gdLst/>
                  <a:ahLst/>
                  <a:cxnLst/>
                  <a:rect l="l" t="t" r="r" b="b"/>
                  <a:pathLst>
                    <a:path w="1658" h="1658" extrusionOk="0">
                      <a:moveTo>
                        <a:pt x="823" y="0"/>
                      </a:moveTo>
                      <a:cubicBezTo>
                        <a:pt x="363" y="0"/>
                        <a:pt x="0" y="375"/>
                        <a:pt x="0" y="823"/>
                      </a:cubicBezTo>
                      <a:cubicBezTo>
                        <a:pt x="0" y="1282"/>
                        <a:pt x="363" y="1657"/>
                        <a:pt x="823" y="1657"/>
                      </a:cubicBezTo>
                      <a:cubicBezTo>
                        <a:pt x="1283" y="1657"/>
                        <a:pt x="1658" y="1282"/>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5804;p68">
                <a:extLst>
                  <a:ext uri="{FF2B5EF4-FFF2-40B4-BE49-F238E27FC236}">
                    <a16:creationId xmlns:a16="http://schemas.microsoft.com/office/drawing/2014/main" id="{8505F504-95E9-949B-F48D-6065E8D80FE5}"/>
                  </a:ext>
                </a:extLst>
              </p:cNvPr>
              <p:cNvGrpSpPr/>
              <p:nvPr/>
            </p:nvGrpSpPr>
            <p:grpSpPr>
              <a:xfrm>
                <a:off x="4073398" y="3838028"/>
                <a:ext cx="37776" cy="32380"/>
                <a:chOff x="4073398" y="3838028"/>
                <a:chExt cx="37776" cy="32380"/>
              </a:xfrm>
            </p:grpSpPr>
            <p:sp>
              <p:nvSpPr>
                <p:cNvPr id="118" name="Google Shape;5805;p68">
                  <a:extLst>
                    <a:ext uri="{FF2B5EF4-FFF2-40B4-BE49-F238E27FC236}">
                      <a16:creationId xmlns:a16="http://schemas.microsoft.com/office/drawing/2014/main" id="{F27A7057-5C1F-BA03-5D8E-85DCE8C608DA}"/>
                    </a:ext>
                  </a:extLst>
                </p:cNvPr>
                <p:cNvSpPr/>
                <p:nvPr/>
              </p:nvSpPr>
              <p:spPr>
                <a:xfrm>
                  <a:off x="4073398" y="3838028"/>
                  <a:ext cx="37776" cy="32380"/>
                </a:xfrm>
                <a:custGeom>
                  <a:avLst/>
                  <a:gdLst/>
                  <a:ahLst/>
                  <a:cxnLst/>
                  <a:rect l="l" t="t" r="r" b="b"/>
                  <a:pathLst>
                    <a:path w="4803" h="4117" extrusionOk="0">
                      <a:moveTo>
                        <a:pt x="2737" y="1"/>
                      </a:moveTo>
                      <a:cubicBezTo>
                        <a:pt x="2231" y="1"/>
                        <a:pt x="1714" y="189"/>
                        <a:pt x="1295" y="609"/>
                      </a:cubicBezTo>
                      <a:cubicBezTo>
                        <a:pt x="0" y="1891"/>
                        <a:pt x="920" y="4105"/>
                        <a:pt x="2746" y="4117"/>
                      </a:cubicBezTo>
                      <a:cubicBezTo>
                        <a:pt x="3883" y="4105"/>
                        <a:pt x="4803" y="3185"/>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5806;p68">
                  <a:extLst>
                    <a:ext uri="{FF2B5EF4-FFF2-40B4-BE49-F238E27FC236}">
                      <a16:creationId xmlns:a16="http://schemas.microsoft.com/office/drawing/2014/main" id="{D5661D82-1173-952D-587F-560C29A3B08C}"/>
                    </a:ext>
                  </a:extLst>
                </p:cNvPr>
                <p:cNvSpPr/>
                <p:nvPr/>
              </p:nvSpPr>
              <p:spPr>
                <a:xfrm>
                  <a:off x="4088428" y="3847663"/>
                  <a:ext cx="13040" cy="13040"/>
                </a:xfrm>
                <a:custGeom>
                  <a:avLst/>
                  <a:gdLst/>
                  <a:ahLst/>
                  <a:cxnLst/>
                  <a:rect l="l" t="t" r="r" b="b"/>
                  <a:pathLst>
                    <a:path w="1658" h="1658" extrusionOk="0">
                      <a:moveTo>
                        <a:pt x="835" y="1"/>
                      </a:moveTo>
                      <a:cubicBezTo>
                        <a:pt x="376" y="1"/>
                        <a:pt x="1" y="376"/>
                        <a:pt x="1" y="835"/>
                      </a:cubicBezTo>
                      <a:cubicBezTo>
                        <a:pt x="1" y="1283"/>
                        <a:pt x="376"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5807;p68">
                <a:extLst>
                  <a:ext uri="{FF2B5EF4-FFF2-40B4-BE49-F238E27FC236}">
                    <a16:creationId xmlns:a16="http://schemas.microsoft.com/office/drawing/2014/main" id="{B0AEEEA2-95C0-039D-0205-F4337C490305}"/>
                  </a:ext>
                </a:extLst>
              </p:cNvPr>
              <p:cNvGrpSpPr/>
              <p:nvPr/>
            </p:nvGrpSpPr>
            <p:grpSpPr>
              <a:xfrm>
                <a:off x="4342672" y="4144496"/>
                <a:ext cx="37752" cy="32364"/>
                <a:chOff x="4342672" y="4144496"/>
                <a:chExt cx="37752" cy="32364"/>
              </a:xfrm>
            </p:grpSpPr>
            <p:sp>
              <p:nvSpPr>
                <p:cNvPr id="116" name="Google Shape;5808;p68">
                  <a:extLst>
                    <a:ext uri="{FF2B5EF4-FFF2-40B4-BE49-F238E27FC236}">
                      <a16:creationId xmlns:a16="http://schemas.microsoft.com/office/drawing/2014/main" id="{414EC10A-7763-03D6-B6F8-4DA656092FC1}"/>
                    </a:ext>
                  </a:extLst>
                </p:cNvPr>
                <p:cNvSpPr/>
                <p:nvPr/>
              </p:nvSpPr>
              <p:spPr>
                <a:xfrm>
                  <a:off x="4342672" y="4144496"/>
                  <a:ext cx="37752" cy="32364"/>
                </a:xfrm>
                <a:custGeom>
                  <a:avLst/>
                  <a:gdLst/>
                  <a:ahLst/>
                  <a:cxnLst/>
                  <a:rect l="l" t="t" r="r" b="b"/>
                  <a:pathLst>
                    <a:path w="4800" h="4115" extrusionOk="0">
                      <a:moveTo>
                        <a:pt x="2729" y="1"/>
                      </a:moveTo>
                      <a:cubicBezTo>
                        <a:pt x="2224" y="1"/>
                        <a:pt x="1710" y="188"/>
                        <a:pt x="1291" y="606"/>
                      </a:cubicBezTo>
                      <a:cubicBezTo>
                        <a:pt x="1" y="1897"/>
                        <a:pt x="912" y="4114"/>
                        <a:pt x="2740" y="4114"/>
                      </a:cubicBezTo>
                      <a:cubicBezTo>
                        <a:pt x="2745" y="4114"/>
                        <a:pt x="2750" y="4114"/>
                        <a:pt x="2755" y="4114"/>
                      </a:cubicBezTo>
                      <a:cubicBezTo>
                        <a:pt x="3880" y="4114"/>
                        <a:pt x="4800" y="3195"/>
                        <a:pt x="4800" y="2058"/>
                      </a:cubicBezTo>
                      <a:cubicBezTo>
                        <a:pt x="4800" y="822"/>
                        <a:pt x="3785" y="1"/>
                        <a:pt x="27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5809;p68">
                  <a:extLst>
                    <a:ext uri="{FF2B5EF4-FFF2-40B4-BE49-F238E27FC236}">
                      <a16:creationId xmlns:a16="http://schemas.microsoft.com/office/drawing/2014/main" id="{822ED7A6-0385-4E22-4B17-9676A2A14211}"/>
                    </a:ext>
                  </a:extLst>
                </p:cNvPr>
                <p:cNvSpPr/>
                <p:nvPr/>
              </p:nvSpPr>
              <p:spPr>
                <a:xfrm>
                  <a:off x="4355586" y="4154209"/>
                  <a:ext cx="15227" cy="13040"/>
                </a:xfrm>
                <a:custGeom>
                  <a:avLst/>
                  <a:gdLst/>
                  <a:ahLst/>
                  <a:cxnLst/>
                  <a:rect l="l" t="t" r="r" b="b"/>
                  <a:pathLst>
                    <a:path w="1936" h="1658" extrusionOk="0">
                      <a:moveTo>
                        <a:pt x="1101" y="0"/>
                      </a:moveTo>
                      <a:cubicBezTo>
                        <a:pt x="363" y="0"/>
                        <a:pt x="0" y="895"/>
                        <a:pt x="520" y="1416"/>
                      </a:cubicBezTo>
                      <a:cubicBezTo>
                        <a:pt x="688" y="1583"/>
                        <a:pt x="893" y="1657"/>
                        <a:pt x="1096" y="1657"/>
                      </a:cubicBezTo>
                      <a:cubicBezTo>
                        <a:pt x="1523" y="1657"/>
                        <a:pt x="1936" y="1324"/>
                        <a:pt x="1936" y="823"/>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5810;p68">
                <a:extLst>
                  <a:ext uri="{FF2B5EF4-FFF2-40B4-BE49-F238E27FC236}">
                    <a16:creationId xmlns:a16="http://schemas.microsoft.com/office/drawing/2014/main" id="{99B7B90F-50D5-BA37-6E6A-8874991B9FEC}"/>
                  </a:ext>
                </a:extLst>
              </p:cNvPr>
              <p:cNvGrpSpPr/>
              <p:nvPr/>
            </p:nvGrpSpPr>
            <p:grpSpPr>
              <a:xfrm>
                <a:off x="4406386" y="4056872"/>
                <a:ext cx="37783" cy="32364"/>
                <a:chOff x="4406386" y="4056872"/>
                <a:chExt cx="37783" cy="32364"/>
              </a:xfrm>
            </p:grpSpPr>
            <p:sp>
              <p:nvSpPr>
                <p:cNvPr id="114" name="Google Shape;5811;p68">
                  <a:extLst>
                    <a:ext uri="{FF2B5EF4-FFF2-40B4-BE49-F238E27FC236}">
                      <a16:creationId xmlns:a16="http://schemas.microsoft.com/office/drawing/2014/main" id="{76E86AB6-87F7-FB88-0AF2-9A8929F5F5B4}"/>
                    </a:ext>
                  </a:extLst>
                </p:cNvPr>
                <p:cNvSpPr/>
                <p:nvPr/>
              </p:nvSpPr>
              <p:spPr>
                <a:xfrm>
                  <a:off x="4406386" y="4056872"/>
                  <a:ext cx="37783" cy="32364"/>
                </a:xfrm>
                <a:custGeom>
                  <a:avLst/>
                  <a:gdLst/>
                  <a:ahLst/>
                  <a:cxnLst/>
                  <a:rect l="l" t="t" r="r" b="b"/>
                  <a:pathLst>
                    <a:path w="4804" h="4115" extrusionOk="0">
                      <a:moveTo>
                        <a:pt x="2733" y="1"/>
                      </a:moveTo>
                      <a:cubicBezTo>
                        <a:pt x="2228" y="1"/>
                        <a:pt x="1714" y="188"/>
                        <a:pt x="1295" y="606"/>
                      </a:cubicBezTo>
                      <a:cubicBezTo>
                        <a:pt x="1" y="1900"/>
                        <a:pt x="920" y="4114"/>
                        <a:pt x="2747" y="4114"/>
                      </a:cubicBezTo>
                      <a:cubicBezTo>
                        <a:pt x="3884" y="4114"/>
                        <a:pt x="4803" y="3195"/>
                        <a:pt x="4803" y="2058"/>
                      </a:cubicBezTo>
                      <a:cubicBezTo>
                        <a:pt x="4803" y="821"/>
                        <a:pt x="3789" y="1"/>
                        <a:pt x="273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5812;p68">
                  <a:extLst>
                    <a:ext uri="{FF2B5EF4-FFF2-40B4-BE49-F238E27FC236}">
                      <a16:creationId xmlns:a16="http://schemas.microsoft.com/office/drawing/2014/main" id="{107E9D5C-8EE2-1603-ABA2-174909300FF2}"/>
                    </a:ext>
                  </a:extLst>
                </p:cNvPr>
                <p:cNvSpPr/>
                <p:nvPr/>
              </p:nvSpPr>
              <p:spPr>
                <a:xfrm>
                  <a:off x="4419332" y="4066577"/>
                  <a:ext cx="15227" cy="13017"/>
                </a:xfrm>
                <a:custGeom>
                  <a:avLst/>
                  <a:gdLst/>
                  <a:ahLst/>
                  <a:cxnLst/>
                  <a:rect l="l" t="t" r="r" b="b"/>
                  <a:pathLst>
                    <a:path w="1936" h="1655" extrusionOk="0">
                      <a:moveTo>
                        <a:pt x="1123" y="1"/>
                      </a:moveTo>
                      <a:cubicBezTo>
                        <a:pt x="1115" y="1"/>
                        <a:pt x="1108" y="1"/>
                        <a:pt x="1101" y="1"/>
                      </a:cubicBezTo>
                      <a:cubicBezTo>
                        <a:pt x="363" y="1"/>
                        <a:pt x="0" y="884"/>
                        <a:pt x="520" y="1404"/>
                      </a:cubicBezTo>
                      <a:cubicBezTo>
                        <a:pt x="689" y="1577"/>
                        <a:pt x="898" y="1655"/>
                        <a:pt x="1103" y="1655"/>
                      </a:cubicBezTo>
                      <a:cubicBezTo>
                        <a:pt x="1528" y="1655"/>
                        <a:pt x="1936" y="1322"/>
                        <a:pt x="1936" y="824"/>
                      </a:cubicBezTo>
                      <a:cubicBezTo>
                        <a:pt x="1936" y="371"/>
                        <a:pt x="1572" y="1"/>
                        <a:pt x="11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5813;p68">
                <a:extLst>
                  <a:ext uri="{FF2B5EF4-FFF2-40B4-BE49-F238E27FC236}">
                    <a16:creationId xmlns:a16="http://schemas.microsoft.com/office/drawing/2014/main" id="{DC58459E-2FEF-40D4-3305-685D47CC10A5}"/>
                  </a:ext>
                </a:extLst>
              </p:cNvPr>
              <p:cNvGrpSpPr/>
              <p:nvPr/>
            </p:nvGrpSpPr>
            <p:grpSpPr>
              <a:xfrm>
                <a:off x="4284416" y="4245254"/>
                <a:ext cx="37783" cy="32357"/>
                <a:chOff x="4284416" y="4245254"/>
                <a:chExt cx="37783" cy="32357"/>
              </a:xfrm>
            </p:grpSpPr>
            <p:sp>
              <p:nvSpPr>
                <p:cNvPr id="112" name="Google Shape;5814;p68">
                  <a:extLst>
                    <a:ext uri="{FF2B5EF4-FFF2-40B4-BE49-F238E27FC236}">
                      <a16:creationId xmlns:a16="http://schemas.microsoft.com/office/drawing/2014/main" id="{DF12D58E-D027-2896-04AD-6B4BD9B39DEE}"/>
                    </a:ext>
                  </a:extLst>
                </p:cNvPr>
                <p:cNvSpPr/>
                <p:nvPr/>
              </p:nvSpPr>
              <p:spPr>
                <a:xfrm>
                  <a:off x="4284416" y="4245254"/>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5815;p68">
                  <a:extLst>
                    <a:ext uri="{FF2B5EF4-FFF2-40B4-BE49-F238E27FC236}">
                      <a16:creationId xmlns:a16="http://schemas.microsoft.com/office/drawing/2014/main" id="{EDA9B294-D445-F682-2176-345932960EB1}"/>
                    </a:ext>
                  </a:extLst>
                </p:cNvPr>
                <p:cNvSpPr/>
                <p:nvPr/>
              </p:nvSpPr>
              <p:spPr>
                <a:xfrm>
                  <a:off x="4299548" y="4254959"/>
                  <a:ext cx="13040" cy="13040"/>
                </a:xfrm>
                <a:custGeom>
                  <a:avLst/>
                  <a:gdLst/>
                  <a:ahLst/>
                  <a:cxnLst/>
                  <a:rect l="l" t="t" r="r" b="b"/>
                  <a:pathLst>
                    <a:path w="1658" h="1658" extrusionOk="0">
                      <a:moveTo>
                        <a:pt x="823" y="1"/>
                      </a:moveTo>
                      <a:cubicBezTo>
                        <a:pt x="363" y="1"/>
                        <a:pt x="0" y="364"/>
                        <a:pt x="0" y="823"/>
                      </a:cubicBezTo>
                      <a:cubicBezTo>
                        <a:pt x="0" y="1283"/>
                        <a:pt x="363"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5816;p68">
                <a:extLst>
                  <a:ext uri="{FF2B5EF4-FFF2-40B4-BE49-F238E27FC236}">
                    <a16:creationId xmlns:a16="http://schemas.microsoft.com/office/drawing/2014/main" id="{4333D649-8A78-BA67-5C41-2B191E8F0420}"/>
                  </a:ext>
                </a:extLst>
              </p:cNvPr>
              <p:cNvGrpSpPr/>
              <p:nvPr/>
            </p:nvGrpSpPr>
            <p:grpSpPr>
              <a:xfrm>
                <a:off x="4219057" y="4331258"/>
                <a:ext cx="37776" cy="32364"/>
                <a:chOff x="4219057" y="4331258"/>
                <a:chExt cx="37776" cy="32364"/>
              </a:xfrm>
            </p:grpSpPr>
            <p:sp>
              <p:nvSpPr>
                <p:cNvPr id="110" name="Google Shape;5817;p68">
                  <a:extLst>
                    <a:ext uri="{FF2B5EF4-FFF2-40B4-BE49-F238E27FC236}">
                      <a16:creationId xmlns:a16="http://schemas.microsoft.com/office/drawing/2014/main" id="{4C716F0C-6A87-E1A1-652C-0B639DC38824}"/>
                    </a:ext>
                  </a:extLst>
                </p:cNvPr>
                <p:cNvSpPr/>
                <p:nvPr/>
              </p:nvSpPr>
              <p:spPr>
                <a:xfrm>
                  <a:off x="4219057" y="4331258"/>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5818;p68">
                  <a:extLst>
                    <a:ext uri="{FF2B5EF4-FFF2-40B4-BE49-F238E27FC236}">
                      <a16:creationId xmlns:a16="http://schemas.microsoft.com/office/drawing/2014/main" id="{099DF7A5-AA6C-F5F7-53D8-9560AD1CC055}"/>
                    </a:ext>
                  </a:extLst>
                </p:cNvPr>
                <p:cNvSpPr/>
                <p:nvPr/>
              </p:nvSpPr>
              <p:spPr>
                <a:xfrm>
                  <a:off x="4231995" y="4340971"/>
                  <a:ext cx="15235" cy="13040"/>
                </a:xfrm>
                <a:custGeom>
                  <a:avLst/>
                  <a:gdLst/>
                  <a:ahLst/>
                  <a:cxnLst/>
                  <a:rect l="l" t="t" r="r" b="b"/>
                  <a:pathLst>
                    <a:path w="1937" h="1658" extrusionOk="0">
                      <a:moveTo>
                        <a:pt x="1113" y="0"/>
                      </a:moveTo>
                      <a:cubicBezTo>
                        <a:pt x="363" y="0"/>
                        <a:pt x="1" y="895"/>
                        <a:pt x="521" y="1416"/>
                      </a:cubicBezTo>
                      <a:cubicBezTo>
                        <a:pt x="688" y="1583"/>
                        <a:pt x="894" y="1657"/>
                        <a:pt x="1096" y="1657"/>
                      </a:cubicBezTo>
                      <a:cubicBezTo>
                        <a:pt x="1524" y="1657"/>
                        <a:pt x="1936" y="1324"/>
                        <a:pt x="1936" y="823"/>
                      </a:cubicBezTo>
                      <a:cubicBezTo>
                        <a:pt x="1936" y="375"/>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5819;p68">
                <a:extLst>
                  <a:ext uri="{FF2B5EF4-FFF2-40B4-BE49-F238E27FC236}">
                    <a16:creationId xmlns:a16="http://schemas.microsoft.com/office/drawing/2014/main" id="{401BB6FE-3F28-67BC-45DE-F4C8054F5C1D}"/>
                  </a:ext>
                </a:extLst>
              </p:cNvPr>
              <p:cNvGrpSpPr/>
              <p:nvPr/>
            </p:nvGrpSpPr>
            <p:grpSpPr>
              <a:xfrm>
                <a:off x="4204122" y="4141688"/>
                <a:ext cx="33497" cy="28699"/>
                <a:chOff x="4204122" y="4141688"/>
                <a:chExt cx="33497" cy="28699"/>
              </a:xfrm>
            </p:grpSpPr>
            <p:sp>
              <p:nvSpPr>
                <p:cNvPr id="108" name="Google Shape;5820;p68">
                  <a:extLst>
                    <a:ext uri="{FF2B5EF4-FFF2-40B4-BE49-F238E27FC236}">
                      <a16:creationId xmlns:a16="http://schemas.microsoft.com/office/drawing/2014/main" id="{8580BC55-6B59-436F-5220-23EDD0670188}"/>
                    </a:ext>
                  </a:extLst>
                </p:cNvPr>
                <p:cNvSpPr/>
                <p:nvPr/>
              </p:nvSpPr>
              <p:spPr>
                <a:xfrm>
                  <a:off x="4204122" y="4141688"/>
                  <a:ext cx="33497" cy="28699"/>
                </a:xfrm>
                <a:custGeom>
                  <a:avLst/>
                  <a:gdLst/>
                  <a:ahLst/>
                  <a:cxnLst/>
                  <a:rect l="l" t="t" r="r" b="b"/>
                  <a:pathLst>
                    <a:path w="4259" h="3649" extrusionOk="0">
                      <a:moveTo>
                        <a:pt x="2427" y="1"/>
                      </a:moveTo>
                      <a:cubicBezTo>
                        <a:pt x="1979" y="1"/>
                        <a:pt x="1522" y="168"/>
                        <a:pt x="1149" y="540"/>
                      </a:cubicBezTo>
                      <a:cubicBezTo>
                        <a:pt x="0" y="1677"/>
                        <a:pt x="811" y="3649"/>
                        <a:pt x="2432" y="3649"/>
                      </a:cubicBezTo>
                      <a:cubicBezTo>
                        <a:pt x="3448" y="3649"/>
                        <a:pt x="4258" y="2826"/>
                        <a:pt x="4258" y="1822"/>
                      </a:cubicBezTo>
                      <a:cubicBezTo>
                        <a:pt x="4258" y="726"/>
                        <a:pt x="3363"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5821;p68">
                  <a:extLst>
                    <a:ext uri="{FF2B5EF4-FFF2-40B4-BE49-F238E27FC236}">
                      <a16:creationId xmlns:a16="http://schemas.microsoft.com/office/drawing/2014/main" id="{CDEE9826-C687-19D0-1548-F76D2FDD59E5}"/>
                    </a:ext>
                  </a:extLst>
                </p:cNvPr>
                <p:cNvSpPr/>
                <p:nvPr/>
              </p:nvSpPr>
              <p:spPr>
                <a:xfrm>
                  <a:off x="4216965" y="4151259"/>
                  <a:ext cx="11042" cy="9399"/>
                </a:xfrm>
                <a:custGeom>
                  <a:avLst/>
                  <a:gdLst/>
                  <a:ahLst/>
                  <a:cxnLst/>
                  <a:rect l="l" t="t" r="r" b="b"/>
                  <a:pathLst>
                    <a:path w="1404" h="1195" extrusionOk="0">
                      <a:moveTo>
                        <a:pt x="799" y="0"/>
                      </a:moveTo>
                      <a:cubicBezTo>
                        <a:pt x="266" y="0"/>
                        <a:pt x="0" y="641"/>
                        <a:pt x="375" y="1016"/>
                      </a:cubicBezTo>
                      <a:cubicBezTo>
                        <a:pt x="498" y="1139"/>
                        <a:pt x="650" y="1195"/>
                        <a:pt x="799" y="1195"/>
                      </a:cubicBezTo>
                      <a:cubicBezTo>
                        <a:pt x="1103" y="1195"/>
                        <a:pt x="1395" y="963"/>
                        <a:pt x="1404" y="605"/>
                      </a:cubicBezTo>
                      <a:cubicBezTo>
                        <a:pt x="1404" y="278"/>
                        <a:pt x="1137"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5822;p68">
                <a:extLst>
                  <a:ext uri="{FF2B5EF4-FFF2-40B4-BE49-F238E27FC236}">
                    <a16:creationId xmlns:a16="http://schemas.microsoft.com/office/drawing/2014/main" id="{F7331654-D259-3716-295F-55132B170B55}"/>
                  </a:ext>
                </a:extLst>
              </p:cNvPr>
              <p:cNvGrpSpPr/>
              <p:nvPr/>
            </p:nvGrpSpPr>
            <p:grpSpPr>
              <a:xfrm>
                <a:off x="4301546" y="4003869"/>
                <a:ext cx="38916" cy="33324"/>
                <a:chOff x="4301546" y="4003869"/>
                <a:chExt cx="38916" cy="33324"/>
              </a:xfrm>
            </p:grpSpPr>
            <p:sp>
              <p:nvSpPr>
                <p:cNvPr id="106" name="Google Shape;5823;p68">
                  <a:extLst>
                    <a:ext uri="{FF2B5EF4-FFF2-40B4-BE49-F238E27FC236}">
                      <a16:creationId xmlns:a16="http://schemas.microsoft.com/office/drawing/2014/main" id="{FA84AFC8-2D3A-866F-9C3B-C954B72CB68E}"/>
                    </a:ext>
                  </a:extLst>
                </p:cNvPr>
                <p:cNvSpPr/>
                <p:nvPr/>
              </p:nvSpPr>
              <p:spPr>
                <a:xfrm>
                  <a:off x="4301546" y="4003869"/>
                  <a:ext cx="38916" cy="33324"/>
                </a:xfrm>
                <a:custGeom>
                  <a:avLst/>
                  <a:gdLst/>
                  <a:ahLst/>
                  <a:cxnLst/>
                  <a:rect l="l" t="t" r="r" b="b"/>
                  <a:pathLst>
                    <a:path w="4948" h="4237" extrusionOk="0">
                      <a:moveTo>
                        <a:pt x="2818" y="1"/>
                      </a:moveTo>
                      <a:cubicBezTo>
                        <a:pt x="2295" y="1"/>
                        <a:pt x="1763" y="196"/>
                        <a:pt x="1331" y="631"/>
                      </a:cubicBezTo>
                      <a:cubicBezTo>
                        <a:pt x="0" y="1962"/>
                        <a:pt x="944" y="4236"/>
                        <a:pt x="2831" y="4236"/>
                      </a:cubicBezTo>
                      <a:cubicBezTo>
                        <a:pt x="3992" y="4236"/>
                        <a:pt x="4948" y="3293"/>
                        <a:pt x="4948" y="2119"/>
                      </a:cubicBezTo>
                      <a:cubicBezTo>
                        <a:pt x="4948" y="845"/>
                        <a:pt x="3905" y="1"/>
                        <a:pt x="281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5824;p68">
                  <a:extLst>
                    <a:ext uri="{FF2B5EF4-FFF2-40B4-BE49-F238E27FC236}">
                      <a16:creationId xmlns:a16="http://schemas.microsoft.com/office/drawing/2014/main" id="{68E54514-F71B-4042-A19E-8AD9F15FEF3F}"/>
                    </a:ext>
                  </a:extLst>
                </p:cNvPr>
                <p:cNvSpPr/>
                <p:nvPr/>
              </p:nvSpPr>
              <p:spPr>
                <a:xfrm>
                  <a:off x="4314389" y="4013590"/>
                  <a:ext cx="16469" cy="14000"/>
                </a:xfrm>
                <a:custGeom>
                  <a:avLst/>
                  <a:gdLst/>
                  <a:ahLst/>
                  <a:cxnLst/>
                  <a:rect l="l" t="t" r="r" b="b"/>
                  <a:pathLst>
                    <a:path w="2094" h="1780" extrusionOk="0">
                      <a:moveTo>
                        <a:pt x="1220" y="0"/>
                      </a:moveTo>
                      <a:cubicBezTo>
                        <a:pt x="1213" y="0"/>
                        <a:pt x="1205" y="0"/>
                        <a:pt x="1198" y="0"/>
                      </a:cubicBezTo>
                      <a:cubicBezTo>
                        <a:pt x="400" y="0"/>
                        <a:pt x="0" y="956"/>
                        <a:pt x="569" y="1512"/>
                      </a:cubicBezTo>
                      <a:cubicBezTo>
                        <a:pt x="750" y="1697"/>
                        <a:pt x="974" y="1780"/>
                        <a:pt x="1194" y="1780"/>
                      </a:cubicBezTo>
                      <a:cubicBezTo>
                        <a:pt x="1652" y="1780"/>
                        <a:pt x="2093" y="1422"/>
                        <a:pt x="2093" y="883"/>
                      </a:cubicBezTo>
                      <a:cubicBezTo>
                        <a:pt x="2093" y="395"/>
                        <a:pt x="1706" y="0"/>
                        <a:pt x="122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5825;p68">
                <a:extLst>
                  <a:ext uri="{FF2B5EF4-FFF2-40B4-BE49-F238E27FC236}">
                    <a16:creationId xmlns:a16="http://schemas.microsoft.com/office/drawing/2014/main" id="{20D4180F-30A3-8A2D-B310-56962248CF95}"/>
                  </a:ext>
                </a:extLst>
              </p:cNvPr>
              <p:cNvGrpSpPr/>
              <p:nvPr/>
            </p:nvGrpSpPr>
            <p:grpSpPr>
              <a:xfrm>
                <a:off x="4210681" y="3924669"/>
                <a:ext cx="36549" cy="31366"/>
                <a:chOff x="4210681" y="3924669"/>
                <a:chExt cx="36549" cy="31366"/>
              </a:xfrm>
            </p:grpSpPr>
            <p:sp>
              <p:nvSpPr>
                <p:cNvPr id="104" name="Google Shape;5826;p68">
                  <a:extLst>
                    <a:ext uri="{FF2B5EF4-FFF2-40B4-BE49-F238E27FC236}">
                      <a16:creationId xmlns:a16="http://schemas.microsoft.com/office/drawing/2014/main" id="{A0F25AF1-6B31-E1EF-737F-57A8B45F7ACE}"/>
                    </a:ext>
                  </a:extLst>
                </p:cNvPr>
                <p:cNvSpPr/>
                <p:nvPr/>
              </p:nvSpPr>
              <p:spPr>
                <a:xfrm>
                  <a:off x="4210681" y="3924669"/>
                  <a:ext cx="36549" cy="31366"/>
                </a:xfrm>
                <a:custGeom>
                  <a:avLst/>
                  <a:gdLst/>
                  <a:ahLst/>
                  <a:cxnLst/>
                  <a:rect l="l" t="t" r="r" b="b"/>
                  <a:pathLst>
                    <a:path w="4647" h="3988" extrusionOk="0">
                      <a:moveTo>
                        <a:pt x="2642" y="0"/>
                      </a:moveTo>
                      <a:cubicBezTo>
                        <a:pt x="2152" y="0"/>
                        <a:pt x="1654" y="182"/>
                        <a:pt x="1247" y="589"/>
                      </a:cubicBezTo>
                      <a:cubicBezTo>
                        <a:pt x="1" y="1847"/>
                        <a:pt x="884" y="3988"/>
                        <a:pt x="2662" y="3988"/>
                      </a:cubicBezTo>
                      <a:cubicBezTo>
                        <a:pt x="3751" y="3976"/>
                        <a:pt x="4646" y="3093"/>
                        <a:pt x="4646" y="1992"/>
                      </a:cubicBezTo>
                      <a:cubicBezTo>
                        <a:pt x="4646" y="797"/>
                        <a:pt x="3665" y="0"/>
                        <a:pt x="264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5827;p68">
                  <a:extLst>
                    <a:ext uri="{FF2B5EF4-FFF2-40B4-BE49-F238E27FC236}">
                      <a16:creationId xmlns:a16="http://schemas.microsoft.com/office/drawing/2014/main" id="{B402557C-A6CE-E725-18DB-830907FB6D22}"/>
                    </a:ext>
                  </a:extLst>
                </p:cNvPr>
                <p:cNvSpPr/>
                <p:nvPr/>
              </p:nvSpPr>
              <p:spPr>
                <a:xfrm>
                  <a:off x="4225625" y="3934335"/>
                  <a:ext cx="11994" cy="11994"/>
                </a:xfrm>
                <a:custGeom>
                  <a:avLst/>
                  <a:gdLst/>
                  <a:ahLst/>
                  <a:cxnLst/>
                  <a:rect l="l" t="t" r="r" b="b"/>
                  <a:pathLst>
                    <a:path w="1525" h="1525" extrusionOk="0">
                      <a:moveTo>
                        <a:pt x="762" y="1"/>
                      </a:moveTo>
                      <a:cubicBezTo>
                        <a:pt x="339" y="1"/>
                        <a:pt x="0" y="339"/>
                        <a:pt x="0" y="763"/>
                      </a:cubicBezTo>
                      <a:cubicBezTo>
                        <a:pt x="0" y="1186"/>
                        <a:pt x="339" y="1525"/>
                        <a:pt x="762" y="1525"/>
                      </a:cubicBezTo>
                      <a:cubicBezTo>
                        <a:pt x="1173" y="1525"/>
                        <a:pt x="1524" y="1186"/>
                        <a:pt x="1524" y="763"/>
                      </a:cubicBezTo>
                      <a:cubicBezTo>
                        <a:pt x="1524" y="339"/>
                        <a:pt x="1173" y="1"/>
                        <a:pt x="76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 name="Google Shape;5828;p68">
                <a:extLst>
                  <a:ext uri="{FF2B5EF4-FFF2-40B4-BE49-F238E27FC236}">
                    <a16:creationId xmlns:a16="http://schemas.microsoft.com/office/drawing/2014/main" id="{D3088F47-9F24-5037-DD21-97F598B984C1}"/>
                  </a:ext>
                </a:extLst>
              </p:cNvPr>
              <p:cNvGrpSpPr/>
              <p:nvPr/>
            </p:nvGrpSpPr>
            <p:grpSpPr>
              <a:xfrm>
                <a:off x="3987771" y="3628874"/>
                <a:ext cx="31499" cy="26993"/>
                <a:chOff x="3987771" y="3628874"/>
                <a:chExt cx="31499" cy="26993"/>
              </a:xfrm>
            </p:grpSpPr>
            <p:sp>
              <p:nvSpPr>
                <p:cNvPr id="102" name="Google Shape;5829;p68">
                  <a:extLst>
                    <a:ext uri="{FF2B5EF4-FFF2-40B4-BE49-F238E27FC236}">
                      <a16:creationId xmlns:a16="http://schemas.microsoft.com/office/drawing/2014/main" id="{FF3C4DFA-C525-94FB-5BFD-50D0CA1F2AC3}"/>
                    </a:ext>
                  </a:extLst>
                </p:cNvPr>
                <p:cNvSpPr/>
                <p:nvPr/>
              </p:nvSpPr>
              <p:spPr>
                <a:xfrm>
                  <a:off x="3987771" y="3628874"/>
                  <a:ext cx="31499" cy="26993"/>
                </a:xfrm>
                <a:custGeom>
                  <a:avLst/>
                  <a:gdLst/>
                  <a:ahLst/>
                  <a:cxnLst/>
                  <a:rect l="l" t="t" r="r" b="b"/>
                  <a:pathLst>
                    <a:path w="4005" h="3432" extrusionOk="0">
                      <a:moveTo>
                        <a:pt x="2284" y="0"/>
                      </a:moveTo>
                      <a:cubicBezTo>
                        <a:pt x="1865" y="0"/>
                        <a:pt x="1437" y="156"/>
                        <a:pt x="1089" y="504"/>
                      </a:cubicBezTo>
                      <a:cubicBezTo>
                        <a:pt x="0" y="1581"/>
                        <a:pt x="774" y="3432"/>
                        <a:pt x="2299" y="3432"/>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5830;p68">
                  <a:extLst>
                    <a:ext uri="{FF2B5EF4-FFF2-40B4-BE49-F238E27FC236}">
                      <a16:creationId xmlns:a16="http://schemas.microsoft.com/office/drawing/2014/main" id="{FF8F9CFC-2E25-0BE6-57B5-2DB458E43AA5}"/>
                    </a:ext>
                  </a:extLst>
                </p:cNvPr>
                <p:cNvSpPr/>
                <p:nvPr/>
              </p:nvSpPr>
              <p:spPr>
                <a:xfrm>
                  <a:off x="4000709" y="3638540"/>
                  <a:ext cx="8856" cy="7605"/>
                </a:xfrm>
                <a:custGeom>
                  <a:avLst/>
                  <a:gdLst/>
                  <a:ahLst/>
                  <a:cxnLst/>
                  <a:rect l="l" t="t" r="r" b="b"/>
                  <a:pathLst>
                    <a:path w="1126" h="967" extrusionOk="0">
                      <a:moveTo>
                        <a:pt x="641" y="1"/>
                      </a:moveTo>
                      <a:cubicBezTo>
                        <a:pt x="218" y="1"/>
                        <a:pt x="0" y="521"/>
                        <a:pt x="303" y="823"/>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5831;p68">
                <a:extLst>
                  <a:ext uri="{FF2B5EF4-FFF2-40B4-BE49-F238E27FC236}">
                    <a16:creationId xmlns:a16="http://schemas.microsoft.com/office/drawing/2014/main" id="{5B293796-C5B7-CAA1-64B0-153CD2B83964}"/>
                  </a:ext>
                </a:extLst>
              </p:cNvPr>
              <p:cNvGrpSpPr/>
              <p:nvPr/>
            </p:nvGrpSpPr>
            <p:grpSpPr>
              <a:xfrm>
                <a:off x="4087382" y="3775674"/>
                <a:ext cx="31405" cy="26898"/>
                <a:chOff x="4087382" y="3775674"/>
                <a:chExt cx="31405" cy="26898"/>
              </a:xfrm>
            </p:grpSpPr>
            <p:sp>
              <p:nvSpPr>
                <p:cNvPr id="100" name="Google Shape;5832;p68">
                  <a:extLst>
                    <a:ext uri="{FF2B5EF4-FFF2-40B4-BE49-F238E27FC236}">
                      <a16:creationId xmlns:a16="http://schemas.microsoft.com/office/drawing/2014/main" id="{2AB91FAE-E795-64C9-2EDA-5150705FDDBB}"/>
                    </a:ext>
                  </a:extLst>
                </p:cNvPr>
                <p:cNvSpPr/>
                <p:nvPr/>
              </p:nvSpPr>
              <p:spPr>
                <a:xfrm>
                  <a:off x="4087382" y="3775674"/>
                  <a:ext cx="31405" cy="26898"/>
                </a:xfrm>
                <a:custGeom>
                  <a:avLst/>
                  <a:gdLst/>
                  <a:ahLst/>
                  <a:cxnLst/>
                  <a:rect l="l" t="t" r="r" b="b"/>
                  <a:pathLst>
                    <a:path w="3993" h="3420" extrusionOk="0">
                      <a:moveTo>
                        <a:pt x="2273" y="0"/>
                      </a:moveTo>
                      <a:cubicBezTo>
                        <a:pt x="1853" y="0"/>
                        <a:pt x="1425" y="156"/>
                        <a:pt x="1077" y="504"/>
                      </a:cubicBezTo>
                      <a:cubicBezTo>
                        <a:pt x="0" y="1581"/>
                        <a:pt x="750" y="3420"/>
                        <a:pt x="2275" y="3420"/>
                      </a:cubicBezTo>
                      <a:cubicBezTo>
                        <a:pt x="3230" y="3420"/>
                        <a:pt x="3992" y="2658"/>
                        <a:pt x="3992" y="1714"/>
                      </a:cubicBezTo>
                      <a:cubicBezTo>
                        <a:pt x="3992"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5833;p68">
                  <a:extLst>
                    <a:ext uri="{FF2B5EF4-FFF2-40B4-BE49-F238E27FC236}">
                      <a16:creationId xmlns:a16="http://schemas.microsoft.com/office/drawing/2014/main" id="{ED4425F3-537F-84A9-5A8B-FA10F471C6A1}"/>
                    </a:ext>
                  </a:extLst>
                </p:cNvPr>
                <p:cNvSpPr/>
                <p:nvPr/>
              </p:nvSpPr>
              <p:spPr>
                <a:xfrm>
                  <a:off x="4101460" y="3785348"/>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5834;p68">
                <a:extLst>
                  <a:ext uri="{FF2B5EF4-FFF2-40B4-BE49-F238E27FC236}">
                    <a16:creationId xmlns:a16="http://schemas.microsoft.com/office/drawing/2014/main" id="{8F2FB02B-83AA-AD83-6959-6B3A6E0474B7}"/>
                  </a:ext>
                </a:extLst>
              </p:cNvPr>
              <p:cNvGrpSpPr/>
              <p:nvPr/>
            </p:nvGrpSpPr>
            <p:grpSpPr>
              <a:xfrm>
                <a:off x="4118873" y="3856637"/>
                <a:ext cx="31405" cy="26906"/>
                <a:chOff x="4118873" y="3856637"/>
                <a:chExt cx="31405" cy="26906"/>
              </a:xfrm>
            </p:grpSpPr>
            <p:sp>
              <p:nvSpPr>
                <p:cNvPr id="98" name="Google Shape;5835;p68">
                  <a:extLst>
                    <a:ext uri="{FF2B5EF4-FFF2-40B4-BE49-F238E27FC236}">
                      <a16:creationId xmlns:a16="http://schemas.microsoft.com/office/drawing/2014/main" id="{7DF88F94-8E60-5E32-46FE-C7E592076325}"/>
                    </a:ext>
                  </a:extLst>
                </p:cNvPr>
                <p:cNvSpPr/>
                <p:nvPr/>
              </p:nvSpPr>
              <p:spPr>
                <a:xfrm>
                  <a:off x="4118873" y="3856637"/>
                  <a:ext cx="31405" cy="26906"/>
                </a:xfrm>
                <a:custGeom>
                  <a:avLst/>
                  <a:gdLst/>
                  <a:ahLst/>
                  <a:cxnLst/>
                  <a:rect l="l" t="t" r="r" b="b"/>
                  <a:pathLst>
                    <a:path w="3993" h="3421" extrusionOk="0">
                      <a:moveTo>
                        <a:pt x="2273" y="1"/>
                      </a:moveTo>
                      <a:cubicBezTo>
                        <a:pt x="1853" y="1"/>
                        <a:pt x="1425" y="157"/>
                        <a:pt x="1077" y="505"/>
                      </a:cubicBezTo>
                      <a:cubicBezTo>
                        <a:pt x="1"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5836;p68">
                  <a:extLst>
                    <a:ext uri="{FF2B5EF4-FFF2-40B4-BE49-F238E27FC236}">
                      <a16:creationId xmlns:a16="http://schemas.microsoft.com/office/drawing/2014/main" id="{42334806-036E-19A5-283F-F2536546EACA}"/>
                    </a:ext>
                  </a:extLst>
                </p:cNvPr>
                <p:cNvSpPr/>
                <p:nvPr/>
              </p:nvSpPr>
              <p:spPr>
                <a:xfrm>
                  <a:off x="4133046" y="3866310"/>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5837;p68">
                <a:extLst>
                  <a:ext uri="{FF2B5EF4-FFF2-40B4-BE49-F238E27FC236}">
                    <a16:creationId xmlns:a16="http://schemas.microsoft.com/office/drawing/2014/main" id="{C0A00FCD-338D-BA94-4695-7D91424DF522}"/>
                  </a:ext>
                </a:extLst>
              </p:cNvPr>
              <p:cNvGrpSpPr/>
              <p:nvPr/>
            </p:nvGrpSpPr>
            <p:grpSpPr>
              <a:xfrm>
                <a:off x="4168541" y="3639523"/>
                <a:ext cx="31499" cy="26906"/>
                <a:chOff x="4168541" y="3639523"/>
                <a:chExt cx="31499" cy="26906"/>
              </a:xfrm>
            </p:grpSpPr>
            <p:sp>
              <p:nvSpPr>
                <p:cNvPr id="96" name="Google Shape;5838;p68">
                  <a:extLst>
                    <a:ext uri="{FF2B5EF4-FFF2-40B4-BE49-F238E27FC236}">
                      <a16:creationId xmlns:a16="http://schemas.microsoft.com/office/drawing/2014/main" id="{243A2F24-66FD-7E67-6CDE-CDAC4E6941CB}"/>
                    </a:ext>
                  </a:extLst>
                </p:cNvPr>
                <p:cNvSpPr/>
                <p:nvPr/>
              </p:nvSpPr>
              <p:spPr>
                <a:xfrm>
                  <a:off x="4168541" y="3639523"/>
                  <a:ext cx="31499" cy="26906"/>
                </a:xfrm>
                <a:custGeom>
                  <a:avLst/>
                  <a:gdLst/>
                  <a:ahLst/>
                  <a:cxnLst/>
                  <a:rect l="l" t="t" r="r" b="b"/>
                  <a:pathLst>
                    <a:path w="4005" h="3421" extrusionOk="0">
                      <a:moveTo>
                        <a:pt x="2284" y="1"/>
                      </a:moveTo>
                      <a:cubicBezTo>
                        <a:pt x="1865" y="1"/>
                        <a:pt x="1437" y="157"/>
                        <a:pt x="1089" y="505"/>
                      </a:cubicBezTo>
                      <a:cubicBezTo>
                        <a:pt x="0" y="1582"/>
                        <a:pt x="774" y="3420"/>
                        <a:pt x="2298" y="3420"/>
                      </a:cubicBezTo>
                      <a:cubicBezTo>
                        <a:pt x="3242" y="3420"/>
                        <a:pt x="4004" y="2658"/>
                        <a:pt x="4004" y="1715"/>
                      </a:cubicBezTo>
                      <a:cubicBezTo>
                        <a:pt x="4004" y="683"/>
                        <a:pt x="3162" y="1"/>
                        <a:pt x="22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5839;p68">
                  <a:extLst>
                    <a:ext uri="{FF2B5EF4-FFF2-40B4-BE49-F238E27FC236}">
                      <a16:creationId xmlns:a16="http://schemas.microsoft.com/office/drawing/2014/main" id="{73C7E77F-1100-FD74-B7B0-1756D8E1ADC5}"/>
                    </a:ext>
                  </a:extLst>
                </p:cNvPr>
                <p:cNvSpPr/>
                <p:nvPr/>
              </p:nvSpPr>
              <p:spPr>
                <a:xfrm>
                  <a:off x="4182713" y="3649197"/>
                  <a:ext cx="7716" cy="7621"/>
                </a:xfrm>
                <a:custGeom>
                  <a:avLst/>
                  <a:gdLst/>
                  <a:ahLst/>
                  <a:cxnLst/>
                  <a:rect l="l" t="t" r="r" b="b"/>
                  <a:pathLst>
                    <a:path w="981" h="969" extrusionOk="0">
                      <a:moveTo>
                        <a:pt x="496" y="1"/>
                      </a:moveTo>
                      <a:cubicBezTo>
                        <a:pt x="218" y="1"/>
                        <a:pt x="0" y="218"/>
                        <a:pt x="0" y="485"/>
                      </a:cubicBezTo>
                      <a:cubicBezTo>
                        <a:pt x="0" y="751"/>
                        <a:pt x="218" y="968"/>
                        <a:pt x="496" y="968"/>
                      </a:cubicBezTo>
                      <a:cubicBezTo>
                        <a:pt x="763" y="968"/>
                        <a:pt x="980" y="751"/>
                        <a:pt x="980" y="485"/>
                      </a:cubicBezTo>
                      <a:cubicBezTo>
                        <a:pt x="980" y="218"/>
                        <a:pt x="763" y="1"/>
                        <a:pt x="49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5840;p68">
                <a:extLst>
                  <a:ext uri="{FF2B5EF4-FFF2-40B4-BE49-F238E27FC236}">
                    <a16:creationId xmlns:a16="http://schemas.microsoft.com/office/drawing/2014/main" id="{DDA91423-6AA8-A7A7-1FE3-AE1E5C059D0D}"/>
                  </a:ext>
                </a:extLst>
              </p:cNvPr>
              <p:cNvGrpSpPr/>
              <p:nvPr/>
            </p:nvGrpSpPr>
            <p:grpSpPr>
              <a:xfrm>
                <a:off x="3965789" y="3393545"/>
                <a:ext cx="31405" cy="26945"/>
                <a:chOff x="3965789" y="3393545"/>
                <a:chExt cx="31405" cy="26945"/>
              </a:xfrm>
            </p:grpSpPr>
            <p:sp>
              <p:nvSpPr>
                <p:cNvPr id="94" name="Google Shape;5841;p68">
                  <a:extLst>
                    <a:ext uri="{FF2B5EF4-FFF2-40B4-BE49-F238E27FC236}">
                      <a16:creationId xmlns:a16="http://schemas.microsoft.com/office/drawing/2014/main" id="{D01FF1F0-2FDA-FCC7-60F8-C70940B1FDD9}"/>
                    </a:ext>
                  </a:extLst>
                </p:cNvPr>
                <p:cNvSpPr/>
                <p:nvPr/>
              </p:nvSpPr>
              <p:spPr>
                <a:xfrm>
                  <a:off x="3965789" y="3393545"/>
                  <a:ext cx="31405" cy="26945"/>
                </a:xfrm>
                <a:custGeom>
                  <a:avLst/>
                  <a:gdLst/>
                  <a:ahLst/>
                  <a:cxnLst/>
                  <a:rect l="l" t="t" r="r" b="b"/>
                  <a:pathLst>
                    <a:path w="3993" h="3426" extrusionOk="0">
                      <a:moveTo>
                        <a:pt x="2273" y="0"/>
                      </a:moveTo>
                      <a:cubicBezTo>
                        <a:pt x="1854" y="0"/>
                        <a:pt x="1426" y="158"/>
                        <a:pt x="1077" y="510"/>
                      </a:cubicBezTo>
                      <a:cubicBezTo>
                        <a:pt x="1" y="1586"/>
                        <a:pt x="763" y="3425"/>
                        <a:pt x="2287" y="3425"/>
                      </a:cubicBezTo>
                      <a:cubicBezTo>
                        <a:pt x="3231" y="3425"/>
                        <a:pt x="3993" y="2663"/>
                        <a:pt x="3993" y="1720"/>
                      </a:cubicBezTo>
                      <a:cubicBezTo>
                        <a:pt x="3993" y="688"/>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5842;p68">
                  <a:extLst>
                    <a:ext uri="{FF2B5EF4-FFF2-40B4-BE49-F238E27FC236}">
                      <a16:creationId xmlns:a16="http://schemas.microsoft.com/office/drawing/2014/main" id="{CF6A7D63-DBC5-27C2-C7CF-45FDEF2627BF}"/>
                    </a:ext>
                  </a:extLst>
                </p:cNvPr>
                <p:cNvSpPr/>
                <p:nvPr/>
              </p:nvSpPr>
              <p:spPr>
                <a:xfrm>
                  <a:off x="3978632" y="3403259"/>
                  <a:ext cx="8950" cy="7590"/>
                </a:xfrm>
                <a:custGeom>
                  <a:avLst/>
                  <a:gdLst/>
                  <a:ahLst/>
                  <a:cxnLst/>
                  <a:rect l="l" t="t" r="r" b="b"/>
                  <a:pathLst>
                    <a:path w="1138" h="965" extrusionOk="0">
                      <a:moveTo>
                        <a:pt x="654" y="1"/>
                      </a:moveTo>
                      <a:cubicBezTo>
                        <a:pt x="219" y="1"/>
                        <a:pt x="1" y="509"/>
                        <a:pt x="315" y="823"/>
                      </a:cubicBezTo>
                      <a:cubicBezTo>
                        <a:pt x="413" y="921"/>
                        <a:pt x="533" y="964"/>
                        <a:pt x="651" y="964"/>
                      </a:cubicBezTo>
                      <a:cubicBezTo>
                        <a:pt x="899" y="964"/>
                        <a:pt x="1138" y="772"/>
                        <a:pt x="1138" y="485"/>
                      </a:cubicBezTo>
                      <a:cubicBezTo>
                        <a:pt x="1138" y="206"/>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5843;p68">
                <a:extLst>
                  <a:ext uri="{FF2B5EF4-FFF2-40B4-BE49-F238E27FC236}">
                    <a16:creationId xmlns:a16="http://schemas.microsoft.com/office/drawing/2014/main" id="{F8FAEFAA-3165-B5AA-719C-DE349B03BDDF}"/>
                  </a:ext>
                </a:extLst>
              </p:cNvPr>
              <p:cNvGrpSpPr/>
              <p:nvPr/>
            </p:nvGrpSpPr>
            <p:grpSpPr>
              <a:xfrm>
                <a:off x="3925166" y="3491008"/>
                <a:ext cx="31405" cy="27001"/>
                <a:chOff x="3925166" y="3491008"/>
                <a:chExt cx="31405" cy="27001"/>
              </a:xfrm>
            </p:grpSpPr>
            <p:sp>
              <p:nvSpPr>
                <p:cNvPr id="92" name="Google Shape;5844;p68">
                  <a:extLst>
                    <a:ext uri="{FF2B5EF4-FFF2-40B4-BE49-F238E27FC236}">
                      <a16:creationId xmlns:a16="http://schemas.microsoft.com/office/drawing/2014/main" id="{2EC9C245-0934-F9DA-7966-B56DB24F6D4C}"/>
                    </a:ext>
                  </a:extLst>
                </p:cNvPr>
                <p:cNvSpPr/>
                <p:nvPr/>
              </p:nvSpPr>
              <p:spPr>
                <a:xfrm>
                  <a:off x="3925166" y="3491008"/>
                  <a:ext cx="31405" cy="27001"/>
                </a:xfrm>
                <a:custGeom>
                  <a:avLst/>
                  <a:gdLst/>
                  <a:ahLst/>
                  <a:cxnLst/>
                  <a:rect l="l" t="t" r="r" b="b"/>
                  <a:pathLst>
                    <a:path w="3993" h="3433" extrusionOk="0">
                      <a:moveTo>
                        <a:pt x="2273" y="1"/>
                      </a:moveTo>
                      <a:cubicBezTo>
                        <a:pt x="1853" y="1"/>
                        <a:pt x="1425" y="157"/>
                        <a:pt x="1077" y="505"/>
                      </a:cubicBezTo>
                      <a:cubicBezTo>
                        <a:pt x="0" y="1582"/>
                        <a:pt x="763" y="3432"/>
                        <a:pt x="2287" y="3432"/>
                      </a:cubicBezTo>
                      <a:cubicBezTo>
                        <a:pt x="3230" y="3432"/>
                        <a:pt x="3992" y="2658"/>
                        <a:pt x="3992" y="1715"/>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5845;p68">
                  <a:extLst>
                    <a:ext uri="{FF2B5EF4-FFF2-40B4-BE49-F238E27FC236}">
                      <a16:creationId xmlns:a16="http://schemas.microsoft.com/office/drawing/2014/main" id="{8E0CEF23-5C1E-6830-C1D7-0B47D819D070}"/>
                    </a:ext>
                  </a:extLst>
                </p:cNvPr>
                <p:cNvSpPr/>
                <p:nvPr/>
              </p:nvSpPr>
              <p:spPr>
                <a:xfrm>
                  <a:off x="3939339" y="3500682"/>
                  <a:ext cx="7621" cy="7621"/>
                </a:xfrm>
                <a:custGeom>
                  <a:avLst/>
                  <a:gdLst/>
                  <a:ahLst/>
                  <a:cxnLst/>
                  <a:rect l="l" t="t" r="r" b="b"/>
                  <a:pathLst>
                    <a:path w="969" h="969" extrusionOk="0">
                      <a:moveTo>
                        <a:pt x="485" y="1"/>
                      </a:moveTo>
                      <a:cubicBezTo>
                        <a:pt x="219" y="1"/>
                        <a:pt x="1" y="218"/>
                        <a:pt x="1" y="485"/>
                      </a:cubicBezTo>
                      <a:cubicBezTo>
                        <a:pt x="1" y="751"/>
                        <a:pt x="219" y="968"/>
                        <a:pt x="485" y="968"/>
                      </a:cubicBezTo>
                      <a:cubicBezTo>
                        <a:pt x="751" y="968"/>
                        <a:pt x="969" y="751"/>
                        <a:pt x="969" y="485"/>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846;p68">
                <a:extLst>
                  <a:ext uri="{FF2B5EF4-FFF2-40B4-BE49-F238E27FC236}">
                    <a16:creationId xmlns:a16="http://schemas.microsoft.com/office/drawing/2014/main" id="{F14D9378-10DB-7779-6F30-EDAA95171987}"/>
                  </a:ext>
                </a:extLst>
              </p:cNvPr>
              <p:cNvGrpSpPr/>
              <p:nvPr/>
            </p:nvGrpSpPr>
            <p:grpSpPr>
              <a:xfrm>
                <a:off x="3682845" y="3340976"/>
                <a:ext cx="31397" cy="26898"/>
                <a:chOff x="3682845" y="3340976"/>
                <a:chExt cx="31397" cy="26898"/>
              </a:xfrm>
            </p:grpSpPr>
            <p:sp>
              <p:nvSpPr>
                <p:cNvPr id="90" name="Google Shape;5847;p68">
                  <a:extLst>
                    <a:ext uri="{FF2B5EF4-FFF2-40B4-BE49-F238E27FC236}">
                      <a16:creationId xmlns:a16="http://schemas.microsoft.com/office/drawing/2014/main" id="{262258AB-8A94-766C-6306-B61C857C6A5A}"/>
                    </a:ext>
                  </a:extLst>
                </p:cNvPr>
                <p:cNvSpPr/>
                <p:nvPr/>
              </p:nvSpPr>
              <p:spPr>
                <a:xfrm>
                  <a:off x="3682845" y="3340976"/>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5848;p68">
                  <a:extLst>
                    <a:ext uri="{FF2B5EF4-FFF2-40B4-BE49-F238E27FC236}">
                      <a16:creationId xmlns:a16="http://schemas.microsoft.com/office/drawing/2014/main" id="{067BEF5D-1426-3485-B023-0074F19C3AA7}"/>
                    </a:ext>
                  </a:extLst>
                </p:cNvPr>
                <p:cNvSpPr/>
                <p:nvPr/>
              </p:nvSpPr>
              <p:spPr>
                <a:xfrm>
                  <a:off x="3695783" y="3350650"/>
                  <a:ext cx="8856" cy="7645"/>
                </a:xfrm>
                <a:custGeom>
                  <a:avLst/>
                  <a:gdLst/>
                  <a:ahLst/>
                  <a:cxnLst/>
                  <a:rect l="l" t="t" r="r" b="b"/>
                  <a:pathLst>
                    <a:path w="1126" h="972" extrusionOk="0">
                      <a:moveTo>
                        <a:pt x="641" y="0"/>
                      </a:moveTo>
                      <a:cubicBezTo>
                        <a:pt x="206" y="0"/>
                        <a:pt x="0" y="520"/>
                        <a:pt x="303" y="823"/>
                      </a:cubicBezTo>
                      <a:cubicBezTo>
                        <a:pt x="401" y="926"/>
                        <a:pt x="524" y="972"/>
                        <a:pt x="643" y="972"/>
                      </a:cubicBezTo>
                      <a:cubicBezTo>
                        <a:pt x="890" y="972"/>
                        <a:pt x="1125" y="777"/>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 name="Google Shape;5849;p68">
                <a:extLst>
                  <a:ext uri="{FF2B5EF4-FFF2-40B4-BE49-F238E27FC236}">
                    <a16:creationId xmlns:a16="http://schemas.microsoft.com/office/drawing/2014/main" id="{5E64E5C5-7079-6059-4CCF-82FAE86E707E}"/>
                  </a:ext>
                </a:extLst>
              </p:cNvPr>
              <p:cNvGrpSpPr/>
              <p:nvPr/>
            </p:nvGrpSpPr>
            <p:grpSpPr>
              <a:xfrm>
                <a:off x="3795393" y="3353725"/>
                <a:ext cx="31499" cy="26993"/>
                <a:chOff x="3795393" y="3353725"/>
                <a:chExt cx="31499" cy="26993"/>
              </a:xfrm>
            </p:grpSpPr>
            <p:sp>
              <p:nvSpPr>
                <p:cNvPr id="88" name="Google Shape;5850;p68">
                  <a:extLst>
                    <a:ext uri="{FF2B5EF4-FFF2-40B4-BE49-F238E27FC236}">
                      <a16:creationId xmlns:a16="http://schemas.microsoft.com/office/drawing/2014/main" id="{BFB84605-4B95-6FA9-300B-1B87194A505F}"/>
                    </a:ext>
                  </a:extLst>
                </p:cNvPr>
                <p:cNvSpPr/>
                <p:nvPr/>
              </p:nvSpPr>
              <p:spPr>
                <a:xfrm>
                  <a:off x="3795393" y="3353725"/>
                  <a:ext cx="31499" cy="26993"/>
                </a:xfrm>
                <a:custGeom>
                  <a:avLst/>
                  <a:gdLst/>
                  <a:ahLst/>
                  <a:cxnLst/>
                  <a:rect l="l" t="t" r="r" b="b"/>
                  <a:pathLst>
                    <a:path w="4005" h="3432" extrusionOk="0">
                      <a:moveTo>
                        <a:pt x="2285" y="0"/>
                      </a:moveTo>
                      <a:cubicBezTo>
                        <a:pt x="1865" y="0"/>
                        <a:pt x="1437" y="156"/>
                        <a:pt x="1089" y="504"/>
                      </a:cubicBezTo>
                      <a:cubicBezTo>
                        <a:pt x="0" y="1581"/>
                        <a:pt x="775" y="3432"/>
                        <a:pt x="2299" y="3432"/>
                      </a:cubicBezTo>
                      <a:cubicBezTo>
                        <a:pt x="3242" y="3432"/>
                        <a:pt x="4005" y="2658"/>
                        <a:pt x="4005" y="1714"/>
                      </a:cubicBezTo>
                      <a:cubicBezTo>
                        <a:pt x="4005"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5851;p68">
                  <a:extLst>
                    <a:ext uri="{FF2B5EF4-FFF2-40B4-BE49-F238E27FC236}">
                      <a16:creationId xmlns:a16="http://schemas.microsoft.com/office/drawing/2014/main" id="{A5576CFC-8EA7-CBCE-618A-B0A8D95FAA5F}"/>
                    </a:ext>
                  </a:extLst>
                </p:cNvPr>
                <p:cNvSpPr/>
                <p:nvPr/>
              </p:nvSpPr>
              <p:spPr>
                <a:xfrm>
                  <a:off x="3809668" y="3363399"/>
                  <a:ext cx="7613" cy="7613"/>
                </a:xfrm>
                <a:custGeom>
                  <a:avLst/>
                  <a:gdLst/>
                  <a:ahLst/>
                  <a:cxnLst/>
                  <a:rect l="l" t="t" r="r" b="b"/>
                  <a:pathLst>
                    <a:path w="968" h="968" extrusionOk="0">
                      <a:moveTo>
                        <a:pt x="484" y="0"/>
                      </a:moveTo>
                      <a:cubicBezTo>
                        <a:pt x="206" y="0"/>
                        <a:pt x="0" y="218"/>
                        <a:pt x="0" y="484"/>
                      </a:cubicBezTo>
                      <a:cubicBezTo>
                        <a:pt x="0" y="750"/>
                        <a:pt x="206"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 name="Google Shape;5852;p68">
                <a:extLst>
                  <a:ext uri="{FF2B5EF4-FFF2-40B4-BE49-F238E27FC236}">
                    <a16:creationId xmlns:a16="http://schemas.microsoft.com/office/drawing/2014/main" id="{9E604CF8-A6CD-CFFE-AF36-3CA795A828CD}"/>
                  </a:ext>
                </a:extLst>
              </p:cNvPr>
              <p:cNvGrpSpPr/>
              <p:nvPr/>
            </p:nvGrpSpPr>
            <p:grpSpPr>
              <a:xfrm>
                <a:off x="4176909" y="4363221"/>
                <a:ext cx="38924" cy="33316"/>
                <a:chOff x="4176909" y="4363221"/>
                <a:chExt cx="38924" cy="33316"/>
              </a:xfrm>
            </p:grpSpPr>
            <p:sp>
              <p:nvSpPr>
                <p:cNvPr id="86" name="Google Shape;5853;p68">
                  <a:extLst>
                    <a:ext uri="{FF2B5EF4-FFF2-40B4-BE49-F238E27FC236}">
                      <a16:creationId xmlns:a16="http://schemas.microsoft.com/office/drawing/2014/main" id="{92584F41-F90F-423A-CF70-FFDE9FB4C8C2}"/>
                    </a:ext>
                  </a:extLst>
                </p:cNvPr>
                <p:cNvSpPr/>
                <p:nvPr/>
              </p:nvSpPr>
              <p:spPr>
                <a:xfrm>
                  <a:off x="4176909" y="4363221"/>
                  <a:ext cx="38924" cy="33316"/>
                </a:xfrm>
                <a:custGeom>
                  <a:avLst/>
                  <a:gdLst/>
                  <a:ahLst/>
                  <a:cxnLst/>
                  <a:rect l="l" t="t" r="r" b="b"/>
                  <a:pathLst>
                    <a:path w="4949" h="4236" extrusionOk="0">
                      <a:moveTo>
                        <a:pt x="2823" y="0"/>
                      </a:moveTo>
                      <a:cubicBezTo>
                        <a:pt x="2301" y="0"/>
                        <a:pt x="1767" y="195"/>
                        <a:pt x="1331" y="631"/>
                      </a:cubicBezTo>
                      <a:cubicBezTo>
                        <a:pt x="1" y="1961"/>
                        <a:pt x="944" y="4236"/>
                        <a:pt x="2831" y="4236"/>
                      </a:cubicBezTo>
                      <a:cubicBezTo>
                        <a:pt x="4005" y="4236"/>
                        <a:pt x="4948" y="3292"/>
                        <a:pt x="4948" y="2119"/>
                      </a:cubicBezTo>
                      <a:cubicBezTo>
                        <a:pt x="4948" y="844"/>
                        <a:pt x="3911" y="0"/>
                        <a:pt x="282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5854;p68">
                  <a:extLst>
                    <a:ext uri="{FF2B5EF4-FFF2-40B4-BE49-F238E27FC236}">
                      <a16:creationId xmlns:a16="http://schemas.microsoft.com/office/drawing/2014/main" id="{BD3A661B-8798-4F1C-576A-869AF84A8072}"/>
                    </a:ext>
                  </a:extLst>
                </p:cNvPr>
                <p:cNvSpPr/>
                <p:nvPr/>
              </p:nvSpPr>
              <p:spPr>
                <a:xfrm>
                  <a:off x="4192230" y="4372934"/>
                  <a:ext cx="13897" cy="13992"/>
                </a:xfrm>
                <a:custGeom>
                  <a:avLst/>
                  <a:gdLst/>
                  <a:ahLst/>
                  <a:cxnLst/>
                  <a:rect l="l" t="t" r="r" b="b"/>
                  <a:pathLst>
                    <a:path w="1767" h="1779" extrusionOk="0">
                      <a:moveTo>
                        <a:pt x="883" y="1"/>
                      </a:moveTo>
                      <a:cubicBezTo>
                        <a:pt x="399" y="1"/>
                        <a:pt x="0" y="400"/>
                        <a:pt x="0" y="896"/>
                      </a:cubicBezTo>
                      <a:cubicBezTo>
                        <a:pt x="0" y="1380"/>
                        <a:pt x="399" y="1779"/>
                        <a:pt x="883" y="1779"/>
                      </a:cubicBezTo>
                      <a:cubicBezTo>
                        <a:pt x="1379" y="1779"/>
                        <a:pt x="1766" y="1380"/>
                        <a:pt x="1766" y="896"/>
                      </a:cubicBezTo>
                      <a:cubicBezTo>
                        <a:pt x="1766" y="400"/>
                        <a:pt x="1379" y="1"/>
                        <a:pt x="88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855;p68">
                <a:extLst>
                  <a:ext uri="{FF2B5EF4-FFF2-40B4-BE49-F238E27FC236}">
                    <a16:creationId xmlns:a16="http://schemas.microsoft.com/office/drawing/2014/main" id="{E75159D1-2B6E-B806-2FE3-57C1FAC36B47}"/>
                  </a:ext>
                </a:extLst>
              </p:cNvPr>
              <p:cNvGrpSpPr/>
              <p:nvPr/>
            </p:nvGrpSpPr>
            <p:grpSpPr>
              <a:xfrm>
                <a:off x="4226191" y="4007660"/>
                <a:ext cx="33560" cy="28770"/>
                <a:chOff x="4226191" y="4007660"/>
                <a:chExt cx="33560" cy="28770"/>
              </a:xfrm>
            </p:grpSpPr>
            <p:sp>
              <p:nvSpPr>
                <p:cNvPr id="84" name="Google Shape;5856;p68">
                  <a:extLst>
                    <a:ext uri="{FF2B5EF4-FFF2-40B4-BE49-F238E27FC236}">
                      <a16:creationId xmlns:a16="http://schemas.microsoft.com/office/drawing/2014/main" id="{DFF63A8C-E842-E10C-D512-4A1DBA083C07}"/>
                    </a:ext>
                  </a:extLst>
                </p:cNvPr>
                <p:cNvSpPr/>
                <p:nvPr/>
              </p:nvSpPr>
              <p:spPr>
                <a:xfrm>
                  <a:off x="4226191" y="4007660"/>
                  <a:ext cx="33560" cy="28770"/>
                </a:xfrm>
                <a:custGeom>
                  <a:avLst/>
                  <a:gdLst/>
                  <a:ahLst/>
                  <a:cxnLst/>
                  <a:rect l="l" t="t" r="r" b="b"/>
                  <a:pathLst>
                    <a:path w="4267" h="3658" extrusionOk="0">
                      <a:moveTo>
                        <a:pt x="2427" y="1"/>
                      </a:moveTo>
                      <a:cubicBezTo>
                        <a:pt x="1980" y="1"/>
                        <a:pt x="1524" y="167"/>
                        <a:pt x="1150" y="537"/>
                      </a:cubicBezTo>
                      <a:cubicBezTo>
                        <a:pt x="1" y="1686"/>
                        <a:pt x="811" y="3645"/>
                        <a:pt x="2444" y="3658"/>
                      </a:cubicBezTo>
                      <a:cubicBezTo>
                        <a:pt x="3436" y="3645"/>
                        <a:pt x="4259" y="2835"/>
                        <a:pt x="4259" y="1843"/>
                      </a:cubicBezTo>
                      <a:cubicBezTo>
                        <a:pt x="4267" y="736"/>
                        <a:pt x="3369"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5857;p68">
                  <a:extLst>
                    <a:ext uri="{FF2B5EF4-FFF2-40B4-BE49-F238E27FC236}">
                      <a16:creationId xmlns:a16="http://schemas.microsoft.com/office/drawing/2014/main" id="{17BF4200-5FF9-3EDB-ED38-4E09B8F0431E}"/>
                    </a:ext>
                  </a:extLst>
                </p:cNvPr>
                <p:cNvSpPr/>
                <p:nvPr/>
              </p:nvSpPr>
              <p:spPr>
                <a:xfrm>
                  <a:off x="4239129" y="4017397"/>
                  <a:ext cx="10948" cy="9383"/>
                </a:xfrm>
                <a:custGeom>
                  <a:avLst/>
                  <a:gdLst/>
                  <a:ahLst/>
                  <a:cxnLst/>
                  <a:rect l="l" t="t" r="r" b="b"/>
                  <a:pathLst>
                    <a:path w="1392" h="1193" extrusionOk="0">
                      <a:moveTo>
                        <a:pt x="787" y="0"/>
                      </a:moveTo>
                      <a:cubicBezTo>
                        <a:pt x="267" y="0"/>
                        <a:pt x="1" y="641"/>
                        <a:pt x="376" y="1016"/>
                      </a:cubicBezTo>
                      <a:cubicBezTo>
                        <a:pt x="497" y="1138"/>
                        <a:pt x="647" y="1192"/>
                        <a:pt x="794" y="1192"/>
                      </a:cubicBezTo>
                      <a:cubicBezTo>
                        <a:pt x="1099" y="1192"/>
                        <a:pt x="1392" y="957"/>
                        <a:pt x="1392" y="605"/>
                      </a:cubicBezTo>
                      <a:cubicBezTo>
                        <a:pt x="1392" y="266"/>
                        <a:pt x="1126" y="0"/>
                        <a:pt x="78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858;p68">
                <a:extLst>
                  <a:ext uri="{FF2B5EF4-FFF2-40B4-BE49-F238E27FC236}">
                    <a16:creationId xmlns:a16="http://schemas.microsoft.com/office/drawing/2014/main" id="{AF10B6EB-A90D-6757-C759-07A31B512790}"/>
                  </a:ext>
                </a:extLst>
              </p:cNvPr>
              <p:cNvGrpSpPr/>
              <p:nvPr/>
            </p:nvGrpSpPr>
            <p:grpSpPr>
              <a:xfrm>
                <a:off x="3597785" y="3377045"/>
                <a:ext cx="33591" cy="28699"/>
                <a:chOff x="3597785" y="3377045"/>
                <a:chExt cx="33591" cy="28699"/>
              </a:xfrm>
            </p:grpSpPr>
            <p:sp>
              <p:nvSpPr>
                <p:cNvPr id="82" name="Google Shape;5859;p68">
                  <a:extLst>
                    <a:ext uri="{FF2B5EF4-FFF2-40B4-BE49-F238E27FC236}">
                      <a16:creationId xmlns:a16="http://schemas.microsoft.com/office/drawing/2014/main" id="{B6ADF8E1-CED9-38D3-7278-7880369EA23E}"/>
                    </a:ext>
                  </a:extLst>
                </p:cNvPr>
                <p:cNvSpPr/>
                <p:nvPr/>
              </p:nvSpPr>
              <p:spPr>
                <a:xfrm>
                  <a:off x="3597785" y="3377045"/>
                  <a:ext cx="33591" cy="28699"/>
                </a:xfrm>
                <a:custGeom>
                  <a:avLst/>
                  <a:gdLst/>
                  <a:ahLst/>
                  <a:cxnLst/>
                  <a:rect l="l" t="t" r="r" b="b"/>
                  <a:pathLst>
                    <a:path w="4271" h="3649" extrusionOk="0">
                      <a:moveTo>
                        <a:pt x="2428" y="0"/>
                      </a:moveTo>
                      <a:cubicBezTo>
                        <a:pt x="1979" y="0"/>
                        <a:pt x="1522" y="167"/>
                        <a:pt x="1150" y="539"/>
                      </a:cubicBezTo>
                      <a:cubicBezTo>
                        <a:pt x="0" y="1676"/>
                        <a:pt x="811" y="3648"/>
                        <a:pt x="2444" y="3648"/>
                      </a:cubicBezTo>
                      <a:cubicBezTo>
                        <a:pt x="3448" y="3648"/>
                        <a:pt x="4259" y="2826"/>
                        <a:pt x="4271" y="1822"/>
                      </a:cubicBezTo>
                      <a:cubicBezTo>
                        <a:pt x="4262" y="726"/>
                        <a:pt x="3364" y="0"/>
                        <a:pt x="242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5860;p68">
                  <a:extLst>
                    <a:ext uri="{FF2B5EF4-FFF2-40B4-BE49-F238E27FC236}">
                      <a16:creationId xmlns:a16="http://schemas.microsoft.com/office/drawing/2014/main" id="{56982FCC-35C2-021B-0A18-A74D4E7868F9}"/>
                    </a:ext>
                  </a:extLst>
                </p:cNvPr>
                <p:cNvSpPr/>
                <p:nvPr/>
              </p:nvSpPr>
              <p:spPr>
                <a:xfrm>
                  <a:off x="3612343" y="3386703"/>
                  <a:ext cx="9328" cy="9336"/>
                </a:xfrm>
                <a:custGeom>
                  <a:avLst/>
                  <a:gdLst/>
                  <a:ahLst/>
                  <a:cxnLst/>
                  <a:rect l="l" t="t" r="r" b="b"/>
                  <a:pathLst>
                    <a:path w="1186" h="1187" extrusionOk="0">
                      <a:moveTo>
                        <a:pt x="593" y="1"/>
                      </a:moveTo>
                      <a:cubicBezTo>
                        <a:pt x="266" y="1"/>
                        <a:pt x="0" y="267"/>
                        <a:pt x="0" y="594"/>
                      </a:cubicBezTo>
                      <a:cubicBezTo>
                        <a:pt x="0" y="920"/>
                        <a:pt x="266" y="1186"/>
                        <a:pt x="593" y="1186"/>
                      </a:cubicBezTo>
                      <a:cubicBezTo>
                        <a:pt x="920" y="1186"/>
                        <a:pt x="1186" y="920"/>
                        <a:pt x="1186" y="594"/>
                      </a:cubicBezTo>
                      <a:cubicBezTo>
                        <a:pt x="1186" y="267"/>
                        <a:pt x="920"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5861;p68">
                <a:extLst>
                  <a:ext uri="{FF2B5EF4-FFF2-40B4-BE49-F238E27FC236}">
                    <a16:creationId xmlns:a16="http://schemas.microsoft.com/office/drawing/2014/main" id="{FD700218-7468-A02B-B0D8-F58E06AF46F8}"/>
                  </a:ext>
                </a:extLst>
              </p:cNvPr>
              <p:cNvGrpSpPr/>
              <p:nvPr/>
            </p:nvGrpSpPr>
            <p:grpSpPr>
              <a:xfrm>
                <a:off x="3887870" y="3669796"/>
                <a:ext cx="33591" cy="28692"/>
                <a:chOff x="3887870" y="3669796"/>
                <a:chExt cx="33591" cy="28692"/>
              </a:xfrm>
            </p:grpSpPr>
            <p:sp>
              <p:nvSpPr>
                <p:cNvPr id="80" name="Google Shape;5862;p68">
                  <a:extLst>
                    <a:ext uri="{FF2B5EF4-FFF2-40B4-BE49-F238E27FC236}">
                      <a16:creationId xmlns:a16="http://schemas.microsoft.com/office/drawing/2014/main" id="{859C0C2C-9AEF-1342-5F15-B604634CFA8E}"/>
                    </a:ext>
                  </a:extLst>
                </p:cNvPr>
                <p:cNvSpPr/>
                <p:nvPr/>
              </p:nvSpPr>
              <p:spPr>
                <a:xfrm>
                  <a:off x="3887870" y="3669796"/>
                  <a:ext cx="33591" cy="28692"/>
                </a:xfrm>
                <a:custGeom>
                  <a:avLst/>
                  <a:gdLst/>
                  <a:ahLst/>
                  <a:cxnLst/>
                  <a:rect l="l" t="t" r="r" b="b"/>
                  <a:pathLst>
                    <a:path w="4271" h="3648" extrusionOk="0">
                      <a:moveTo>
                        <a:pt x="2431" y="0"/>
                      </a:moveTo>
                      <a:cubicBezTo>
                        <a:pt x="1981" y="0"/>
                        <a:pt x="1522" y="167"/>
                        <a:pt x="1150" y="539"/>
                      </a:cubicBezTo>
                      <a:cubicBezTo>
                        <a:pt x="1" y="1676"/>
                        <a:pt x="823" y="3648"/>
                        <a:pt x="2444" y="3648"/>
                      </a:cubicBezTo>
                      <a:cubicBezTo>
                        <a:pt x="3448" y="3648"/>
                        <a:pt x="4271" y="2825"/>
                        <a:pt x="4271" y="1821"/>
                      </a:cubicBezTo>
                      <a:cubicBezTo>
                        <a:pt x="4271" y="725"/>
                        <a:pt x="3370" y="0"/>
                        <a:pt x="24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5863;p68">
                  <a:extLst>
                    <a:ext uri="{FF2B5EF4-FFF2-40B4-BE49-F238E27FC236}">
                      <a16:creationId xmlns:a16="http://schemas.microsoft.com/office/drawing/2014/main" id="{7768B83C-C895-AF96-FF65-D5B1BC1DC59A}"/>
                    </a:ext>
                  </a:extLst>
                </p:cNvPr>
                <p:cNvSpPr/>
                <p:nvPr/>
              </p:nvSpPr>
              <p:spPr>
                <a:xfrm>
                  <a:off x="3902428" y="3679454"/>
                  <a:ext cx="9422" cy="9328"/>
                </a:xfrm>
                <a:custGeom>
                  <a:avLst/>
                  <a:gdLst/>
                  <a:ahLst/>
                  <a:cxnLst/>
                  <a:rect l="l" t="t" r="r" b="b"/>
                  <a:pathLst>
                    <a:path w="1198" h="1186" extrusionOk="0">
                      <a:moveTo>
                        <a:pt x="593" y="1"/>
                      </a:moveTo>
                      <a:cubicBezTo>
                        <a:pt x="266" y="1"/>
                        <a:pt x="0" y="267"/>
                        <a:pt x="0" y="593"/>
                      </a:cubicBezTo>
                      <a:cubicBezTo>
                        <a:pt x="0" y="920"/>
                        <a:pt x="266" y="1186"/>
                        <a:pt x="593" y="1186"/>
                      </a:cubicBezTo>
                      <a:cubicBezTo>
                        <a:pt x="932" y="1186"/>
                        <a:pt x="1198" y="920"/>
                        <a:pt x="1198" y="593"/>
                      </a:cubicBezTo>
                      <a:cubicBezTo>
                        <a:pt x="1198" y="267"/>
                        <a:pt x="932"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 name="Google Shape;5864;p68">
                <a:extLst>
                  <a:ext uri="{FF2B5EF4-FFF2-40B4-BE49-F238E27FC236}">
                    <a16:creationId xmlns:a16="http://schemas.microsoft.com/office/drawing/2014/main" id="{9E618ED7-820D-8D6B-6BD0-3E280317C5B5}"/>
                  </a:ext>
                </a:extLst>
              </p:cNvPr>
              <p:cNvGrpSpPr/>
              <p:nvPr/>
            </p:nvGrpSpPr>
            <p:grpSpPr>
              <a:xfrm>
                <a:off x="3818320" y="3481625"/>
                <a:ext cx="33497" cy="28770"/>
                <a:chOff x="3818320" y="3481625"/>
                <a:chExt cx="33497" cy="28770"/>
              </a:xfrm>
            </p:grpSpPr>
            <p:sp>
              <p:nvSpPr>
                <p:cNvPr id="78" name="Google Shape;5865;p68">
                  <a:extLst>
                    <a:ext uri="{FF2B5EF4-FFF2-40B4-BE49-F238E27FC236}">
                      <a16:creationId xmlns:a16="http://schemas.microsoft.com/office/drawing/2014/main" id="{7D8168CE-3F24-5486-4155-68DB0FA6FCF2}"/>
                    </a:ext>
                  </a:extLst>
                </p:cNvPr>
                <p:cNvSpPr/>
                <p:nvPr/>
              </p:nvSpPr>
              <p:spPr>
                <a:xfrm>
                  <a:off x="3818320" y="3481625"/>
                  <a:ext cx="33497" cy="28770"/>
                </a:xfrm>
                <a:custGeom>
                  <a:avLst/>
                  <a:gdLst/>
                  <a:ahLst/>
                  <a:cxnLst/>
                  <a:rect l="l" t="t" r="r" b="b"/>
                  <a:pathLst>
                    <a:path w="4259" h="3658" extrusionOk="0">
                      <a:moveTo>
                        <a:pt x="2421" y="1"/>
                      </a:moveTo>
                      <a:cubicBezTo>
                        <a:pt x="1975" y="1"/>
                        <a:pt x="1520" y="166"/>
                        <a:pt x="1150" y="537"/>
                      </a:cubicBezTo>
                      <a:cubicBezTo>
                        <a:pt x="1" y="1686"/>
                        <a:pt x="811" y="3658"/>
                        <a:pt x="2432" y="3658"/>
                      </a:cubicBezTo>
                      <a:cubicBezTo>
                        <a:pt x="3448" y="3658"/>
                        <a:pt x="4259" y="2835"/>
                        <a:pt x="4259" y="1831"/>
                      </a:cubicBezTo>
                      <a:cubicBezTo>
                        <a:pt x="4259" y="732"/>
                        <a:pt x="3359" y="1"/>
                        <a:pt x="242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5866;p68">
                  <a:extLst>
                    <a:ext uri="{FF2B5EF4-FFF2-40B4-BE49-F238E27FC236}">
                      <a16:creationId xmlns:a16="http://schemas.microsoft.com/office/drawing/2014/main" id="{92AB94FE-37CF-6087-2F03-717043919E32}"/>
                    </a:ext>
                  </a:extLst>
                </p:cNvPr>
                <p:cNvSpPr/>
                <p:nvPr/>
              </p:nvSpPr>
              <p:spPr>
                <a:xfrm>
                  <a:off x="3831258" y="3491362"/>
                  <a:ext cx="10956" cy="9375"/>
                </a:xfrm>
                <a:custGeom>
                  <a:avLst/>
                  <a:gdLst/>
                  <a:ahLst/>
                  <a:cxnLst/>
                  <a:rect l="l" t="t" r="r" b="b"/>
                  <a:pathLst>
                    <a:path w="1393" h="1192" extrusionOk="0">
                      <a:moveTo>
                        <a:pt x="787" y="0"/>
                      </a:moveTo>
                      <a:cubicBezTo>
                        <a:pt x="267" y="0"/>
                        <a:pt x="1" y="641"/>
                        <a:pt x="376" y="1016"/>
                      </a:cubicBezTo>
                      <a:cubicBezTo>
                        <a:pt x="497" y="1137"/>
                        <a:pt x="646" y="1192"/>
                        <a:pt x="792" y="1192"/>
                      </a:cubicBezTo>
                      <a:cubicBezTo>
                        <a:pt x="1098" y="1192"/>
                        <a:pt x="1392" y="953"/>
                        <a:pt x="1392" y="593"/>
                      </a:cubicBezTo>
                      <a:cubicBezTo>
                        <a:pt x="1392" y="266"/>
                        <a:pt x="1126" y="0"/>
                        <a:pt x="78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 name="Google Shape;5867;p68">
                <a:extLst>
                  <a:ext uri="{FF2B5EF4-FFF2-40B4-BE49-F238E27FC236}">
                    <a16:creationId xmlns:a16="http://schemas.microsoft.com/office/drawing/2014/main" id="{200E6B2B-96EF-51B6-554F-F54C9ABDB4AA}"/>
                  </a:ext>
                </a:extLst>
              </p:cNvPr>
              <p:cNvGrpSpPr/>
              <p:nvPr/>
            </p:nvGrpSpPr>
            <p:grpSpPr>
              <a:xfrm>
                <a:off x="4278139" y="4120948"/>
                <a:ext cx="37492" cy="32129"/>
                <a:chOff x="4278139" y="4120948"/>
                <a:chExt cx="37492" cy="32129"/>
              </a:xfrm>
            </p:grpSpPr>
            <p:sp>
              <p:nvSpPr>
                <p:cNvPr id="76" name="Google Shape;5868;p68">
                  <a:extLst>
                    <a:ext uri="{FF2B5EF4-FFF2-40B4-BE49-F238E27FC236}">
                      <a16:creationId xmlns:a16="http://schemas.microsoft.com/office/drawing/2014/main" id="{ECFDB61C-794D-10BE-0FFF-29A0FF07DD73}"/>
                    </a:ext>
                  </a:extLst>
                </p:cNvPr>
                <p:cNvSpPr/>
                <p:nvPr/>
              </p:nvSpPr>
              <p:spPr>
                <a:xfrm>
                  <a:off x="4278139" y="4120948"/>
                  <a:ext cx="37492" cy="32129"/>
                </a:xfrm>
                <a:custGeom>
                  <a:avLst/>
                  <a:gdLst/>
                  <a:ahLst/>
                  <a:cxnLst/>
                  <a:rect l="l" t="t" r="r" b="b"/>
                  <a:pathLst>
                    <a:path w="4767" h="4085" extrusionOk="0">
                      <a:moveTo>
                        <a:pt x="2708" y="0"/>
                      </a:moveTo>
                      <a:cubicBezTo>
                        <a:pt x="2207" y="0"/>
                        <a:pt x="1697" y="186"/>
                        <a:pt x="1283" y="600"/>
                      </a:cubicBezTo>
                      <a:cubicBezTo>
                        <a:pt x="1" y="1895"/>
                        <a:pt x="908" y="4084"/>
                        <a:pt x="2722" y="4084"/>
                      </a:cubicBezTo>
                      <a:cubicBezTo>
                        <a:pt x="3847" y="4084"/>
                        <a:pt x="4755" y="3177"/>
                        <a:pt x="4767" y="2052"/>
                      </a:cubicBezTo>
                      <a:cubicBezTo>
                        <a:pt x="4767" y="815"/>
                        <a:pt x="3758" y="0"/>
                        <a:pt x="270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5869;p68">
                  <a:extLst>
                    <a:ext uri="{FF2B5EF4-FFF2-40B4-BE49-F238E27FC236}">
                      <a16:creationId xmlns:a16="http://schemas.microsoft.com/office/drawing/2014/main" id="{A7D15910-B595-6A68-C910-C58168DCB5A9}"/>
                    </a:ext>
                  </a:extLst>
                </p:cNvPr>
                <p:cNvSpPr/>
                <p:nvPr/>
              </p:nvSpPr>
              <p:spPr>
                <a:xfrm>
                  <a:off x="4290983" y="4130614"/>
                  <a:ext cx="14943" cy="12812"/>
                </a:xfrm>
                <a:custGeom>
                  <a:avLst/>
                  <a:gdLst/>
                  <a:ahLst/>
                  <a:cxnLst/>
                  <a:rect l="l" t="t" r="r" b="b"/>
                  <a:pathLst>
                    <a:path w="1900" h="1629" extrusionOk="0">
                      <a:moveTo>
                        <a:pt x="1089" y="0"/>
                      </a:moveTo>
                      <a:cubicBezTo>
                        <a:pt x="363" y="0"/>
                        <a:pt x="1" y="883"/>
                        <a:pt x="509" y="1391"/>
                      </a:cubicBezTo>
                      <a:cubicBezTo>
                        <a:pt x="673" y="1555"/>
                        <a:pt x="876" y="1629"/>
                        <a:pt x="1076" y="1629"/>
                      </a:cubicBezTo>
                      <a:cubicBezTo>
                        <a:pt x="1495" y="1629"/>
                        <a:pt x="1900" y="1306"/>
                        <a:pt x="1900" y="823"/>
                      </a:cubicBezTo>
                      <a:cubicBezTo>
                        <a:pt x="1900" y="363"/>
                        <a:pt x="1537" y="0"/>
                        <a:pt x="108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70;p68">
                <a:extLst>
                  <a:ext uri="{FF2B5EF4-FFF2-40B4-BE49-F238E27FC236}">
                    <a16:creationId xmlns:a16="http://schemas.microsoft.com/office/drawing/2014/main" id="{47FB8935-D5A1-0DA8-130E-A7B5BC23E0DA}"/>
                  </a:ext>
                </a:extLst>
              </p:cNvPr>
              <p:cNvGrpSpPr/>
              <p:nvPr/>
            </p:nvGrpSpPr>
            <p:grpSpPr>
              <a:xfrm>
                <a:off x="4419898" y="3977388"/>
                <a:ext cx="33497" cy="28692"/>
                <a:chOff x="4419898" y="3977388"/>
                <a:chExt cx="33497" cy="28692"/>
              </a:xfrm>
            </p:grpSpPr>
            <p:sp>
              <p:nvSpPr>
                <p:cNvPr id="74" name="Google Shape;5871;p68">
                  <a:extLst>
                    <a:ext uri="{FF2B5EF4-FFF2-40B4-BE49-F238E27FC236}">
                      <a16:creationId xmlns:a16="http://schemas.microsoft.com/office/drawing/2014/main" id="{F31B79CD-4BEE-2460-EB91-C8152335952F}"/>
                    </a:ext>
                  </a:extLst>
                </p:cNvPr>
                <p:cNvSpPr/>
                <p:nvPr/>
              </p:nvSpPr>
              <p:spPr>
                <a:xfrm>
                  <a:off x="4419898" y="3977388"/>
                  <a:ext cx="33497" cy="28692"/>
                </a:xfrm>
                <a:custGeom>
                  <a:avLst/>
                  <a:gdLst/>
                  <a:ahLst/>
                  <a:cxnLst/>
                  <a:rect l="l" t="t" r="r" b="b"/>
                  <a:pathLst>
                    <a:path w="4259" h="3648" extrusionOk="0">
                      <a:moveTo>
                        <a:pt x="2426" y="0"/>
                      </a:moveTo>
                      <a:cubicBezTo>
                        <a:pt x="1979" y="0"/>
                        <a:pt x="1522" y="167"/>
                        <a:pt x="1150" y="539"/>
                      </a:cubicBezTo>
                      <a:cubicBezTo>
                        <a:pt x="1" y="1688"/>
                        <a:pt x="811" y="3648"/>
                        <a:pt x="2432" y="3648"/>
                      </a:cubicBezTo>
                      <a:cubicBezTo>
                        <a:pt x="3448" y="3648"/>
                        <a:pt x="4259" y="2837"/>
                        <a:pt x="4259" y="1833"/>
                      </a:cubicBezTo>
                      <a:cubicBezTo>
                        <a:pt x="4259" y="729"/>
                        <a:pt x="3362" y="0"/>
                        <a:pt x="242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5872;p68">
                  <a:extLst>
                    <a:ext uri="{FF2B5EF4-FFF2-40B4-BE49-F238E27FC236}">
                      <a16:creationId xmlns:a16="http://schemas.microsoft.com/office/drawing/2014/main" id="{16DE6627-7068-66B1-7183-69641EE21A4E}"/>
                    </a:ext>
                  </a:extLst>
                </p:cNvPr>
                <p:cNvSpPr/>
                <p:nvPr/>
              </p:nvSpPr>
              <p:spPr>
                <a:xfrm>
                  <a:off x="4432742" y="3987046"/>
                  <a:ext cx="11042" cy="9399"/>
                </a:xfrm>
                <a:custGeom>
                  <a:avLst/>
                  <a:gdLst/>
                  <a:ahLst/>
                  <a:cxnLst/>
                  <a:rect l="l" t="t" r="r" b="b"/>
                  <a:pathLst>
                    <a:path w="1404" h="1195" extrusionOk="0">
                      <a:moveTo>
                        <a:pt x="799" y="0"/>
                      </a:moveTo>
                      <a:cubicBezTo>
                        <a:pt x="267" y="0"/>
                        <a:pt x="1" y="641"/>
                        <a:pt x="376" y="1016"/>
                      </a:cubicBezTo>
                      <a:cubicBezTo>
                        <a:pt x="499" y="1139"/>
                        <a:pt x="650" y="1195"/>
                        <a:pt x="799" y="1195"/>
                      </a:cubicBezTo>
                      <a:cubicBezTo>
                        <a:pt x="1104" y="1195"/>
                        <a:pt x="1396" y="963"/>
                        <a:pt x="1404" y="605"/>
                      </a:cubicBezTo>
                      <a:cubicBezTo>
                        <a:pt x="1404" y="266"/>
                        <a:pt x="1138"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873;p68">
                <a:extLst>
                  <a:ext uri="{FF2B5EF4-FFF2-40B4-BE49-F238E27FC236}">
                    <a16:creationId xmlns:a16="http://schemas.microsoft.com/office/drawing/2014/main" id="{C607683A-BBF5-EC1A-9A62-3EE76021C6DF}"/>
                  </a:ext>
                </a:extLst>
              </p:cNvPr>
              <p:cNvGrpSpPr/>
              <p:nvPr/>
            </p:nvGrpSpPr>
            <p:grpSpPr>
              <a:xfrm>
                <a:off x="4158930" y="4034684"/>
                <a:ext cx="33497" cy="28762"/>
                <a:chOff x="4158930" y="4034684"/>
                <a:chExt cx="33497" cy="28762"/>
              </a:xfrm>
            </p:grpSpPr>
            <p:sp>
              <p:nvSpPr>
                <p:cNvPr id="72" name="Google Shape;5874;p68">
                  <a:extLst>
                    <a:ext uri="{FF2B5EF4-FFF2-40B4-BE49-F238E27FC236}">
                      <a16:creationId xmlns:a16="http://schemas.microsoft.com/office/drawing/2014/main" id="{98ED41B0-52D2-700A-66DC-75C7B2600C0A}"/>
                    </a:ext>
                  </a:extLst>
                </p:cNvPr>
                <p:cNvSpPr/>
                <p:nvPr/>
              </p:nvSpPr>
              <p:spPr>
                <a:xfrm>
                  <a:off x="4158930" y="4034684"/>
                  <a:ext cx="33497" cy="28762"/>
                </a:xfrm>
                <a:custGeom>
                  <a:avLst/>
                  <a:gdLst/>
                  <a:ahLst/>
                  <a:cxnLst/>
                  <a:rect l="l" t="t" r="r" b="b"/>
                  <a:pathLst>
                    <a:path w="4259" h="3657" extrusionOk="0">
                      <a:moveTo>
                        <a:pt x="2421" y="0"/>
                      </a:moveTo>
                      <a:cubicBezTo>
                        <a:pt x="1974" y="0"/>
                        <a:pt x="1520" y="166"/>
                        <a:pt x="1149" y="536"/>
                      </a:cubicBezTo>
                      <a:cubicBezTo>
                        <a:pt x="0" y="1685"/>
                        <a:pt x="811" y="3645"/>
                        <a:pt x="2432" y="3657"/>
                      </a:cubicBezTo>
                      <a:cubicBezTo>
                        <a:pt x="3436" y="3645"/>
                        <a:pt x="4258" y="2834"/>
                        <a:pt x="4258" y="1830"/>
                      </a:cubicBezTo>
                      <a:cubicBezTo>
                        <a:pt x="4258" y="732"/>
                        <a:pt x="3358" y="0"/>
                        <a:pt x="242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5875;p68">
                  <a:extLst>
                    <a:ext uri="{FF2B5EF4-FFF2-40B4-BE49-F238E27FC236}">
                      <a16:creationId xmlns:a16="http://schemas.microsoft.com/office/drawing/2014/main" id="{C8CA3247-DFBE-ADE7-B091-4FA7D8CF3A2A}"/>
                    </a:ext>
                  </a:extLst>
                </p:cNvPr>
                <p:cNvSpPr/>
                <p:nvPr/>
              </p:nvSpPr>
              <p:spPr>
                <a:xfrm>
                  <a:off x="4173385" y="4044319"/>
                  <a:ext cx="9336" cy="9430"/>
                </a:xfrm>
                <a:custGeom>
                  <a:avLst/>
                  <a:gdLst/>
                  <a:ahLst/>
                  <a:cxnLst/>
                  <a:rect l="l" t="t" r="r" b="b"/>
                  <a:pathLst>
                    <a:path w="1187" h="1199" extrusionOk="0">
                      <a:moveTo>
                        <a:pt x="594" y="1"/>
                      </a:moveTo>
                      <a:cubicBezTo>
                        <a:pt x="267" y="1"/>
                        <a:pt x="1" y="279"/>
                        <a:pt x="1" y="605"/>
                      </a:cubicBezTo>
                      <a:cubicBezTo>
                        <a:pt x="1" y="932"/>
                        <a:pt x="267" y="1198"/>
                        <a:pt x="594" y="1198"/>
                      </a:cubicBezTo>
                      <a:cubicBezTo>
                        <a:pt x="920" y="1198"/>
                        <a:pt x="1186" y="932"/>
                        <a:pt x="1186" y="605"/>
                      </a:cubicBezTo>
                      <a:cubicBezTo>
                        <a:pt x="1186" y="279"/>
                        <a:pt x="920" y="1"/>
                        <a:pt x="5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5876;p68">
                <a:extLst>
                  <a:ext uri="{FF2B5EF4-FFF2-40B4-BE49-F238E27FC236}">
                    <a16:creationId xmlns:a16="http://schemas.microsoft.com/office/drawing/2014/main" id="{5AE418F7-59EA-0D27-AB9B-62995D034306}"/>
                  </a:ext>
                </a:extLst>
              </p:cNvPr>
              <p:cNvGrpSpPr/>
              <p:nvPr/>
            </p:nvGrpSpPr>
            <p:grpSpPr>
              <a:xfrm>
                <a:off x="4134949" y="3957049"/>
                <a:ext cx="33497" cy="28770"/>
                <a:chOff x="4134949" y="3957049"/>
                <a:chExt cx="33497" cy="28770"/>
              </a:xfrm>
            </p:grpSpPr>
            <p:sp>
              <p:nvSpPr>
                <p:cNvPr id="70" name="Google Shape;5877;p68">
                  <a:extLst>
                    <a:ext uri="{FF2B5EF4-FFF2-40B4-BE49-F238E27FC236}">
                      <a16:creationId xmlns:a16="http://schemas.microsoft.com/office/drawing/2014/main" id="{70157C79-042F-A5A0-3BAA-94E3DC7ED903}"/>
                    </a:ext>
                  </a:extLst>
                </p:cNvPr>
                <p:cNvSpPr/>
                <p:nvPr/>
              </p:nvSpPr>
              <p:spPr>
                <a:xfrm>
                  <a:off x="4134949" y="3957049"/>
                  <a:ext cx="33497" cy="28770"/>
                </a:xfrm>
                <a:custGeom>
                  <a:avLst/>
                  <a:gdLst/>
                  <a:ahLst/>
                  <a:cxnLst/>
                  <a:rect l="l" t="t" r="r" b="b"/>
                  <a:pathLst>
                    <a:path w="4259" h="3658" extrusionOk="0">
                      <a:moveTo>
                        <a:pt x="2421" y="0"/>
                      </a:moveTo>
                      <a:cubicBezTo>
                        <a:pt x="1975" y="0"/>
                        <a:pt x="1520" y="166"/>
                        <a:pt x="1150" y="536"/>
                      </a:cubicBezTo>
                      <a:cubicBezTo>
                        <a:pt x="1" y="1685"/>
                        <a:pt x="811" y="3657"/>
                        <a:pt x="2432" y="3657"/>
                      </a:cubicBezTo>
                      <a:cubicBezTo>
                        <a:pt x="3436" y="3657"/>
                        <a:pt x="4259" y="2834"/>
                        <a:pt x="4259" y="1830"/>
                      </a:cubicBezTo>
                      <a:cubicBezTo>
                        <a:pt x="4259" y="732"/>
                        <a:pt x="3359" y="0"/>
                        <a:pt x="242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5878;p68">
                  <a:extLst>
                    <a:ext uri="{FF2B5EF4-FFF2-40B4-BE49-F238E27FC236}">
                      <a16:creationId xmlns:a16="http://schemas.microsoft.com/office/drawing/2014/main" id="{6610D4BC-DD51-BB77-EFBD-5C0180F32972}"/>
                    </a:ext>
                  </a:extLst>
                </p:cNvPr>
                <p:cNvSpPr/>
                <p:nvPr/>
              </p:nvSpPr>
              <p:spPr>
                <a:xfrm>
                  <a:off x="4147793" y="3966778"/>
                  <a:ext cx="10956" cy="9383"/>
                </a:xfrm>
                <a:custGeom>
                  <a:avLst/>
                  <a:gdLst/>
                  <a:ahLst/>
                  <a:cxnLst/>
                  <a:rect l="l" t="t" r="r" b="b"/>
                  <a:pathLst>
                    <a:path w="1393" h="1193" extrusionOk="0">
                      <a:moveTo>
                        <a:pt x="799" y="1"/>
                      </a:moveTo>
                      <a:cubicBezTo>
                        <a:pt x="267" y="1"/>
                        <a:pt x="1" y="642"/>
                        <a:pt x="376" y="1017"/>
                      </a:cubicBezTo>
                      <a:cubicBezTo>
                        <a:pt x="497" y="1138"/>
                        <a:pt x="646" y="1192"/>
                        <a:pt x="792" y="1192"/>
                      </a:cubicBezTo>
                      <a:cubicBezTo>
                        <a:pt x="1098" y="1192"/>
                        <a:pt x="1392" y="954"/>
                        <a:pt x="1392" y="593"/>
                      </a:cubicBezTo>
                      <a:cubicBezTo>
                        <a:pt x="1392" y="267"/>
                        <a:pt x="1126" y="1"/>
                        <a:pt x="799"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 name="Google Shape;5879;p68">
                <a:extLst>
                  <a:ext uri="{FF2B5EF4-FFF2-40B4-BE49-F238E27FC236}">
                    <a16:creationId xmlns:a16="http://schemas.microsoft.com/office/drawing/2014/main" id="{A8DB6C69-2B1E-EECA-30FA-BF7050956C28}"/>
                  </a:ext>
                </a:extLst>
              </p:cNvPr>
              <p:cNvGrpSpPr/>
              <p:nvPr/>
            </p:nvGrpSpPr>
            <p:grpSpPr>
              <a:xfrm>
                <a:off x="4193653" y="4184403"/>
                <a:ext cx="43580" cy="37264"/>
                <a:chOff x="4193653" y="4184403"/>
                <a:chExt cx="43580" cy="37264"/>
              </a:xfrm>
            </p:grpSpPr>
            <p:sp>
              <p:nvSpPr>
                <p:cNvPr id="68" name="Google Shape;5880;p68">
                  <a:extLst>
                    <a:ext uri="{FF2B5EF4-FFF2-40B4-BE49-F238E27FC236}">
                      <a16:creationId xmlns:a16="http://schemas.microsoft.com/office/drawing/2014/main" id="{5B5296BA-6997-E81C-F85D-14B3463D71E2}"/>
                    </a:ext>
                  </a:extLst>
                </p:cNvPr>
                <p:cNvSpPr/>
                <p:nvPr/>
              </p:nvSpPr>
              <p:spPr>
                <a:xfrm>
                  <a:off x="4193653" y="4184403"/>
                  <a:ext cx="43580" cy="37264"/>
                </a:xfrm>
                <a:custGeom>
                  <a:avLst/>
                  <a:gdLst/>
                  <a:ahLst/>
                  <a:cxnLst/>
                  <a:rect l="l" t="t" r="r" b="b"/>
                  <a:pathLst>
                    <a:path w="5541" h="4738" extrusionOk="0">
                      <a:moveTo>
                        <a:pt x="3156" y="1"/>
                      </a:moveTo>
                      <a:cubicBezTo>
                        <a:pt x="2575" y="1"/>
                        <a:pt x="1982" y="216"/>
                        <a:pt x="1501" y="698"/>
                      </a:cubicBezTo>
                      <a:cubicBezTo>
                        <a:pt x="1" y="2185"/>
                        <a:pt x="1065" y="4738"/>
                        <a:pt x="3170" y="4738"/>
                      </a:cubicBezTo>
                      <a:cubicBezTo>
                        <a:pt x="4476" y="4738"/>
                        <a:pt x="5529" y="3673"/>
                        <a:pt x="5541" y="2367"/>
                      </a:cubicBezTo>
                      <a:cubicBezTo>
                        <a:pt x="5541" y="943"/>
                        <a:pt x="4373" y="1"/>
                        <a:pt x="315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881;p68">
                  <a:extLst>
                    <a:ext uri="{FF2B5EF4-FFF2-40B4-BE49-F238E27FC236}">
                      <a16:creationId xmlns:a16="http://schemas.microsoft.com/office/drawing/2014/main" id="{8BFEC8B9-730E-F8E4-ECE3-816E8F7809F8}"/>
                    </a:ext>
                  </a:extLst>
                </p:cNvPr>
                <p:cNvSpPr/>
                <p:nvPr/>
              </p:nvSpPr>
              <p:spPr>
                <a:xfrm>
                  <a:off x="4206591" y="4194069"/>
                  <a:ext cx="20944" cy="17948"/>
                </a:xfrm>
                <a:custGeom>
                  <a:avLst/>
                  <a:gdLst/>
                  <a:ahLst/>
                  <a:cxnLst/>
                  <a:rect l="l" t="t" r="r" b="b"/>
                  <a:pathLst>
                    <a:path w="2663" h="2282" extrusionOk="0">
                      <a:moveTo>
                        <a:pt x="1525" y="1"/>
                      </a:moveTo>
                      <a:cubicBezTo>
                        <a:pt x="509" y="1"/>
                        <a:pt x="1" y="1223"/>
                        <a:pt x="714" y="1948"/>
                      </a:cubicBezTo>
                      <a:cubicBezTo>
                        <a:pt x="948" y="2179"/>
                        <a:pt x="1234" y="2282"/>
                        <a:pt x="1514" y="2282"/>
                      </a:cubicBezTo>
                      <a:cubicBezTo>
                        <a:pt x="2101" y="2282"/>
                        <a:pt x="2662" y="1826"/>
                        <a:pt x="2662" y="1138"/>
                      </a:cubicBezTo>
                      <a:cubicBezTo>
                        <a:pt x="2662" y="509"/>
                        <a:pt x="2154" y="1"/>
                        <a:pt x="152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5882;p68">
                <a:extLst>
                  <a:ext uri="{FF2B5EF4-FFF2-40B4-BE49-F238E27FC236}">
                    <a16:creationId xmlns:a16="http://schemas.microsoft.com/office/drawing/2014/main" id="{848CD5F9-A4CE-6A19-15E0-B74F68651DC2}"/>
                  </a:ext>
                </a:extLst>
              </p:cNvPr>
              <p:cNvGrpSpPr/>
              <p:nvPr/>
            </p:nvGrpSpPr>
            <p:grpSpPr>
              <a:xfrm>
                <a:off x="4343600" y="3943844"/>
                <a:ext cx="43580" cy="37312"/>
                <a:chOff x="4343600" y="3943844"/>
                <a:chExt cx="43580" cy="37312"/>
              </a:xfrm>
            </p:grpSpPr>
            <p:sp>
              <p:nvSpPr>
                <p:cNvPr id="66" name="Google Shape;5883;p68">
                  <a:extLst>
                    <a:ext uri="{FF2B5EF4-FFF2-40B4-BE49-F238E27FC236}">
                      <a16:creationId xmlns:a16="http://schemas.microsoft.com/office/drawing/2014/main" id="{9D7A1F4F-1156-354F-B37D-55E164307DC5}"/>
                    </a:ext>
                  </a:extLst>
                </p:cNvPr>
                <p:cNvSpPr/>
                <p:nvPr/>
              </p:nvSpPr>
              <p:spPr>
                <a:xfrm>
                  <a:off x="4343600" y="3943844"/>
                  <a:ext cx="43580" cy="37312"/>
                </a:xfrm>
                <a:custGeom>
                  <a:avLst/>
                  <a:gdLst/>
                  <a:ahLst/>
                  <a:cxnLst/>
                  <a:rect l="l" t="t" r="r" b="b"/>
                  <a:pathLst>
                    <a:path w="5541" h="4744" extrusionOk="0">
                      <a:moveTo>
                        <a:pt x="3156" y="1"/>
                      </a:moveTo>
                      <a:cubicBezTo>
                        <a:pt x="2574" y="1"/>
                        <a:pt x="1982" y="218"/>
                        <a:pt x="1500" y="703"/>
                      </a:cubicBezTo>
                      <a:cubicBezTo>
                        <a:pt x="0" y="2191"/>
                        <a:pt x="1065" y="4743"/>
                        <a:pt x="3169" y="4743"/>
                      </a:cubicBezTo>
                      <a:cubicBezTo>
                        <a:pt x="4476" y="4731"/>
                        <a:pt x="5528" y="3679"/>
                        <a:pt x="5540" y="2372"/>
                      </a:cubicBezTo>
                      <a:cubicBezTo>
                        <a:pt x="5540" y="949"/>
                        <a:pt x="4373" y="1"/>
                        <a:pt x="315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884;p68">
                  <a:extLst>
                    <a:ext uri="{FF2B5EF4-FFF2-40B4-BE49-F238E27FC236}">
                      <a16:creationId xmlns:a16="http://schemas.microsoft.com/office/drawing/2014/main" id="{0FB292A5-0790-9E7D-C3B7-2A8D1F4BFB1B}"/>
                    </a:ext>
                  </a:extLst>
                </p:cNvPr>
                <p:cNvSpPr/>
                <p:nvPr/>
              </p:nvSpPr>
              <p:spPr>
                <a:xfrm>
                  <a:off x="4359581" y="3953557"/>
                  <a:ext cx="17893" cy="17893"/>
                </a:xfrm>
                <a:custGeom>
                  <a:avLst/>
                  <a:gdLst/>
                  <a:ahLst/>
                  <a:cxnLst/>
                  <a:rect l="l" t="t" r="r" b="b"/>
                  <a:pathLst>
                    <a:path w="2275" h="2275" extrusionOk="0">
                      <a:moveTo>
                        <a:pt x="1137" y="0"/>
                      </a:moveTo>
                      <a:cubicBezTo>
                        <a:pt x="508" y="0"/>
                        <a:pt x="0" y="508"/>
                        <a:pt x="0" y="1137"/>
                      </a:cubicBezTo>
                      <a:cubicBezTo>
                        <a:pt x="0" y="1766"/>
                        <a:pt x="508" y="2274"/>
                        <a:pt x="1137" y="2274"/>
                      </a:cubicBezTo>
                      <a:cubicBezTo>
                        <a:pt x="1766" y="2274"/>
                        <a:pt x="2275" y="1766"/>
                        <a:pt x="2275" y="1137"/>
                      </a:cubicBezTo>
                      <a:cubicBezTo>
                        <a:pt x="2275" y="508"/>
                        <a:pt x="1766" y="0"/>
                        <a:pt x="113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5885;p68">
                <a:extLst>
                  <a:ext uri="{FF2B5EF4-FFF2-40B4-BE49-F238E27FC236}">
                    <a16:creationId xmlns:a16="http://schemas.microsoft.com/office/drawing/2014/main" id="{35D748F8-3B62-B437-E440-88FECFD9FE22}"/>
                  </a:ext>
                </a:extLst>
              </p:cNvPr>
              <p:cNvGrpSpPr/>
              <p:nvPr/>
            </p:nvGrpSpPr>
            <p:grpSpPr>
              <a:xfrm>
                <a:off x="4172339" y="3381693"/>
                <a:ext cx="31499" cy="27001"/>
                <a:chOff x="4172339" y="3381693"/>
                <a:chExt cx="31499" cy="27001"/>
              </a:xfrm>
            </p:grpSpPr>
            <p:sp>
              <p:nvSpPr>
                <p:cNvPr id="64" name="Google Shape;5886;p68">
                  <a:extLst>
                    <a:ext uri="{FF2B5EF4-FFF2-40B4-BE49-F238E27FC236}">
                      <a16:creationId xmlns:a16="http://schemas.microsoft.com/office/drawing/2014/main" id="{95B6CDF6-23E9-2070-D686-6D48D6C8433E}"/>
                    </a:ext>
                  </a:extLst>
                </p:cNvPr>
                <p:cNvSpPr/>
                <p:nvPr/>
              </p:nvSpPr>
              <p:spPr>
                <a:xfrm>
                  <a:off x="4172339" y="3381693"/>
                  <a:ext cx="31499" cy="27001"/>
                </a:xfrm>
                <a:custGeom>
                  <a:avLst/>
                  <a:gdLst/>
                  <a:ahLst/>
                  <a:cxnLst/>
                  <a:rect l="l" t="t" r="r" b="b"/>
                  <a:pathLst>
                    <a:path w="4005" h="3433" extrusionOk="0">
                      <a:moveTo>
                        <a:pt x="2285" y="1"/>
                      </a:moveTo>
                      <a:cubicBezTo>
                        <a:pt x="1866" y="1"/>
                        <a:pt x="1438" y="157"/>
                        <a:pt x="1090" y="505"/>
                      </a:cubicBezTo>
                      <a:cubicBezTo>
                        <a:pt x="1" y="1581"/>
                        <a:pt x="775" y="3420"/>
                        <a:pt x="2299" y="3432"/>
                      </a:cubicBezTo>
                      <a:cubicBezTo>
                        <a:pt x="3243" y="3420"/>
                        <a:pt x="4005" y="2658"/>
                        <a:pt x="4005" y="1714"/>
                      </a:cubicBezTo>
                      <a:cubicBezTo>
                        <a:pt x="4005"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887;p68">
                  <a:extLst>
                    <a:ext uri="{FF2B5EF4-FFF2-40B4-BE49-F238E27FC236}">
                      <a16:creationId xmlns:a16="http://schemas.microsoft.com/office/drawing/2014/main" id="{279B3615-A79E-B247-5C10-7A689102E1BE}"/>
                    </a:ext>
                  </a:extLst>
                </p:cNvPr>
                <p:cNvSpPr/>
                <p:nvPr/>
              </p:nvSpPr>
              <p:spPr>
                <a:xfrm>
                  <a:off x="4185285" y="3391367"/>
                  <a:ext cx="8856" cy="7605"/>
                </a:xfrm>
                <a:custGeom>
                  <a:avLst/>
                  <a:gdLst/>
                  <a:ahLst/>
                  <a:cxnLst/>
                  <a:rect l="l" t="t" r="r" b="b"/>
                  <a:pathLst>
                    <a:path w="1126" h="967" extrusionOk="0">
                      <a:moveTo>
                        <a:pt x="653" y="1"/>
                      </a:moveTo>
                      <a:cubicBezTo>
                        <a:pt x="218" y="1"/>
                        <a:pt x="0" y="521"/>
                        <a:pt x="302" y="823"/>
                      </a:cubicBezTo>
                      <a:cubicBezTo>
                        <a:pt x="401" y="922"/>
                        <a:pt x="523" y="967"/>
                        <a:pt x="643" y="967"/>
                      </a:cubicBezTo>
                      <a:cubicBezTo>
                        <a:pt x="889" y="967"/>
                        <a:pt x="1125" y="778"/>
                        <a:pt x="1125" y="484"/>
                      </a:cubicBezTo>
                      <a:cubicBezTo>
                        <a:pt x="1125" y="218"/>
                        <a:pt x="919"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16216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58783847-B1FE-ACB3-775C-ADBC848811A2}"/>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BB257A7F-F051-9328-1A04-B74B30FFEE4D}"/>
              </a:ext>
            </a:extLst>
          </p:cNvPr>
          <p:cNvSpPr>
            <a:spLocks noGrp="1"/>
          </p:cNvSpPr>
          <p:nvPr>
            <p:ph type="title"/>
          </p:nvPr>
        </p:nvSpPr>
        <p:spPr>
          <a:xfrm>
            <a:off x="714300" y="616557"/>
            <a:ext cx="7715400" cy="468000"/>
          </a:xfrm>
        </p:spPr>
        <p:txBody>
          <a:bodyPr/>
          <a:lstStyle/>
          <a:p>
            <a:r>
              <a:rPr lang="de-CH" b="1" dirty="0">
                <a:solidFill>
                  <a:srgbClr val="5E288A"/>
                </a:solidFill>
              </a:rPr>
              <a:t>Bias di genere</a:t>
            </a:r>
            <a:endParaRPr lang="it-IT" b="1" dirty="0">
              <a:solidFill>
                <a:srgbClr val="5E288A"/>
              </a:solidFill>
            </a:endParaRPr>
          </a:p>
        </p:txBody>
      </p:sp>
      <p:pic>
        <p:nvPicPr>
          <p:cNvPr id="2" name="Immagine 1">
            <a:extLst>
              <a:ext uri="{FF2B5EF4-FFF2-40B4-BE49-F238E27FC236}">
                <a16:creationId xmlns:a16="http://schemas.microsoft.com/office/drawing/2014/main" id="{58842643-6321-9B9E-8E2D-FFCB73A9DED3}"/>
              </a:ext>
            </a:extLst>
          </p:cNvPr>
          <p:cNvPicPr>
            <a:picLocks noChangeAspect="1"/>
          </p:cNvPicPr>
          <p:nvPr/>
        </p:nvPicPr>
        <p:blipFill>
          <a:blip r:embed="rId3"/>
          <a:stretch>
            <a:fillRect/>
          </a:stretch>
        </p:blipFill>
        <p:spPr>
          <a:xfrm>
            <a:off x="4721300" y="1453543"/>
            <a:ext cx="3708400" cy="3073400"/>
          </a:xfrm>
          <a:prstGeom prst="rect">
            <a:avLst/>
          </a:prstGeom>
        </p:spPr>
      </p:pic>
      <p:sp>
        <p:nvSpPr>
          <p:cNvPr id="4" name="CasellaDiTesto 3">
            <a:extLst>
              <a:ext uri="{FF2B5EF4-FFF2-40B4-BE49-F238E27FC236}">
                <a16:creationId xmlns:a16="http://schemas.microsoft.com/office/drawing/2014/main" id="{61A06433-49F4-18F4-5A4A-B0F10C348921}"/>
              </a:ext>
            </a:extLst>
          </p:cNvPr>
          <p:cNvSpPr txBox="1"/>
          <p:nvPr/>
        </p:nvSpPr>
        <p:spPr>
          <a:xfrm>
            <a:off x="714300" y="1704451"/>
            <a:ext cx="3165491" cy="2031325"/>
          </a:xfrm>
          <a:prstGeom prst="rect">
            <a:avLst/>
          </a:prstGeom>
          <a:noFill/>
        </p:spPr>
        <p:txBody>
          <a:bodyPr wrap="square" rtlCol="0">
            <a:spAutoFit/>
          </a:bodyPr>
          <a:lstStyle/>
          <a:p>
            <a:r>
              <a:rPr lang="it-IT" dirty="0">
                <a:solidFill>
                  <a:srgbClr val="50525A"/>
                </a:solidFill>
              </a:rPr>
              <a:t>Il grafico evidenzia un </a:t>
            </a:r>
            <a:r>
              <a:rPr lang="it-IT" dirty="0" err="1">
                <a:solidFill>
                  <a:srgbClr val="50525A"/>
                </a:solidFill>
              </a:rPr>
              <a:t>bias</a:t>
            </a:r>
            <a:r>
              <a:rPr lang="it-IT" dirty="0">
                <a:solidFill>
                  <a:srgbClr val="50525A"/>
                </a:solidFill>
              </a:rPr>
              <a:t> di genere: i pazienti maschi sono molto più rappresentati delle femmine.</a:t>
            </a:r>
          </a:p>
          <a:p>
            <a:endParaRPr lang="it-IT" dirty="0">
              <a:solidFill>
                <a:srgbClr val="50525A"/>
              </a:solidFill>
            </a:endParaRPr>
          </a:p>
          <a:p>
            <a:endParaRPr lang="it-IT" dirty="0">
              <a:solidFill>
                <a:srgbClr val="50525A"/>
              </a:solidFill>
            </a:endParaRPr>
          </a:p>
          <a:p>
            <a:r>
              <a:rPr lang="it-IT" dirty="0">
                <a:solidFill>
                  <a:srgbClr val="50525A"/>
                </a:solidFill>
              </a:rPr>
              <a:t>Di conseguenza, un modello potrebbe ottimizzarsi sui pattern maschili e risultare meno affidabile nelle donne, soprattutto nei casi rari.</a:t>
            </a:r>
          </a:p>
        </p:txBody>
      </p:sp>
    </p:spTree>
    <p:extLst>
      <p:ext uri="{BB962C8B-B14F-4D97-AF65-F5344CB8AC3E}">
        <p14:creationId xmlns:p14="http://schemas.microsoft.com/office/powerpoint/2010/main" val="34172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EE398DB7-6BDB-9C6A-9102-456FA7AABA37}"/>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D11EE115-EBED-58EE-B408-C9EC77539BA0}"/>
              </a:ext>
            </a:extLst>
          </p:cNvPr>
          <p:cNvSpPr>
            <a:spLocks noGrp="1"/>
          </p:cNvSpPr>
          <p:nvPr>
            <p:ph type="title"/>
          </p:nvPr>
        </p:nvSpPr>
        <p:spPr>
          <a:xfrm>
            <a:off x="597327" y="597307"/>
            <a:ext cx="7715400" cy="468000"/>
          </a:xfrm>
        </p:spPr>
        <p:txBody>
          <a:bodyPr/>
          <a:lstStyle/>
          <a:p>
            <a:r>
              <a:rPr lang="de-CH" b="1" dirty="0">
                <a:solidFill>
                  <a:srgbClr val="5E288A"/>
                </a:solidFill>
              </a:rPr>
              <a:t>Bias di </a:t>
            </a:r>
            <a:r>
              <a:rPr lang="de-CH" b="1" dirty="0" err="1">
                <a:solidFill>
                  <a:srgbClr val="5E288A"/>
                </a:solidFill>
              </a:rPr>
              <a:t>anzianità</a:t>
            </a:r>
            <a:endParaRPr lang="it-IT" b="1" dirty="0">
              <a:solidFill>
                <a:srgbClr val="5E288A"/>
              </a:solidFill>
            </a:endParaRPr>
          </a:p>
        </p:txBody>
      </p:sp>
      <p:pic>
        <p:nvPicPr>
          <p:cNvPr id="2" name="Immagine 1">
            <a:extLst>
              <a:ext uri="{FF2B5EF4-FFF2-40B4-BE49-F238E27FC236}">
                <a16:creationId xmlns:a16="http://schemas.microsoft.com/office/drawing/2014/main" id="{0621F57E-4922-2A1A-A570-A0229061E063}"/>
              </a:ext>
            </a:extLst>
          </p:cNvPr>
          <p:cNvPicPr>
            <a:picLocks noChangeAspect="1"/>
          </p:cNvPicPr>
          <p:nvPr/>
        </p:nvPicPr>
        <p:blipFill>
          <a:blip r:embed="rId3"/>
          <a:stretch>
            <a:fillRect/>
          </a:stretch>
        </p:blipFill>
        <p:spPr>
          <a:xfrm>
            <a:off x="1033029" y="2387344"/>
            <a:ext cx="7077941" cy="2299433"/>
          </a:xfrm>
          <a:prstGeom prst="rect">
            <a:avLst/>
          </a:prstGeom>
        </p:spPr>
      </p:pic>
      <p:sp>
        <p:nvSpPr>
          <p:cNvPr id="5" name="CasellaDiTesto 4">
            <a:extLst>
              <a:ext uri="{FF2B5EF4-FFF2-40B4-BE49-F238E27FC236}">
                <a16:creationId xmlns:a16="http://schemas.microsoft.com/office/drawing/2014/main" id="{132D38DA-610D-6413-4CF1-B225F4643075}"/>
              </a:ext>
            </a:extLst>
          </p:cNvPr>
          <p:cNvSpPr txBox="1"/>
          <p:nvPr/>
        </p:nvSpPr>
        <p:spPr>
          <a:xfrm>
            <a:off x="597327" y="1249272"/>
            <a:ext cx="7856717" cy="954107"/>
          </a:xfrm>
          <a:prstGeom prst="rect">
            <a:avLst/>
          </a:prstGeom>
          <a:noFill/>
        </p:spPr>
        <p:txBody>
          <a:bodyPr wrap="square">
            <a:spAutoFit/>
          </a:bodyPr>
          <a:lstStyle/>
          <a:p>
            <a:r>
              <a:rPr lang="it-IT" dirty="0">
                <a:solidFill>
                  <a:srgbClr val="50525A"/>
                </a:solidFill>
              </a:rPr>
              <a:t>Notiamo un altro tipo di </a:t>
            </a:r>
            <a:r>
              <a:rPr lang="it-IT" dirty="0" err="1">
                <a:solidFill>
                  <a:srgbClr val="50525A"/>
                </a:solidFill>
              </a:rPr>
              <a:t>bias</a:t>
            </a:r>
            <a:r>
              <a:rPr lang="it-IT" dirty="0">
                <a:solidFill>
                  <a:srgbClr val="50525A"/>
                </a:solidFill>
              </a:rPr>
              <a:t>: l’età è sbilanciata e i pazienti con diagnosi di malattia sono concentrati su fasce d’età più alte rispetto ai sani. Se non controllato, il modello può scambiare l’età per un “segnale” della patologia e risultare meno affidabile sui pazienti più giovani (o molto anziani), meno rappresentati.</a:t>
            </a:r>
          </a:p>
        </p:txBody>
      </p:sp>
    </p:spTree>
    <p:extLst>
      <p:ext uri="{BB962C8B-B14F-4D97-AF65-F5344CB8AC3E}">
        <p14:creationId xmlns:p14="http://schemas.microsoft.com/office/powerpoint/2010/main" val="1211304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276A387D-F759-522D-6CA0-485798FBCB47}"/>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6529899B-DC9A-E798-2407-2FE2CBDCF7F4}"/>
              </a:ext>
            </a:extLst>
          </p:cNvPr>
          <p:cNvSpPr>
            <a:spLocks noGrp="1"/>
          </p:cNvSpPr>
          <p:nvPr>
            <p:ph type="title"/>
          </p:nvPr>
        </p:nvSpPr>
        <p:spPr/>
        <p:txBody>
          <a:bodyPr/>
          <a:lstStyle/>
          <a:p>
            <a:r>
              <a:rPr lang="de-CH" b="1" dirty="0" err="1">
                <a:solidFill>
                  <a:srgbClr val="5E288A"/>
                </a:solidFill>
              </a:rPr>
              <a:t>Quando</a:t>
            </a:r>
            <a:r>
              <a:rPr lang="de-CH" b="1" dirty="0">
                <a:solidFill>
                  <a:srgbClr val="5E288A"/>
                </a:solidFill>
              </a:rPr>
              <a:t> la ‘</a:t>
            </a:r>
            <a:r>
              <a:rPr lang="de-CH" b="1" dirty="0" err="1">
                <a:solidFill>
                  <a:srgbClr val="5E288A"/>
                </a:solidFill>
              </a:rPr>
              <a:t>regola</a:t>
            </a:r>
            <a:r>
              <a:rPr lang="de-CH" b="1" dirty="0">
                <a:solidFill>
                  <a:srgbClr val="5E288A"/>
                </a:solidFill>
              </a:rPr>
              <a:t>’ non </a:t>
            </a:r>
            <a:r>
              <a:rPr lang="de-CH" b="1" dirty="0" err="1">
                <a:solidFill>
                  <a:srgbClr val="5E288A"/>
                </a:solidFill>
              </a:rPr>
              <a:t>generalizza</a:t>
            </a:r>
            <a:endParaRPr lang="it-IT" b="1" dirty="0">
              <a:solidFill>
                <a:srgbClr val="5E288A"/>
              </a:solidFill>
            </a:endParaRPr>
          </a:p>
        </p:txBody>
      </p:sp>
      <p:pic>
        <p:nvPicPr>
          <p:cNvPr id="2" name="Immagine 1">
            <a:extLst>
              <a:ext uri="{FF2B5EF4-FFF2-40B4-BE49-F238E27FC236}">
                <a16:creationId xmlns:a16="http://schemas.microsoft.com/office/drawing/2014/main" id="{CBDCAA76-9063-5EAD-EF90-863A1D503A9A}"/>
              </a:ext>
            </a:extLst>
          </p:cNvPr>
          <p:cNvPicPr>
            <a:picLocks noChangeAspect="1"/>
          </p:cNvPicPr>
          <p:nvPr/>
        </p:nvPicPr>
        <p:blipFill>
          <a:blip r:embed="rId3"/>
          <a:stretch>
            <a:fillRect/>
          </a:stretch>
        </p:blipFill>
        <p:spPr>
          <a:xfrm>
            <a:off x="3731073" y="1492981"/>
            <a:ext cx="4839349" cy="2872134"/>
          </a:xfrm>
          <a:prstGeom prst="rect">
            <a:avLst/>
          </a:prstGeom>
        </p:spPr>
      </p:pic>
      <p:sp>
        <p:nvSpPr>
          <p:cNvPr id="4" name="CasellaDiTesto 3">
            <a:extLst>
              <a:ext uri="{FF2B5EF4-FFF2-40B4-BE49-F238E27FC236}">
                <a16:creationId xmlns:a16="http://schemas.microsoft.com/office/drawing/2014/main" id="{854D6486-6E4E-ABB5-17B1-40A07DCDFEF8}"/>
              </a:ext>
            </a:extLst>
          </p:cNvPr>
          <p:cNvSpPr txBox="1"/>
          <p:nvPr/>
        </p:nvSpPr>
        <p:spPr>
          <a:xfrm>
            <a:off x="714300" y="1492981"/>
            <a:ext cx="2768138" cy="2893100"/>
          </a:xfrm>
          <a:prstGeom prst="rect">
            <a:avLst/>
          </a:prstGeom>
          <a:noFill/>
        </p:spPr>
        <p:txBody>
          <a:bodyPr wrap="square" rtlCol="0">
            <a:spAutoFit/>
          </a:bodyPr>
          <a:lstStyle/>
          <a:p>
            <a:r>
              <a:rPr lang="it-IT" dirty="0">
                <a:solidFill>
                  <a:srgbClr val="50525A"/>
                </a:solidFill>
              </a:rPr>
              <a:t>Questo grafico mette in luce un </a:t>
            </a:r>
            <a:r>
              <a:rPr lang="it-IT" dirty="0" err="1">
                <a:solidFill>
                  <a:srgbClr val="50525A"/>
                </a:solidFill>
              </a:rPr>
              <a:t>bias</a:t>
            </a:r>
            <a:r>
              <a:rPr lang="it-IT" dirty="0">
                <a:solidFill>
                  <a:srgbClr val="50525A"/>
                </a:solidFill>
              </a:rPr>
              <a:t> più “subdolo”: la diagnosi può apparire associata a variabili come età e colesterolo.</a:t>
            </a:r>
          </a:p>
          <a:p>
            <a:endParaRPr lang="it-IT" dirty="0">
              <a:solidFill>
                <a:srgbClr val="50525A"/>
              </a:solidFill>
            </a:endParaRPr>
          </a:p>
          <a:p>
            <a:r>
              <a:rPr lang="it-IT" dirty="0">
                <a:solidFill>
                  <a:srgbClr val="50525A"/>
                </a:solidFill>
              </a:rPr>
              <a:t>Il problema è che questa associazione può dipendere dal modo in cui i casi sono distribuiti nel campione; di conseguenza, cambiando popolazione o contesto clinico, la stessa “regola” può non valere più e le prestazioni possono calare.</a:t>
            </a:r>
          </a:p>
        </p:txBody>
      </p:sp>
    </p:spTree>
    <p:extLst>
      <p:ext uri="{BB962C8B-B14F-4D97-AF65-F5344CB8AC3E}">
        <p14:creationId xmlns:p14="http://schemas.microsoft.com/office/powerpoint/2010/main" val="3031397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43">
          <a:extLst>
            <a:ext uri="{FF2B5EF4-FFF2-40B4-BE49-F238E27FC236}">
              <a16:creationId xmlns:a16="http://schemas.microsoft.com/office/drawing/2014/main" id="{1FB46BE9-2917-EC75-4878-32E9A6D3299F}"/>
            </a:ext>
          </a:extLst>
        </p:cNvPr>
        <p:cNvGrpSpPr/>
        <p:nvPr/>
      </p:nvGrpSpPr>
      <p:grpSpPr>
        <a:xfrm>
          <a:off x="0" y="0"/>
          <a:ext cx="0" cy="0"/>
          <a:chOff x="0" y="0"/>
          <a:chExt cx="0" cy="0"/>
        </a:xfrm>
      </p:grpSpPr>
      <p:grpSp>
        <p:nvGrpSpPr>
          <p:cNvPr id="2050" name="Google Shape;2050;p55">
            <a:extLst>
              <a:ext uri="{FF2B5EF4-FFF2-40B4-BE49-F238E27FC236}">
                <a16:creationId xmlns:a16="http://schemas.microsoft.com/office/drawing/2014/main" id="{96499BB7-D393-814D-B874-76D42164AF91}"/>
              </a:ext>
            </a:extLst>
          </p:cNvPr>
          <p:cNvGrpSpPr/>
          <p:nvPr/>
        </p:nvGrpSpPr>
        <p:grpSpPr>
          <a:xfrm>
            <a:off x="1455525" y="892200"/>
            <a:ext cx="6213900" cy="3359100"/>
            <a:chOff x="1465050" y="946225"/>
            <a:chExt cx="6213900" cy="3359100"/>
          </a:xfrm>
        </p:grpSpPr>
        <p:sp>
          <p:nvSpPr>
            <p:cNvPr id="2051" name="Google Shape;2051;p55">
              <a:extLst>
                <a:ext uri="{FF2B5EF4-FFF2-40B4-BE49-F238E27FC236}">
                  <a16:creationId xmlns:a16="http://schemas.microsoft.com/office/drawing/2014/main" id="{34E1FE54-BF5E-94B6-D83D-14AC4B3A5FFE}"/>
                </a:ext>
              </a:extLst>
            </p:cNvPr>
            <p:cNvSpPr/>
            <p:nvPr/>
          </p:nvSpPr>
          <p:spPr>
            <a:xfrm flipH="1">
              <a:off x="1465050" y="946225"/>
              <a:ext cx="6213900" cy="3359100"/>
            </a:xfrm>
            <a:prstGeom prst="roundRect">
              <a:avLst>
                <a:gd name="adj" fmla="val 4601"/>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55">
              <a:extLst>
                <a:ext uri="{FF2B5EF4-FFF2-40B4-BE49-F238E27FC236}">
                  <a16:creationId xmlns:a16="http://schemas.microsoft.com/office/drawing/2014/main" id="{FBD48486-ACDC-C02A-0279-2F3DBAC6C2BD}"/>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55">
              <a:extLst>
                <a:ext uri="{FF2B5EF4-FFF2-40B4-BE49-F238E27FC236}">
                  <a16:creationId xmlns:a16="http://schemas.microsoft.com/office/drawing/2014/main" id="{F34ACB83-83DA-F63F-8D2F-4A50DAC5C437}"/>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55">
              <a:extLst>
                <a:ext uri="{FF2B5EF4-FFF2-40B4-BE49-F238E27FC236}">
                  <a16:creationId xmlns:a16="http://schemas.microsoft.com/office/drawing/2014/main" id="{1A3090C2-7544-90D5-6D3E-E5568E0B30FA}"/>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55">
              <a:extLst>
                <a:ext uri="{FF2B5EF4-FFF2-40B4-BE49-F238E27FC236}">
                  <a16:creationId xmlns:a16="http://schemas.microsoft.com/office/drawing/2014/main" id="{164AF28F-E313-244A-FC87-67108573B8D0}"/>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6" name="Google Shape;2056;p55">
            <a:extLst>
              <a:ext uri="{FF2B5EF4-FFF2-40B4-BE49-F238E27FC236}">
                <a16:creationId xmlns:a16="http://schemas.microsoft.com/office/drawing/2014/main" id="{0EBBE4D3-4535-C309-4DBF-19517188177E}"/>
              </a:ext>
            </a:extLst>
          </p:cNvPr>
          <p:cNvGrpSpPr/>
          <p:nvPr/>
        </p:nvGrpSpPr>
        <p:grpSpPr>
          <a:xfrm>
            <a:off x="1646025" y="1179875"/>
            <a:ext cx="6213900" cy="3359100"/>
            <a:chOff x="1465050" y="946225"/>
            <a:chExt cx="6213900" cy="3359100"/>
          </a:xfrm>
        </p:grpSpPr>
        <p:sp>
          <p:nvSpPr>
            <p:cNvPr id="2057" name="Google Shape;2057;p55">
              <a:extLst>
                <a:ext uri="{FF2B5EF4-FFF2-40B4-BE49-F238E27FC236}">
                  <a16:creationId xmlns:a16="http://schemas.microsoft.com/office/drawing/2014/main" id="{DC60854B-2531-5055-54B1-886D358DCAA2}"/>
                </a:ext>
              </a:extLst>
            </p:cNvPr>
            <p:cNvSpPr/>
            <p:nvPr/>
          </p:nvSpPr>
          <p:spPr>
            <a:xfrm flipH="1">
              <a:off x="1465050" y="946225"/>
              <a:ext cx="6213900" cy="3359100"/>
            </a:xfrm>
            <a:prstGeom prst="roundRect">
              <a:avLst>
                <a:gd name="adj" fmla="val 4601"/>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55">
              <a:extLst>
                <a:ext uri="{FF2B5EF4-FFF2-40B4-BE49-F238E27FC236}">
                  <a16:creationId xmlns:a16="http://schemas.microsoft.com/office/drawing/2014/main" id="{C848CEAA-6B6C-619C-EC9E-015F00E12399}"/>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55">
              <a:extLst>
                <a:ext uri="{FF2B5EF4-FFF2-40B4-BE49-F238E27FC236}">
                  <a16:creationId xmlns:a16="http://schemas.microsoft.com/office/drawing/2014/main" id="{64FB2AC5-90A0-F46A-D789-5FFEF2C6EE85}"/>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55">
              <a:extLst>
                <a:ext uri="{FF2B5EF4-FFF2-40B4-BE49-F238E27FC236}">
                  <a16:creationId xmlns:a16="http://schemas.microsoft.com/office/drawing/2014/main" id="{7CB834C5-7088-CD10-0F12-9FAB1A7E6C1E}"/>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55">
              <a:extLst>
                <a:ext uri="{FF2B5EF4-FFF2-40B4-BE49-F238E27FC236}">
                  <a16:creationId xmlns:a16="http://schemas.microsoft.com/office/drawing/2014/main" id="{AA34473F-0D23-B756-62D4-69FD831F6010}"/>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2" name="Google Shape;2062;p55">
            <a:extLst>
              <a:ext uri="{FF2B5EF4-FFF2-40B4-BE49-F238E27FC236}">
                <a16:creationId xmlns:a16="http://schemas.microsoft.com/office/drawing/2014/main" id="{76C5A01B-702C-E6E4-B516-3975DAB627F1}"/>
              </a:ext>
            </a:extLst>
          </p:cNvPr>
          <p:cNvSpPr txBox="1">
            <a:spLocks noGrp="1"/>
          </p:cNvSpPr>
          <p:nvPr>
            <p:ph type="title"/>
          </p:nvPr>
        </p:nvSpPr>
        <p:spPr>
          <a:xfrm>
            <a:off x="2130564" y="2097350"/>
            <a:ext cx="5719835" cy="11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2">
                    <a:lumMod val="90000"/>
                  </a:schemeClr>
                </a:solidFill>
                <a:latin typeface="Palatino" pitchFamily="2" charset="77"/>
                <a:ea typeface="Palatino" pitchFamily="2" charset="77"/>
                <a:cs typeface="Mishafi" pitchFamily="2" charset="-78"/>
              </a:rPr>
              <a:t>06</a:t>
            </a:r>
            <a:endParaRPr dirty="0">
              <a:solidFill>
                <a:schemeClr val="accent2">
                  <a:lumMod val="90000"/>
                </a:schemeClr>
              </a:solidFill>
              <a:latin typeface="Palatino" pitchFamily="2" charset="77"/>
              <a:ea typeface="Palatino" pitchFamily="2" charset="77"/>
              <a:cs typeface="Mishafi" pitchFamily="2" charset="-78"/>
            </a:endParaRPr>
          </a:p>
        </p:txBody>
      </p:sp>
      <p:sp>
        <p:nvSpPr>
          <p:cNvPr id="2063" name="Google Shape;2063;p55">
            <a:extLst>
              <a:ext uri="{FF2B5EF4-FFF2-40B4-BE49-F238E27FC236}">
                <a16:creationId xmlns:a16="http://schemas.microsoft.com/office/drawing/2014/main" id="{99D5E5F6-776E-7435-3435-B2F629939075}"/>
              </a:ext>
            </a:extLst>
          </p:cNvPr>
          <p:cNvSpPr txBox="1">
            <a:spLocks noGrp="1"/>
          </p:cNvSpPr>
          <p:nvPr>
            <p:ph type="subTitle" idx="1"/>
          </p:nvPr>
        </p:nvSpPr>
        <p:spPr>
          <a:xfrm>
            <a:off x="2143125" y="3223849"/>
            <a:ext cx="5219700" cy="9174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2800" b="1" dirty="0" err="1">
                <a:solidFill>
                  <a:schemeClr val="dk1"/>
                </a:solidFill>
                <a:latin typeface="Alata"/>
                <a:cs typeface="Alata"/>
                <a:sym typeface="Alata"/>
              </a:rPr>
              <a:t>Neurologia</a:t>
            </a:r>
            <a:endParaRPr sz="2800" dirty="0">
              <a:solidFill>
                <a:schemeClr val="dk1"/>
              </a:solidFill>
              <a:latin typeface="Alata"/>
              <a:cs typeface="Alata"/>
            </a:endParaRPr>
          </a:p>
        </p:txBody>
      </p:sp>
    </p:spTree>
    <p:extLst>
      <p:ext uri="{BB962C8B-B14F-4D97-AF65-F5344CB8AC3E}">
        <p14:creationId xmlns:p14="http://schemas.microsoft.com/office/powerpoint/2010/main" val="3528171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E241A6EC-CB87-C450-CE5D-4C57A95F4EBA}"/>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4B6E9B7B-A101-51BB-2C79-9D830D0E1FEA}"/>
              </a:ext>
            </a:extLst>
          </p:cNvPr>
          <p:cNvSpPr>
            <a:spLocks noGrp="1"/>
          </p:cNvSpPr>
          <p:nvPr>
            <p:ph type="title"/>
          </p:nvPr>
        </p:nvSpPr>
        <p:spPr/>
        <p:txBody>
          <a:bodyPr/>
          <a:lstStyle/>
          <a:p>
            <a:r>
              <a:rPr lang="de-CH" b="1" dirty="0" err="1">
                <a:solidFill>
                  <a:srgbClr val="5E288A"/>
                </a:solidFill>
              </a:rPr>
              <a:t>Sbilanciamento</a:t>
            </a:r>
            <a:r>
              <a:rPr lang="de-CH" b="1" dirty="0">
                <a:solidFill>
                  <a:srgbClr val="5E288A"/>
                </a:solidFill>
              </a:rPr>
              <a:t> </a:t>
            </a:r>
            <a:r>
              <a:rPr lang="de-CH" b="1" dirty="0" err="1">
                <a:solidFill>
                  <a:srgbClr val="5E288A"/>
                </a:solidFill>
              </a:rPr>
              <a:t>occupazionale</a:t>
            </a:r>
            <a:r>
              <a:rPr lang="de-CH" b="1" dirty="0">
                <a:solidFill>
                  <a:srgbClr val="5E288A"/>
                </a:solidFill>
              </a:rPr>
              <a:t> </a:t>
            </a:r>
            <a:endParaRPr lang="it-IT" b="1" dirty="0">
              <a:solidFill>
                <a:srgbClr val="5E288A"/>
              </a:solidFill>
            </a:endParaRPr>
          </a:p>
        </p:txBody>
      </p:sp>
      <p:pic>
        <p:nvPicPr>
          <p:cNvPr id="2" name="Immagine 1">
            <a:extLst>
              <a:ext uri="{FF2B5EF4-FFF2-40B4-BE49-F238E27FC236}">
                <a16:creationId xmlns:a16="http://schemas.microsoft.com/office/drawing/2014/main" id="{EC00B78E-5130-A5EA-FB23-A73CC4C782F6}"/>
              </a:ext>
            </a:extLst>
          </p:cNvPr>
          <p:cNvPicPr>
            <a:picLocks noChangeAspect="1"/>
          </p:cNvPicPr>
          <p:nvPr/>
        </p:nvPicPr>
        <p:blipFill>
          <a:blip r:embed="rId3"/>
          <a:stretch>
            <a:fillRect/>
          </a:stretch>
        </p:blipFill>
        <p:spPr>
          <a:xfrm>
            <a:off x="3166855" y="1448365"/>
            <a:ext cx="5370317" cy="2641497"/>
          </a:xfrm>
          <a:prstGeom prst="rect">
            <a:avLst/>
          </a:prstGeom>
        </p:spPr>
      </p:pic>
      <p:sp>
        <p:nvSpPr>
          <p:cNvPr id="4" name="CasellaDiTesto 3">
            <a:extLst>
              <a:ext uri="{FF2B5EF4-FFF2-40B4-BE49-F238E27FC236}">
                <a16:creationId xmlns:a16="http://schemas.microsoft.com/office/drawing/2014/main" id="{1B8C6A2D-06A4-4A82-FCA5-7007B3FDAA8A}"/>
              </a:ext>
            </a:extLst>
          </p:cNvPr>
          <p:cNvSpPr txBox="1"/>
          <p:nvPr/>
        </p:nvSpPr>
        <p:spPr>
          <a:xfrm>
            <a:off x="714300" y="1448365"/>
            <a:ext cx="2261656" cy="2677656"/>
          </a:xfrm>
          <a:prstGeom prst="rect">
            <a:avLst/>
          </a:prstGeom>
          <a:noFill/>
        </p:spPr>
        <p:txBody>
          <a:bodyPr wrap="square" rtlCol="0">
            <a:spAutoFit/>
          </a:bodyPr>
          <a:lstStyle/>
          <a:p>
            <a:r>
              <a:rPr lang="it-IT" dirty="0">
                <a:solidFill>
                  <a:srgbClr val="50525A"/>
                </a:solidFill>
              </a:rPr>
              <a:t>Osservando i dati in ambito neurologico, notiamo innanzitutto che la maggior parte delle osservazioni proviene da lavoratori del settore privato. </a:t>
            </a:r>
          </a:p>
          <a:p>
            <a:endParaRPr lang="it-IT" dirty="0">
              <a:solidFill>
                <a:srgbClr val="50525A"/>
              </a:solidFill>
            </a:endParaRPr>
          </a:p>
          <a:p>
            <a:r>
              <a:rPr lang="it-IT" dirty="0">
                <a:solidFill>
                  <a:srgbClr val="50525A"/>
                </a:solidFill>
              </a:rPr>
              <a:t>È quindi un campione non uniformemente distribuito per tipologia occupazionale.</a:t>
            </a:r>
          </a:p>
        </p:txBody>
      </p:sp>
    </p:spTree>
    <p:extLst>
      <p:ext uri="{BB962C8B-B14F-4D97-AF65-F5344CB8AC3E}">
        <p14:creationId xmlns:p14="http://schemas.microsoft.com/office/powerpoint/2010/main" val="3317711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515CBB3F-2340-32B5-3401-03CC9B77A779}"/>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2B55CC8A-E169-EBEE-7501-F52C77737B88}"/>
              </a:ext>
            </a:extLst>
          </p:cNvPr>
          <p:cNvSpPr>
            <a:spLocks noGrp="1"/>
          </p:cNvSpPr>
          <p:nvPr>
            <p:ph type="title"/>
          </p:nvPr>
        </p:nvSpPr>
        <p:spPr/>
        <p:txBody>
          <a:bodyPr/>
          <a:lstStyle/>
          <a:p>
            <a:r>
              <a:rPr lang="de-CH" b="1" dirty="0" err="1">
                <a:solidFill>
                  <a:srgbClr val="5E288A"/>
                </a:solidFill>
              </a:rPr>
              <a:t>Età</a:t>
            </a:r>
            <a:r>
              <a:rPr lang="de-CH" b="1" dirty="0">
                <a:solidFill>
                  <a:srgbClr val="5E288A"/>
                </a:solidFill>
              </a:rPr>
              <a:t> </a:t>
            </a:r>
            <a:r>
              <a:rPr lang="de-CH" b="1" dirty="0" err="1">
                <a:solidFill>
                  <a:srgbClr val="5E288A"/>
                </a:solidFill>
              </a:rPr>
              <a:t>e</a:t>
            </a:r>
            <a:r>
              <a:rPr lang="de-CH" b="1" dirty="0">
                <a:solidFill>
                  <a:srgbClr val="5E288A"/>
                </a:solidFill>
              </a:rPr>
              <a:t> </a:t>
            </a:r>
            <a:r>
              <a:rPr lang="de-CH" b="1" dirty="0" err="1">
                <a:solidFill>
                  <a:srgbClr val="5E288A"/>
                </a:solidFill>
              </a:rPr>
              <a:t>prevalenza</a:t>
            </a:r>
            <a:r>
              <a:rPr lang="de-CH" b="1" dirty="0">
                <a:solidFill>
                  <a:srgbClr val="5E288A"/>
                </a:solidFill>
              </a:rPr>
              <a:t> di Ictus </a:t>
            </a:r>
            <a:endParaRPr lang="it-IT" b="1" dirty="0">
              <a:solidFill>
                <a:srgbClr val="5E288A"/>
              </a:solidFill>
            </a:endParaRPr>
          </a:p>
        </p:txBody>
      </p:sp>
      <p:pic>
        <p:nvPicPr>
          <p:cNvPr id="2" name="Immagine 1">
            <a:extLst>
              <a:ext uri="{FF2B5EF4-FFF2-40B4-BE49-F238E27FC236}">
                <a16:creationId xmlns:a16="http://schemas.microsoft.com/office/drawing/2014/main" id="{E99D425C-B67F-2876-E4C0-42EE6EAE2CB0}"/>
              </a:ext>
            </a:extLst>
          </p:cNvPr>
          <p:cNvPicPr>
            <a:picLocks noChangeAspect="1"/>
          </p:cNvPicPr>
          <p:nvPr/>
        </p:nvPicPr>
        <p:blipFill>
          <a:blip r:embed="rId3"/>
          <a:stretch>
            <a:fillRect/>
          </a:stretch>
        </p:blipFill>
        <p:spPr>
          <a:xfrm>
            <a:off x="1613361" y="1877751"/>
            <a:ext cx="5917277" cy="2910531"/>
          </a:xfrm>
          <a:prstGeom prst="rect">
            <a:avLst/>
          </a:prstGeom>
        </p:spPr>
      </p:pic>
      <p:sp>
        <p:nvSpPr>
          <p:cNvPr id="4" name="CasellaDiTesto 3">
            <a:extLst>
              <a:ext uri="{FF2B5EF4-FFF2-40B4-BE49-F238E27FC236}">
                <a16:creationId xmlns:a16="http://schemas.microsoft.com/office/drawing/2014/main" id="{9BA140A2-76A9-4319-80CA-321400BD9F2B}"/>
              </a:ext>
            </a:extLst>
          </p:cNvPr>
          <p:cNvSpPr txBox="1"/>
          <p:nvPr/>
        </p:nvSpPr>
        <p:spPr>
          <a:xfrm>
            <a:off x="714300" y="1186065"/>
            <a:ext cx="7955875" cy="523220"/>
          </a:xfrm>
          <a:prstGeom prst="rect">
            <a:avLst/>
          </a:prstGeom>
          <a:noFill/>
        </p:spPr>
        <p:txBody>
          <a:bodyPr wrap="square" rtlCol="0">
            <a:spAutoFit/>
          </a:bodyPr>
          <a:lstStyle/>
          <a:p>
            <a:r>
              <a:rPr lang="it-IT" dirty="0">
                <a:solidFill>
                  <a:srgbClr val="50525A"/>
                </a:solidFill>
              </a:rPr>
              <a:t>Analizziamo l’età: la prevalenza di ictus aumenta in modo netto al crescere delle fasce d’età, con un picco marcato negli over 70.</a:t>
            </a:r>
          </a:p>
        </p:txBody>
      </p:sp>
    </p:spTree>
    <p:extLst>
      <p:ext uri="{BB962C8B-B14F-4D97-AF65-F5344CB8AC3E}">
        <p14:creationId xmlns:p14="http://schemas.microsoft.com/office/powerpoint/2010/main" val="1213305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5F40CB7A-8BEC-7053-0636-367DDBEE32F6}"/>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3EED0E0D-A4E9-1D68-C461-58A2F992DE89}"/>
              </a:ext>
            </a:extLst>
          </p:cNvPr>
          <p:cNvSpPr>
            <a:spLocks noGrp="1"/>
          </p:cNvSpPr>
          <p:nvPr>
            <p:ph type="title"/>
          </p:nvPr>
        </p:nvSpPr>
        <p:spPr/>
        <p:txBody>
          <a:bodyPr/>
          <a:lstStyle/>
          <a:p>
            <a:r>
              <a:rPr lang="de-CH" b="1" dirty="0" err="1"/>
              <a:t>Un</a:t>
            </a:r>
            <a:r>
              <a:rPr lang="de-CH" b="1" dirty="0"/>
              <a:t> ‘NON’ </a:t>
            </a:r>
            <a:r>
              <a:rPr lang="de-CH" b="1" dirty="0" err="1"/>
              <a:t>bias</a:t>
            </a:r>
            <a:endParaRPr lang="it-IT" b="1" dirty="0">
              <a:solidFill>
                <a:srgbClr val="5E288A"/>
              </a:solidFill>
            </a:endParaRPr>
          </a:p>
        </p:txBody>
      </p:sp>
      <p:pic>
        <p:nvPicPr>
          <p:cNvPr id="2" name="Immagine 1">
            <a:extLst>
              <a:ext uri="{FF2B5EF4-FFF2-40B4-BE49-F238E27FC236}">
                <a16:creationId xmlns:a16="http://schemas.microsoft.com/office/drawing/2014/main" id="{38F40CE9-D279-9FEE-0D00-21C695C2B8D8}"/>
              </a:ext>
            </a:extLst>
          </p:cNvPr>
          <p:cNvPicPr>
            <a:picLocks noChangeAspect="1"/>
          </p:cNvPicPr>
          <p:nvPr/>
        </p:nvPicPr>
        <p:blipFill>
          <a:blip r:embed="rId3"/>
          <a:stretch>
            <a:fillRect/>
          </a:stretch>
        </p:blipFill>
        <p:spPr>
          <a:xfrm>
            <a:off x="714300" y="1441427"/>
            <a:ext cx="4978400" cy="3073400"/>
          </a:xfrm>
          <a:prstGeom prst="rect">
            <a:avLst/>
          </a:prstGeom>
        </p:spPr>
      </p:pic>
      <p:sp>
        <p:nvSpPr>
          <p:cNvPr id="4" name="CasellaDiTesto 3">
            <a:extLst>
              <a:ext uri="{FF2B5EF4-FFF2-40B4-BE49-F238E27FC236}">
                <a16:creationId xmlns:a16="http://schemas.microsoft.com/office/drawing/2014/main" id="{B14DB738-41FE-25EE-E9AD-14504715289F}"/>
              </a:ext>
            </a:extLst>
          </p:cNvPr>
          <p:cNvSpPr txBox="1"/>
          <p:nvPr/>
        </p:nvSpPr>
        <p:spPr>
          <a:xfrm>
            <a:off x="6068290" y="1639299"/>
            <a:ext cx="2452255" cy="2677656"/>
          </a:xfrm>
          <a:prstGeom prst="rect">
            <a:avLst/>
          </a:prstGeom>
          <a:noFill/>
        </p:spPr>
        <p:txBody>
          <a:bodyPr wrap="square" rtlCol="0">
            <a:spAutoFit/>
          </a:bodyPr>
          <a:lstStyle/>
          <a:p>
            <a:r>
              <a:rPr lang="it-IT" dirty="0">
                <a:solidFill>
                  <a:srgbClr val="50525A"/>
                </a:solidFill>
              </a:rPr>
              <a:t>Sebbene potrebbe sembrare intuitivo associare alle aree di provenienza rurali una minore probabilità di ictus, i dati non lo confermano: le prevalenze risultano molto simili. </a:t>
            </a:r>
          </a:p>
          <a:p>
            <a:endParaRPr lang="it-IT" dirty="0">
              <a:solidFill>
                <a:srgbClr val="50525A"/>
              </a:solidFill>
            </a:endParaRPr>
          </a:p>
          <a:p>
            <a:endParaRPr lang="it-IT" dirty="0">
              <a:solidFill>
                <a:srgbClr val="50525A"/>
              </a:solidFill>
            </a:endParaRPr>
          </a:p>
          <a:p>
            <a:r>
              <a:rPr lang="it-IT" dirty="0">
                <a:solidFill>
                  <a:srgbClr val="50525A"/>
                </a:solidFill>
              </a:rPr>
              <a:t>Questo è un esempio di mancato </a:t>
            </a:r>
            <a:r>
              <a:rPr lang="it-IT" dirty="0" err="1">
                <a:solidFill>
                  <a:srgbClr val="50525A"/>
                </a:solidFill>
              </a:rPr>
              <a:t>bias</a:t>
            </a:r>
            <a:r>
              <a:rPr lang="it-IT" dirty="0">
                <a:solidFill>
                  <a:srgbClr val="50525A"/>
                </a:solidFill>
              </a:rPr>
              <a:t> rispetto alla provenienza geografica.</a:t>
            </a:r>
          </a:p>
        </p:txBody>
      </p:sp>
    </p:spTree>
    <p:extLst>
      <p:ext uri="{BB962C8B-B14F-4D97-AF65-F5344CB8AC3E}">
        <p14:creationId xmlns:p14="http://schemas.microsoft.com/office/powerpoint/2010/main" val="412638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43">
          <a:extLst>
            <a:ext uri="{FF2B5EF4-FFF2-40B4-BE49-F238E27FC236}">
              <a16:creationId xmlns:a16="http://schemas.microsoft.com/office/drawing/2014/main" id="{E9B72608-C300-B354-BDF1-BBC03490EAFB}"/>
            </a:ext>
          </a:extLst>
        </p:cNvPr>
        <p:cNvGrpSpPr/>
        <p:nvPr/>
      </p:nvGrpSpPr>
      <p:grpSpPr>
        <a:xfrm>
          <a:off x="0" y="0"/>
          <a:ext cx="0" cy="0"/>
          <a:chOff x="0" y="0"/>
          <a:chExt cx="0" cy="0"/>
        </a:xfrm>
      </p:grpSpPr>
      <p:grpSp>
        <p:nvGrpSpPr>
          <p:cNvPr id="2050" name="Google Shape;2050;p55">
            <a:extLst>
              <a:ext uri="{FF2B5EF4-FFF2-40B4-BE49-F238E27FC236}">
                <a16:creationId xmlns:a16="http://schemas.microsoft.com/office/drawing/2014/main" id="{60FFBC3B-81B1-1B61-B25D-B518545156E4}"/>
              </a:ext>
            </a:extLst>
          </p:cNvPr>
          <p:cNvGrpSpPr/>
          <p:nvPr/>
        </p:nvGrpSpPr>
        <p:grpSpPr>
          <a:xfrm>
            <a:off x="1455525" y="892200"/>
            <a:ext cx="6213900" cy="3359100"/>
            <a:chOff x="1465050" y="946225"/>
            <a:chExt cx="6213900" cy="3359100"/>
          </a:xfrm>
        </p:grpSpPr>
        <p:sp>
          <p:nvSpPr>
            <p:cNvPr id="2051" name="Google Shape;2051;p55">
              <a:extLst>
                <a:ext uri="{FF2B5EF4-FFF2-40B4-BE49-F238E27FC236}">
                  <a16:creationId xmlns:a16="http://schemas.microsoft.com/office/drawing/2014/main" id="{C68E7881-8453-BF89-42C6-C1BC9B1D3B7D}"/>
                </a:ext>
              </a:extLst>
            </p:cNvPr>
            <p:cNvSpPr/>
            <p:nvPr/>
          </p:nvSpPr>
          <p:spPr>
            <a:xfrm flipH="1">
              <a:off x="1465050" y="946225"/>
              <a:ext cx="6213900" cy="3359100"/>
            </a:xfrm>
            <a:prstGeom prst="roundRect">
              <a:avLst>
                <a:gd name="adj" fmla="val 4601"/>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55">
              <a:extLst>
                <a:ext uri="{FF2B5EF4-FFF2-40B4-BE49-F238E27FC236}">
                  <a16:creationId xmlns:a16="http://schemas.microsoft.com/office/drawing/2014/main" id="{40413413-727D-37D4-E98E-4367319C6E17}"/>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55">
              <a:extLst>
                <a:ext uri="{FF2B5EF4-FFF2-40B4-BE49-F238E27FC236}">
                  <a16:creationId xmlns:a16="http://schemas.microsoft.com/office/drawing/2014/main" id="{91FE62F6-B4A0-CA2D-8DB4-4D69A66E01AA}"/>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55">
              <a:extLst>
                <a:ext uri="{FF2B5EF4-FFF2-40B4-BE49-F238E27FC236}">
                  <a16:creationId xmlns:a16="http://schemas.microsoft.com/office/drawing/2014/main" id="{2D9C172A-6875-0FEE-9500-CFA8158780BB}"/>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55">
              <a:extLst>
                <a:ext uri="{FF2B5EF4-FFF2-40B4-BE49-F238E27FC236}">
                  <a16:creationId xmlns:a16="http://schemas.microsoft.com/office/drawing/2014/main" id="{95FC663C-BE7D-0676-E48C-8E117FEAD9B6}"/>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6" name="Google Shape;2056;p55">
            <a:extLst>
              <a:ext uri="{FF2B5EF4-FFF2-40B4-BE49-F238E27FC236}">
                <a16:creationId xmlns:a16="http://schemas.microsoft.com/office/drawing/2014/main" id="{962D5B7A-C5B1-EB3D-A17B-EE9F53588BE8}"/>
              </a:ext>
            </a:extLst>
          </p:cNvPr>
          <p:cNvGrpSpPr/>
          <p:nvPr/>
        </p:nvGrpSpPr>
        <p:grpSpPr>
          <a:xfrm>
            <a:off x="1646025" y="1179875"/>
            <a:ext cx="6213900" cy="3359100"/>
            <a:chOff x="1465050" y="946225"/>
            <a:chExt cx="6213900" cy="3359100"/>
          </a:xfrm>
        </p:grpSpPr>
        <p:sp>
          <p:nvSpPr>
            <p:cNvPr id="2057" name="Google Shape;2057;p55">
              <a:extLst>
                <a:ext uri="{FF2B5EF4-FFF2-40B4-BE49-F238E27FC236}">
                  <a16:creationId xmlns:a16="http://schemas.microsoft.com/office/drawing/2014/main" id="{1375424E-1640-9209-A8CD-6BB40D01D104}"/>
                </a:ext>
              </a:extLst>
            </p:cNvPr>
            <p:cNvSpPr/>
            <p:nvPr/>
          </p:nvSpPr>
          <p:spPr>
            <a:xfrm flipH="1">
              <a:off x="1465050" y="946225"/>
              <a:ext cx="6213900" cy="3359100"/>
            </a:xfrm>
            <a:prstGeom prst="roundRect">
              <a:avLst>
                <a:gd name="adj" fmla="val 4601"/>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55">
              <a:extLst>
                <a:ext uri="{FF2B5EF4-FFF2-40B4-BE49-F238E27FC236}">
                  <a16:creationId xmlns:a16="http://schemas.microsoft.com/office/drawing/2014/main" id="{6566FACA-080B-D31A-31BB-848E9EC1D6C2}"/>
                </a:ext>
              </a:extLst>
            </p:cNvPr>
            <p:cNvSpPr/>
            <p:nvPr/>
          </p:nvSpPr>
          <p:spPr>
            <a:xfrm flipH="1">
              <a:off x="1527450" y="1174625"/>
              <a:ext cx="6089100" cy="3073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55">
              <a:extLst>
                <a:ext uri="{FF2B5EF4-FFF2-40B4-BE49-F238E27FC236}">
                  <a16:creationId xmlns:a16="http://schemas.microsoft.com/office/drawing/2014/main" id="{D17018E5-894A-EAFE-4AF9-D9F954B4E70C}"/>
                </a:ext>
              </a:extLst>
            </p:cNvPr>
            <p:cNvSpPr/>
            <p:nvPr/>
          </p:nvSpPr>
          <p:spPr>
            <a:xfrm flipH="1">
              <a:off x="1542006" y="1017959"/>
              <a:ext cx="90777" cy="9077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55">
              <a:extLst>
                <a:ext uri="{FF2B5EF4-FFF2-40B4-BE49-F238E27FC236}">
                  <a16:creationId xmlns:a16="http://schemas.microsoft.com/office/drawing/2014/main" id="{22C746B7-43C3-BD5B-6BD9-BF83A56F689A}"/>
                </a:ext>
              </a:extLst>
            </p:cNvPr>
            <p:cNvSpPr/>
            <p:nvPr/>
          </p:nvSpPr>
          <p:spPr>
            <a:xfrm flipH="1">
              <a:off x="1689226" y="1017959"/>
              <a:ext cx="90517" cy="9077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55">
              <a:extLst>
                <a:ext uri="{FF2B5EF4-FFF2-40B4-BE49-F238E27FC236}">
                  <a16:creationId xmlns:a16="http://schemas.microsoft.com/office/drawing/2014/main" id="{C8EBE927-FF20-9E5B-46A1-3A3EBC80C30A}"/>
                </a:ext>
              </a:extLst>
            </p:cNvPr>
            <p:cNvSpPr/>
            <p:nvPr/>
          </p:nvSpPr>
          <p:spPr>
            <a:xfrm flipH="1">
              <a:off x="1839826" y="1016662"/>
              <a:ext cx="109764" cy="93378"/>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2" name="Google Shape;2062;p55">
            <a:extLst>
              <a:ext uri="{FF2B5EF4-FFF2-40B4-BE49-F238E27FC236}">
                <a16:creationId xmlns:a16="http://schemas.microsoft.com/office/drawing/2014/main" id="{1C89B126-2B5D-56B7-53B0-4FFA92047F7D}"/>
              </a:ext>
            </a:extLst>
          </p:cNvPr>
          <p:cNvSpPr txBox="1">
            <a:spLocks noGrp="1"/>
          </p:cNvSpPr>
          <p:nvPr>
            <p:ph type="title"/>
          </p:nvPr>
        </p:nvSpPr>
        <p:spPr>
          <a:xfrm>
            <a:off x="2130564" y="2097350"/>
            <a:ext cx="5719835" cy="11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2">
                    <a:lumMod val="90000"/>
                  </a:schemeClr>
                </a:solidFill>
                <a:latin typeface="Palatino" pitchFamily="2" charset="77"/>
                <a:ea typeface="Palatino" pitchFamily="2" charset="77"/>
                <a:cs typeface="Mishafi" pitchFamily="2" charset="-78"/>
              </a:rPr>
              <a:t>07</a:t>
            </a:r>
            <a:endParaRPr dirty="0">
              <a:solidFill>
                <a:schemeClr val="accent2">
                  <a:lumMod val="90000"/>
                </a:schemeClr>
              </a:solidFill>
              <a:latin typeface="Palatino" pitchFamily="2" charset="77"/>
              <a:ea typeface="Palatino" pitchFamily="2" charset="77"/>
              <a:cs typeface="Mishafi" pitchFamily="2" charset="-78"/>
            </a:endParaRPr>
          </a:p>
        </p:txBody>
      </p:sp>
      <p:sp>
        <p:nvSpPr>
          <p:cNvPr id="2063" name="Google Shape;2063;p55">
            <a:extLst>
              <a:ext uri="{FF2B5EF4-FFF2-40B4-BE49-F238E27FC236}">
                <a16:creationId xmlns:a16="http://schemas.microsoft.com/office/drawing/2014/main" id="{1034D3E4-FF8E-E041-252A-2ECA7FF37208}"/>
              </a:ext>
            </a:extLst>
          </p:cNvPr>
          <p:cNvSpPr txBox="1">
            <a:spLocks noGrp="1"/>
          </p:cNvSpPr>
          <p:nvPr>
            <p:ph type="subTitle" idx="1"/>
          </p:nvPr>
        </p:nvSpPr>
        <p:spPr>
          <a:xfrm>
            <a:off x="2143125" y="3223849"/>
            <a:ext cx="5219700" cy="9174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2800" b="1" dirty="0" err="1">
                <a:solidFill>
                  <a:schemeClr val="dk1"/>
                </a:solidFill>
                <a:latin typeface="Alata"/>
                <a:cs typeface="Alata"/>
                <a:sym typeface="Alata"/>
              </a:rPr>
              <a:t>Gli</a:t>
            </a:r>
            <a:r>
              <a:rPr lang="de-CH" sz="2800" b="1" dirty="0">
                <a:solidFill>
                  <a:schemeClr val="dk1"/>
                </a:solidFill>
                <a:latin typeface="Alata"/>
                <a:cs typeface="Alata"/>
                <a:sym typeface="Alata"/>
              </a:rPr>
              <a:t> ‘</a:t>
            </a:r>
            <a:r>
              <a:rPr lang="de-CH" sz="2800" b="1" dirty="0" err="1">
                <a:solidFill>
                  <a:schemeClr val="dk1"/>
                </a:solidFill>
                <a:latin typeface="Alata"/>
                <a:cs typeface="Alata"/>
                <a:sym typeface="Alata"/>
              </a:rPr>
              <a:t>artefacts</a:t>
            </a:r>
            <a:r>
              <a:rPr lang="de-CH" sz="2800" b="1" dirty="0">
                <a:solidFill>
                  <a:schemeClr val="dk1"/>
                </a:solidFill>
                <a:latin typeface="Alata"/>
                <a:cs typeface="Alata"/>
                <a:sym typeface="Alata"/>
              </a:rPr>
              <a:t>’</a:t>
            </a:r>
            <a:endParaRPr sz="2800" dirty="0">
              <a:solidFill>
                <a:schemeClr val="dk1"/>
              </a:solidFill>
              <a:latin typeface="Alata"/>
              <a:cs typeface="Alata"/>
            </a:endParaRPr>
          </a:p>
        </p:txBody>
      </p:sp>
    </p:spTree>
    <p:extLst>
      <p:ext uri="{BB962C8B-B14F-4D97-AF65-F5344CB8AC3E}">
        <p14:creationId xmlns:p14="http://schemas.microsoft.com/office/powerpoint/2010/main" val="1194031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FF049579-7A60-4EAF-F91D-7A14B2093282}"/>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CE73AD2D-6E43-0BE2-6A06-6DBCB6942B5A}"/>
              </a:ext>
            </a:extLst>
          </p:cNvPr>
          <p:cNvSpPr>
            <a:spLocks noGrp="1"/>
          </p:cNvSpPr>
          <p:nvPr>
            <p:ph type="title"/>
          </p:nvPr>
        </p:nvSpPr>
        <p:spPr/>
        <p:txBody>
          <a:bodyPr/>
          <a:lstStyle/>
          <a:p>
            <a:r>
              <a:rPr lang="de-CH" b="1" dirty="0" err="1">
                <a:solidFill>
                  <a:srgbClr val="5E288A"/>
                </a:solidFill>
              </a:rPr>
              <a:t>Artefatti</a:t>
            </a:r>
            <a:r>
              <a:rPr lang="de-CH" b="1" dirty="0">
                <a:solidFill>
                  <a:srgbClr val="5E288A"/>
                </a:solidFill>
              </a:rPr>
              <a:t> </a:t>
            </a:r>
            <a:r>
              <a:rPr lang="de-CH" b="1" dirty="0" err="1">
                <a:solidFill>
                  <a:srgbClr val="5E288A"/>
                </a:solidFill>
              </a:rPr>
              <a:t>nelle</a:t>
            </a:r>
            <a:r>
              <a:rPr lang="de-CH" b="1" dirty="0">
                <a:solidFill>
                  <a:srgbClr val="5E288A"/>
                </a:solidFill>
              </a:rPr>
              <a:t> </a:t>
            </a:r>
            <a:r>
              <a:rPr lang="de-CH" b="1" dirty="0" err="1">
                <a:solidFill>
                  <a:srgbClr val="5E288A"/>
                </a:solidFill>
              </a:rPr>
              <a:t>immagini</a:t>
            </a:r>
            <a:endParaRPr lang="it-IT" b="1" dirty="0">
              <a:solidFill>
                <a:srgbClr val="5E288A"/>
              </a:solidFill>
            </a:endParaRPr>
          </a:p>
        </p:txBody>
      </p:sp>
      <p:pic>
        <p:nvPicPr>
          <p:cNvPr id="2" name="Immagine 1">
            <a:extLst>
              <a:ext uri="{FF2B5EF4-FFF2-40B4-BE49-F238E27FC236}">
                <a16:creationId xmlns:a16="http://schemas.microsoft.com/office/drawing/2014/main" id="{DA9CB6F3-2F40-7341-59E4-45A4A8F51C7C}"/>
              </a:ext>
            </a:extLst>
          </p:cNvPr>
          <p:cNvPicPr>
            <a:picLocks noChangeAspect="1"/>
          </p:cNvPicPr>
          <p:nvPr/>
        </p:nvPicPr>
        <p:blipFill>
          <a:blip r:embed="rId3"/>
          <a:stretch>
            <a:fillRect/>
          </a:stretch>
        </p:blipFill>
        <p:spPr>
          <a:xfrm>
            <a:off x="3764935" y="1424849"/>
            <a:ext cx="4664765" cy="2698169"/>
          </a:xfrm>
          <a:prstGeom prst="rect">
            <a:avLst/>
          </a:prstGeom>
        </p:spPr>
      </p:pic>
      <p:sp>
        <p:nvSpPr>
          <p:cNvPr id="4" name="CasellaDiTesto 3">
            <a:extLst>
              <a:ext uri="{FF2B5EF4-FFF2-40B4-BE49-F238E27FC236}">
                <a16:creationId xmlns:a16="http://schemas.microsoft.com/office/drawing/2014/main" id="{3A9B7168-AF71-1D26-8803-94DC922613A1}"/>
              </a:ext>
            </a:extLst>
          </p:cNvPr>
          <p:cNvSpPr txBox="1"/>
          <p:nvPr/>
        </p:nvSpPr>
        <p:spPr>
          <a:xfrm>
            <a:off x="714300" y="1219663"/>
            <a:ext cx="2959328" cy="3108543"/>
          </a:xfrm>
          <a:prstGeom prst="rect">
            <a:avLst/>
          </a:prstGeom>
          <a:noFill/>
        </p:spPr>
        <p:txBody>
          <a:bodyPr wrap="square" rtlCol="0">
            <a:spAutoFit/>
          </a:bodyPr>
          <a:lstStyle/>
          <a:p>
            <a:r>
              <a:rPr lang="it-IT" dirty="0">
                <a:solidFill>
                  <a:srgbClr val="50525A"/>
                </a:solidFill>
              </a:rPr>
              <a:t>In altri ambiti medici, come ad esempio in dermatologia, possono presentarsi ulteriori </a:t>
            </a:r>
            <a:r>
              <a:rPr lang="it-IT" dirty="0" err="1">
                <a:solidFill>
                  <a:srgbClr val="50525A"/>
                </a:solidFill>
              </a:rPr>
              <a:t>bias</a:t>
            </a:r>
            <a:r>
              <a:rPr lang="it-IT" dirty="0">
                <a:solidFill>
                  <a:srgbClr val="50525A"/>
                </a:solidFill>
              </a:rPr>
              <a:t> dovuti agli artefatti (</a:t>
            </a:r>
            <a:r>
              <a:rPr lang="it-IT" dirty="0" err="1">
                <a:solidFill>
                  <a:srgbClr val="50525A"/>
                </a:solidFill>
              </a:rPr>
              <a:t>artefacts</a:t>
            </a:r>
            <a:r>
              <a:rPr lang="it-IT" dirty="0">
                <a:solidFill>
                  <a:srgbClr val="50525A"/>
                </a:solidFill>
              </a:rPr>
              <a:t>). </a:t>
            </a:r>
          </a:p>
          <a:p>
            <a:endParaRPr lang="it-IT" dirty="0">
              <a:solidFill>
                <a:srgbClr val="50525A"/>
              </a:solidFill>
            </a:endParaRPr>
          </a:p>
          <a:p>
            <a:r>
              <a:rPr lang="it-IT" dirty="0">
                <a:solidFill>
                  <a:srgbClr val="50525A"/>
                </a:solidFill>
              </a:rPr>
              <a:t>Essi sono elementi non clinici presenti nelle immagini, che l’AI può interpretare come segnali correlati alle caratteristiche di ciò che si sta osservando (ad esempio la lesione), finendo per basare parte della decisione su indizi di contesto invece che sul contenuto clinicamente rilevante.</a:t>
            </a:r>
          </a:p>
        </p:txBody>
      </p:sp>
    </p:spTree>
    <p:extLst>
      <p:ext uri="{BB962C8B-B14F-4D97-AF65-F5344CB8AC3E}">
        <p14:creationId xmlns:p14="http://schemas.microsoft.com/office/powerpoint/2010/main" val="1307585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0">
          <a:extLst>
            <a:ext uri="{FF2B5EF4-FFF2-40B4-BE49-F238E27FC236}">
              <a16:creationId xmlns:a16="http://schemas.microsoft.com/office/drawing/2014/main" id="{C18002C2-B41E-B138-47B5-71CF57B26EB9}"/>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CF21D8EA-F74E-8818-A900-A43F8F08998D}"/>
              </a:ext>
            </a:extLst>
          </p:cNvPr>
          <p:cNvSpPr>
            <a:spLocks noGrp="1"/>
          </p:cNvSpPr>
          <p:nvPr>
            <p:ph type="title"/>
          </p:nvPr>
        </p:nvSpPr>
        <p:spPr/>
        <p:txBody>
          <a:bodyPr/>
          <a:lstStyle/>
          <a:p>
            <a:r>
              <a:rPr lang="de-CH" b="1" dirty="0" err="1">
                <a:solidFill>
                  <a:srgbClr val="5E288A"/>
                </a:solidFill>
              </a:rPr>
              <a:t>Densità</a:t>
            </a:r>
            <a:r>
              <a:rPr lang="de-CH" b="1" dirty="0">
                <a:solidFill>
                  <a:srgbClr val="5E288A"/>
                </a:solidFill>
              </a:rPr>
              <a:t> </a:t>
            </a:r>
            <a:r>
              <a:rPr lang="de-CH" b="1" dirty="0" err="1">
                <a:solidFill>
                  <a:srgbClr val="5E288A"/>
                </a:solidFill>
              </a:rPr>
              <a:t>degli</a:t>
            </a:r>
            <a:r>
              <a:rPr lang="de-CH" b="1" dirty="0">
                <a:solidFill>
                  <a:srgbClr val="5E288A"/>
                </a:solidFill>
              </a:rPr>
              <a:t> </a:t>
            </a:r>
            <a:r>
              <a:rPr lang="de-CH" b="1" dirty="0" err="1">
                <a:solidFill>
                  <a:srgbClr val="5E288A"/>
                </a:solidFill>
              </a:rPr>
              <a:t>artefatti</a:t>
            </a:r>
            <a:r>
              <a:rPr lang="de-CH" b="1" dirty="0">
                <a:solidFill>
                  <a:srgbClr val="5E288A"/>
                </a:solidFill>
              </a:rPr>
              <a:t> per </a:t>
            </a:r>
            <a:r>
              <a:rPr lang="de-CH" b="1" dirty="0" err="1">
                <a:solidFill>
                  <a:srgbClr val="5E288A"/>
                </a:solidFill>
              </a:rPr>
              <a:t>classe</a:t>
            </a:r>
            <a:r>
              <a:rPr lang="de-CH" b="1" dirty="0">
                <a:solidFill>
                  <a:srgbClr val="5E288A"/>
                </a:solidFill>
              </a:rPr>
              <a:t> </a:t>
            </a:r>
            <a:r>
              <a:rPr lang="de-CH" b="1" dirty="0" err="1">
                <a:solidFill>
                  <a:srgbClr val="5E288A"/>
                </a:solidFill>
              </a:rPr>
              <a:t>diagnostica</a:t>
            </a:r>
            <a:endParaRPr lang="it-IT" b="1" dirty="0">
              <a:solidFill>
                <a:srgbClr val="5E288A"/>
              </a:solidFill>
            </a:endParaRPr>
          </a:p>
        </p:txBody>
      </p:sp>
      <p:pic>
        <p:nvPicPr>
          <p:cNvPr id="4" name="Immagine 3">
            <a:extLst>
              <a:ext uri="{FF2B5EF4-FFF2-40B4-BE49-F238E27FC236}">
                <a16:creationId xmlns:a16="http://schemas.microsoft.com/office/drawing/2014/main" id="{01C63541-6DFC-C7F5-3928-80AC31628CA1}"/>
              </a:ext>
            </a:extLst>
          </p:cNvPr>
          <p:cNvPicPr>
            <a:picLocks noChangeAspect="1"/>
          </p:cNvPicPr>
          <p:nvPr/>
        </p:nvPicPr>
        <p:blipFill>
          <a:blip r:embed="rId3"/>
          <a:stretch>
            <a:fillRect/>
          </a:stretch>
        </p:blipFill>
        <p:spPr>
          <a:xfrm>
            <a:off x="4708599" y="1340427"/>
            <a:ext cx="3721100" cy="3086100"/>
          </a:xfrm>
          <a:prstGeom prst="rect">
            <a:avLst/>
          </a:prstGeom>
        </p:spPr>
      </p:pic>
      <p:sp>
        <p:nvSpPr>
          <p:cNvPr id="14" name="Rectangle 6">
            <a:extLst>
              <a:ext uri="{FF2B5EF4-FFF2-40B4-BE49-F238E27FC236}">
                <a16:creationId xmlns:a16="http://schemas.microsoft.com/office/drawing/2014/main" id="{EE369C1B-BF45-9825-9397-FA3DC71E2362}"/>
              </a:ext>
            </a:extLst>
          </p:cNvPr>
          <p:cNvSpPr>
            <a:spLocks noChangeArrowheads="1"/>
          </p:cNvSpPr>
          <p:nvPr/>
        </p:nvSpPr>
        <p:spPr bwMode="auto">
          <a:xfrm>
            <a:off x="714300" y="1436927"/>
            <a:ext cx="3857700"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r>
              <a:rPr lang="it-IT" altLang="it-IT" dirty="0">
                <a:solidFill>
                  <a:srgbClr val="50525A"/>
                </a:solidFill>
              </a:rPr>
              <a:t>Il Violin plot visualizza la densità del numero di artefatti per immagine nel dataset dermatologico, confrontando le classi benigna e maligna. </a:t>
            </a:r>
          </a:p>
          <a:p>
            <a:pPr eaLnBrk="0" fontAlgn="base" hangingPunct="0"/>
            <a:endParaRPr lang="it-IT" altLang="it-IT" dirty="0">
              <a:solidFill>
                <a:srgbClr val="50525A"/>
              </a:solidFill>
            </a:endParaRPr>
          </a:p>
          <a:p>
            <a:pPr eaLnBrk="0" fontAlgn="base" hangingPunct="0"/>
            <a:r>
              <a:rPr lang="it-IT" altLang="it-IT" dirty="0">
                <a:solidFill>
                  <a:srgbClr val="50525A"/>
                </a:solidFill>
              </a:rPr>
              <a:t>La classe maligna mostra una variabilità leggermente maggiore, ma le due densità restano ampiamente sovrapposte.</a:t>
            </a:r>
          </a:p>
          <a:p>
            <a:pPr eaLnBrk="0" fontAlgn="base" hangingPunct="0"/>
            <a:endParaRPr lang="it-IT" altLang="it-IT" dirty="0">
              <a:solidFill>
                <a:srgbClr val="50525A"/>
              </a:solidFill>
            </a:endParaRPr>
          </a:p>
          <a:p>
            <a:pPr eaLnBrk="0" fontAlgn="base" hangingPunct="0"/>
            <a:r>
              <a:rPr lang="it-IT" altLang="it-IT" dirty="0">
                <a:solidFill>
                  <a:srgbClr val="50525A"/>
                </a:solidFill>
              </a:rPr>
              <a:t>Questo implica che il conteggio di artefatti non è un marcatore discriminativo affidabile tra benigno e maligno e può invece indurre ad errori.</a:t>
            </a:r>
          </a:p>
        </p:txBody>
      </p:sp>
    </p:spTree>
    <p:extLst>
      <p:ext uri="{BB962C8B-B14F-4D97-AF65-F5344CB8AC3E}">
        <p14:creationId xmlns:p14="http://schemas.microsoft.com/office/powerpoint/2010/main" val="1730255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36">
          <a:extLst>
            <a:ext uri="{FF2B5EF4-FFF2-40B4-BE49-F238E27FC236}">
              <a16:creationId xmlns:a16="http://schemas.microsoft.com/office/drawing/2014/main" id="{7ABC0EC0-22CB-481C-CD3D-A588F8619B96}"/>
            </a:ext>
          </a:extLst>
        </p:cNvPr>
        <p:cNvGrpSpPr/>
        <p:nvPr/>
      </p:nvGrpSpPr>
      <p:grpSpPr>
        <a:xfrm>
          <a:off x="0" y="0"/>
          <a:ext cx="0" cy="0"/>
          <a:chOff x="0" y="0"/>
          <a:chExt cx="0" cy="0"/>
        </a:xfrm>
      </p:grpSpPr>
      <p:sp>
        <p:nvSpPr>
          <p:cNvPr id="11" name="Google Shape;2063;p55">
            <a:extLst>
              <a:ext uri="{FF2B5EF4-FFF2-40B4-BE49-F238E27FC236}">
                <a16:creationId xmlns:a16="http://schemas.microsoft.com/office/drawing/2014/main" id="{16E9A459-02F5-EA57-78A7-A0B7A8ABD313}"/>
              </a:ext>
            </a:extLst>
          </p:cNvPr>
          <p:cNvSpPr txBox="1">
            <a:spLocks noGrp="1"/>
          </p:cNvSpPr>
          <p:nvPr>
            <p:ph type="subTitle" idx="1"/>
          </p:nvPr>
        </p:nvSpPr>
        <p:spPr>
          <a:xfrm>
            <a:off x="1962150" y="354050"/>
            <a:ext cx="5219700" cy="917475"/>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de-CH" sz="2800" b="1" dirty="0">
                <a:solidFill>
                  <a:schemeClr val="dk1"/>
                </a:solidFill>
                <a:latin typeface="Alata"/>
                <a:cs typeface="Alata"/>
                <a:sym typeface="Alata"/>
              </a:rPr>
              <a:t>FONTI</a:t>
            </a:r>
            <a:endParaRPr sz="2800" b="1" dirty="0">
              <a:solidFill>
                <a:schemeClr val="dk1"/>
              </a:solidFill>
              <a:latin typeface="Alata"/>
              <a:cs typeface="Alata"/>
            </a:endParaRPr>
          </a:p>
        </p:txBody>
      </p:sp>
      <p:sp>
        <p:nvSpPr>
          <p:cNvPr id="3" name="CasellaDiTesto 2">
            <a:extLst>
              <a:ext uri="{FF2B5EF4-FFF2-40B4-BE49-F238E27FC236}">
                <a16:creationId xmlns:a16="http://schemas.microsoft.com/office/drawing/2014/main" id="{646DB9C9-BAEB-6BA3-EA0B-AE7A112E7325}"/>
              </a:ext>
            </a:extLst>
          </p:cNvPr>
          <p:cNvSpPr txBox="1"/>
          <p:nvPr/>
        </p:nvSpPr>
        <p:spPr>
          <a:xfrm>
            <a:off x="734938" y="1042587"/>
            <a:ext cx="7939043" cy="3550310"/>
          </a:xfrm>
          <a:prstGeom prst="rect">
            <a:avLst/>
          </a:prstGeom>
          <a:noFill/>
        </p:spPr>
        <p:txBody>
          <a:bodyPr wrap="square" rtlCol="0">
            <a:spAutoFit/>
          </a:bodyPr>
          <a:lstStyle/>
          <a:p>
            <a:r>
              <a:rPr lang="it-IT" dirty="0">
                <a:hlinkClick r:id="rId3"/>
              </a:rPr>
              <a:t>https://www.kaggle.com/datasets/sahilislam007/ai-impact-on-job-market-20242030</a:t>
            </a:r>
            <a:endParaRPr lang="it-IT" dirty="0"/>
          </a:p>
          <a:p>
            <a:endParaRPr lang="it-IT" dirty="0"/>
          </a:p>
          <a:p>
            <a:r>
              <a:rPr lang="it-IT" dirty="0">
                <a:hlinkClick r:id="rId4"/>
              </a:rPr>
              <a:t>https://openalex.org</a:t>
            </a:r>
            <a:endParaRPr lang="it-IT" dirty="0"/>
          </a:p>
          <a:p>
            <a:endParaRPr lang="it-IT" dirty="0"/>
          </a:p>
          <a:p>
            <a:r>
              <a:rPr lang="it-IT" dirty="0">
                <a:hlinkClick r:id="rId5"/>
              </a:rPr>
              <a:t>https://www.who.int/data/gho/publications/world-health-statistics</a:t>
            </a:r>
            <a:endParaRPr lang="it-IT" dirty="0"/>
          </a:p>
          <a:p>
            <a:endParaRPr lang="it-IT" dirty="0"/>
          </a:p>
          <a:p>
            <a:r>
              <a:rPr lang="it-IT" dirty="0">
                <a:hlinkClick r:id="rId6"/>
              </a:rPr>
              <a:t>https://www.fda.gov/medical-devices/software-medical-device-samd/artificial-intelligence-enabled-medical-devices</a:t>
            </a:r>
            <a:endParaRPr lang="it-IT" dirty="0"/>
          </a:p>
          <a:p>
            <a:endParaRPr lang="it-IT" dirty="0"/>
          </a:p>
          <a:p>
            <a:r>
              <a:rPr lang="it-IT" dirty="0">
                <a:hlinkClick r:id="rId7"/>
              </a:rPr>
              <a:t>https://www.kaggle.com/competitions/unifesp-x-ray-body-part-classifier/overview</a:t>
            </a:r>
            <a:endParaRPr lang="it-IT" dirty="0"/>
          </a:p>
          <a:p>
            <a:endParaRPr lang="it-IT" dirty="0"/>
          </a:p>
          <a:p>
            <a:r>
              <a:rPr lang="it-IT" dirty="0">
                <a:hlinkClick r:id="rId8"/>
              </a:rPr>
              <a:t>https://www.kaggle.com/datasets/redwankarimsony/heart-disease-data</a:t>
            </a:r>
            <a:endParaRPr lang="it-IT" dirty="0"/>
          </a:p>
          <a:p>
            <a:endParaRPr lang="it-IT" dirty="0"/>
          </a:p>
          <a:p>
            <a:r>
              <a:rPr lang="it-IT" dirty="0">
                <a:hlinkClick r:id="rId9"/>
              </a:rPr>
              <a:t>https://www.kaggle.com/datasets/fedesoriano/stroke-prediction-dataset</a:t>
            </a:r>
            <a:endParaRPr lang="it-IT" dirty="0"/>
          </a:p>
          <a:p>
            <a:endParaRPr lang="it-IT" dirty="0"/>
          </a:p>
          <a:p>
            <a:r>
              <a:rPr lang="it-IT" dirty="0">
                <a:hlinkClick r:id="rId10"/>
              </a:rPr>
              <a:t>https://www.kaggle.com/datasets/kmader/skin-cancer-mnist-ham10000</a:t>
            </a:r>
            <a:endParaRPr lang="it-IT" dirty="0"/>
          </a:p>
        </p:txBody>
      </p:sp>
    </p:spTree>
    <p:extLst>
      <p:ext uri="{BB962C8B-B14F-4D97-AF65-F5344CB8AC3E}">
        <p14:creationId xmlns:p14="http://schemas.microsoft.com/office/powerpoint/2010/main" val="70124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36">
          <a:extLst>
            <a:ext uri="{FF2B5EF4-FFF2-40B4-BE49-F238E27FC236}">
              <a16:creationId xmlns:a16="http://schemas.microsoft.com/office/drawing/2014/main" id="{6CC6DBCD-6DA4-4A82-8AD8-9CA8948157CD}"/>
            </a:ext>
          </a:extLst>
        </p:cNvPr>
        <p:cNvGrpSpPr/>
        <p:nvPr/>
      </p:nvGrpSpPr>
      <p:grpSpPr>
        <a:xfrm>
          <a:off x="0" y="0"/>
          <a:ext cx="0" cy="0"/>
          <a:chOff x="0" y="0"/>
          <a:chExt cx="0" cy="0"/>
        </a:xfrm>
      </p:grpSpPr>
      <p:sp>
        <p:nvSpPr>
          <p:cNvPr id="2" name="Google Shape;2063;p55">
            <a:extLst>
              <a:ext uri="{FF2B5EF4-FFF2-40B4-BE49-F238E27FC236}">
                <a16:creationId xmlns:a16="http://schemas.microsoft.com/office/drawing/2014/main" id="{E1E268DA-CAD8-E71B-56F4-CA0F36A9A2A8}"/>
              </a:ext>
            </a:extLst>
          </p:cNvPr>
          <p:cNvSpPr txBox="1">
            <a:spLocks noGrp="1"/>
          </p:cNvSpPr>
          <p:nvPr>
            <p:ph type="subTitle" idx="1"/>
          </p:nvPr>
        </p:nvSpPr>
        <p:spPr>
          <a:xfrm>
            <a:off x="673758" y="1347570"/>
            <a:ext cx="5219700" cy="600006"/>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de-CH" sz="2800" b="1" dirty="0">
                <a:solidFill>
                  <a:schemeClr val="dk1"/>
                </a:solidFill>
                <a:latin typeface="Alata"/>
                <a:cs typeface="Alata"/>
                <a:sym typeface="Alata"/>
              </a:rPr>
              <a:t>GRAZIE PER L’ATTENZIONE!</a:t>
            </a:r>
          </a:p>
          <a:p>
            <a:pPr marL="0" lvl="0" indent="0" rtl="0">
              <a:spcBef>
                <a:spcPts val="0"/>
              </a:spcBef>
              <a:spcAft>
                <a:spcPts val="0"/>
              </a:spcAft>
              <a:buNone/>
            </a:pPr>
            <a:endParaRPr lang="de-CH" sz="2400" b="1" dirty="0">
              <a:solidFill>
                <a:schemeClr val="dk1"/>
              </a:solidFill>
              <a:latin typeface="Alata"/>
              <a:cs typeface="Alata"/>
              <a:sym typeface="Alata"/>
            </a:endParaRPr>
          </a:p>
        </p:txBody>
      </p:sp>
      <p:sp>
        <p:nvSpPr>
          <p:cNvPr id="3" name="CasellaDiTesto 2">
            <a:extLst>
              <a:ext uri="{FF2B5EF4-FFF2-40B4-BE49-F238E27FC236}">
                <a16:creationId xmlns:a16="http://schemas.microsoft.com/office/drawing/2014/main" id="{9A4A0C0F-EA72-3D95-07E1-2AC5759A780E}"/>
              </a:ext>
            </a:extLst>
          </p:cNvPr>
          <p:cNvSpPr txBox="1"/>
          <p:nvPr/>
        </p:nvSpPr>
        <p:spPr>
          <a:xfrm>
            <a:off x="1421320" y="2202418"/>
            <a:ext cx="2735044" cy="738664"/>
          </a:xfrm>
          <a:prstGeom prst="rect">
            <a:avLst/>
          </a:prstGeom>
          <a:noFill/>
        </p:spPr>
        <p:txBody>
          <a:bodyPr wrap="none" rtlCol="0">
            <a:spAutoFit/>
          </a:bodyPr>
          <a:lstStyle/>
          <a:p>
            <a:pPr lvl="0"/>
            <a:r>
              <a:rPr lang="de-CH" dirty="0">
                <a:solidFill>
                  <a:srgbClr val="50525A"/>
                </a:solidFill>
                <a:latin typeface="Alata"/>
                <a:cs typeface="Alata"/>
              </a:rPr>
              <a:t>Federico Gallo 	44862A</a:t>
            </a:r>
          </a:p>
          <a:p>
            <a:pPr lvl="0"/>
            <a:r>
              <a:rPr lang="de-CH" dirty="0">
                <a:solidFill>
                  <a:srgbClr val="50525A"/>
                </a:solidFill>
                <a:latin typeface="Alata"/>
                <a:cs typeface="Alata"/>
              </a:rPr>
              <a:t>Manuel </a:t>
            </a:r>
            <a:r>
              <a:rPr lang="de-CH" dirty="0" err="1">
                <a:solidFill>
                  <a:srgbClr val="50525A"/>
                </a:solidFill>
                <a:latin typeface="Alata"/>
                <a:cs typeface="Alata"/>
              </a:rPr>
              <a:t>Ianniello</a:t>
            </a:r>
            <a:r>
              <a:rPr lang="de-CH" dirty="0">
                <a:solidFill>
                  <a:srgbClr val="50525A"/>
                </a:solidFill>
                <a:latin typeface="Alata"/>
                <a:cs typeface="Alata"/>
              </a:rPr>
              <a:t> 	31544A </a:t>
            </a:r>
          </a:p>
          <a:p>
            <a:endParaRPr lang="it-IT" dirty="0"/>
          </a:p>
        </p:txBody>
      </p:sp>
      <p:grpSp>
        <p:nvGrpSpPr>
          <p:cNvPr id="4" name="Google Shape;2563;p62">
            <a:extLst>
              <a:ext uri="{FF2B5EF4-FFF2-40B4-BE49-F238E27FC236}">
                <a16:creationId xmlns:a16="http://schemas.microsoft.com/office/drawing/2014/main" id="{45522041-F5D0-E6FC-F66A-D9656C8EDECF}"/>
              </a:ext>
            </a:extLst>
          </p:cNvPr>
          <p:cNvGrpSpPr/>
          <p:nvPr/>
        </p:nvGrpSpPr>
        <p:grpSpPr>
          <a:xfrm>
            <a:off x="7455998" y="2265764"/>
            <a:ext cx="670295" cy="2280201"/>
            <a:chOff x="2661858" y="2324250"/>
            <a:chExt cx="670295" cy="2280201"/>
          </a:xfrm>
        </p:grpSpPr>
        <p:sp>
          <p:nvSpPr>
            <p:cNvPr id="5" name="Google Shape;2564;p62">
              <a:extLst>
                <a:ext uri="{FF2B5EF4-FFF2-40B4-BE49-F238E27FC236}">
                  <a16:creationId xmlns:a16="http://schemas.microsoft.com/office/drawing/2014/main" id="{89003859-1B9C-B294-7F29-C7E46F3232D2}"/>
                </a:ext>
              </a:extLst>
            </p:cNvPr>
            <p:cNvSpPr/>
            <p:nvPr/>
          </p:nvSpPr>
          <p:spPr>
            <a:xfrm>
              <a:off x="2661858" y="2723076"/>
              <a:ext cx="173311" cy="868381"/>
            </a:xfrm>
            <a:custGeom>
              <a:avLst/>
              <a:gdLst/>
              <a:ahLst/>
              <a:cxnLst/>
              <a:rect l="l" t="t" r="r" b="b"/>
              <a:pathLst>
                <a:path w="3323" h="16650" extrusionOk="0">
                  <a:moveTo>
                    <a:pt x="3323" y="1"/>
                  </a:moveTo>
                  <a:cubicBezTo>
                    <a:pt x="2264" y="329"/>
                    <a:pt x="1461" y="1187"/>
                    <a:pt x="1242" y="2264"/>
                  </a:cubicBezTo>
                  <a:lnTo>
                    <a:pt x="274" y="6719"/>
                  </a:lnTo>
                  <a:cubicBezTo>
                    <a:pt x="37" y="7741"/>
                    <a:pt x="0" y="8781"/>
                    <a:pt x="128" y="9822"/>
                  </a:cubicBezTo>
                  <a:lnTo>
                    <a:pt x="730" y="14459"/>
                  </a:lnTo>
                  <a:lnTo>
                    <a:pt x="730" y="15335"/>
                  </a:lnTo>
                  <a:cubicBezTo>
                    <a:pt x="730" y="15718"/>
                    <a:pt x="949" y="16047"/>
                    <a:pt x="1296" y="16211"/>
                  </a:cubicBezTo>
                  <a:lnTo>
                    <a:pt x="2300" y="16649"/>
                  </a:lnTo>
                  <a:lnTo>
                    <a:pt x="2866" y="15828"/>
                  </a:lnTo>
                  <a:lnTo>
                    <a:pt x="2665" y="15134"/>
                  </a:lnTo>
                  <a:lnTo>
                    <a:pt x="3031" y="14842"/>
                  </a:lnTo>
                  <a:lnTo>
                    <a:pt x="2045" y="14075"/>
                  </a:lnTo>
                  <a:lnTo>
                    <a:pt x="1771" y="8252"/>
                  </a:lnTo>
                  <a:lnTo>
                    <a:pt x="3323" y="1"/>
                  </a:lnTo>
                  <a:close/>
                </a:path>
              </a:pathLst>
            </a:custGeom>
            <a:solidFill>
              <a:srgbClr val="FF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565;p62">
              <a:extLst>
                <a:ext uri="{FF2B5EF4-FFF2-40B4-BE49-F238E27FC236}">
                  <a16:creationId xmlns:a16="http://schemas.microsoft.com/office/drawing/2014/main" id="{A37653B9-124A-AC67-16C7-EE70498FED9E}"/>
                </a:ext>
              </a:extLst>
            </p:cNvPr>
            <p:cNvSpPr/>
            <p:nvPr/>
          </p:nvSpPr>
          <p:spPr>
            <a:xfrm>
              <a:off x="2670412" y="2723076"/>
              <a:ext cx="163819" cy="305680"/>
            </a:xfrm>
            <a:custGeom>
              <a:avLst/>
              <a:gdLst/>
              <a:ahLst/>
              <a:cxnLst/>
              <a:rect l="l" t="t" r="r" b="b"/>
              <a:pathLst>
                <a:path w="3141" h="5861" extrusionOk="0">
                  <a:moveTo>
                    <a:pt x="3140" y="1"/>
                  </a:moveTo>
                  <a:lnTo>
                    <a:pt x="3031" y="37"/>
                  </a:lnTo>
                  <a:cubicBezTo>
                    <a:pt x="2045" y="348"/>
                    <a:pt x="1278" y="1133"/>
                    <a:pt x="1005" y="2118"/>
                  </a:cubicBezTo>
                  <a:lnTo>
                    <a:pt x="1" y="5715"/>
                  </a:lnTo>
                  <a:lnTo>
                    <a:pt x="2063" y="5861"/>
                  </a:lnTo>
                  <a:lnTo>
                    <a:pt x="314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566;p62">
              <a:extLst>
                <a:ext uri="{FF2B5EF4-FFF2-40B4-BE49-F238E27FC236}">
                  <a16:creationId xmlns:a16="http://schemas.microsoft.com/office/drawing/2014/main" id="{62B83D98-9DC5-30A1-9617-CC24835372BC}"/>
                </a:ext>
              </a:extLst>
            </p:cNvPr>
            <p:cNvSpPr/>
            <p:nvPr/>
          </p:nvSpPr>
          <p:spPr>
            <a:xfrm>
              <a:off x="2682772" y="3022027"/>
              <a:ext cx="94348" cy="59092"/>
            </a:xfrm>
            <a:custGeom>
              <a:avLst/>
              <a:gdLst/>
              <a:ahLst/>
              <a:cxnLst/>
              <a:rect l="l" t="t" r="r" b="b"/>
              <a:pathLst>
                <a:path w="1809" h="1133" extrusionOk="0">
                  <a:moveTo>
                    <a:pt x="74" y="1"/>
                  </a:moveTo>
                  <a:lnTo>
                    <a:pt x="1" y="348"/>
                  </a:lnTo>
                  <a:lnTo>
                    <a:pt x="1626" y="1133"/>
                  </a:lnTo>
                  <a:lnTo>
                    <a:pt x="1808" y="129"/>
                  </a:lnTo>
                  <a:lnTo>
                    <a:pt x="74" y="1"/>
                  </a:lnTo>
                  <a:close/>
                </a:path>
              </a:pathLst>
            </a:custGeom>
            <a:solidFill>
              <a:srgbClr val="472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567;p62">
              <a:extLst>
                <a:ext uri="{FF2B5EF4-FFF2-40B4-BE49-F238E27FC236}">
                  <a16:creationId xmlns:a16="http://schemas.microsoft.com/office/drawing/2014/main" id="{5195B660-8387-803E-E726-4DE9F64D599A}"/>
                </a:ext>
              </a:extLst>
            </p:cNvPr>
            <p:cNvSpPr/>
            <p:nvPr/>
          </p:nvSpPr>
          <p:spPr>
            <a:xfrm>
              <a:off x="2745619" y="3441924"/>
              <a:ext cx="231412" cy="1019735"/>
            </a:xfrm>
            <a:custGeom>
              <a:avLst/>
              <a:gdLst/>
              <a:ahLst/>
              <a:cxnLst/>
              <a:rect l="l" t="t" r="r" b="b"/>
              <a:pathLst>
                <a:path w="4437" h="19552" extrusionOk="0">
                  <a:moveTo>
                    <a:pt x="1" y="0"/>
                  </a:moveTo>
                  <a:lnTo>
                    <a:pt x="1151" y="19552"/>
                  </a:lnTo>
                  <a:lnTo>
                    <a:pt x="4053" y="19552"/>
                  </a:lnTo>
                  <a:lnTo>
                    <a:pt x="4437" y="274"/>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568;p62">
              <a:extLst>
                <a:ext uri="{FF2B5EF4-FFF2-40B4-BE49-F238E27FC236}">
                  <a16:creationId xmlns:a16="http://schemas.microsoft.com/office/drawing/2014/main" id="{34FCDA99-87E8-49E5-BFF8-D588F5CBBD1B}"/>
                </a:ext>
              </a:extLst>
            </p:cNvPr>
            <p:cNvSpPr/>
            <p:nvPr/>
          </p:nvSpPr>
          <p:spPr>
            <a:xfrm>
              <a:off x="2745619" y="3441924"/>
              <a:ext cx="231412" cy="540847"/>
            </a:xfrm>
            <a:custGeom>
              <a:avLst/>
              <a:gdLst/>
              <a:ahLst/>
              <a:cxnLst/>
              <a:rect l="l" t="t" r="r" b="b"/>
              <a:pathLst>
                <a:path w="4437" h="10370" extrusionOk="0">
                  <a:moveTo>
                    <a:pt x="1" y="0"/>
                  </a:moveTo>
                  <a:lnTo>
                    <a:pt x="110" y="1972"/>
                  </a:lnTo>
                  <a:cubicBezTo>
                    <a:pt x="293" y="2027"/>
                    <a:pt x="494" y="2063"/>
                    <a:pt x="676" y="2100"/>
                  </a:cubicBezTo>
                  <a:lnTo>
                    <a:pt x="1005" y="2173"/>
                  </a:lnTo>
                  <a:cubicBezTo>
                    <a:pt x="2155" y="2373"/>
                    <a:pt x="3031" y="3286"/>
                    <a:pt x="3214" y="4436"/>
                  </a:cubicBezTo>
                  <a:lnTo>
                    <a:pt x="4236" y="10369"/>
                  </a:lnTo>
                  <a:lnTo>
                    <a:pt x="4400" y="2483"/>
                  </a:lnTo>
                  <a:lnTo>
                    <a:pt x="4437" y="274"/>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569;p62">
              <a:extLst>
                <a:ext uri="{FF2B5EF4-FFF2-40B4-BE49-F238E27FC236}">
                  <a16:creationId xmlns:a16="http://schemas.microsoft.com/office/drawing/2014/main" id="{9AE0E01C-98F6-99A9-277F-70F5574AB17E}"/>
                </a:ext>
              </a:extLst>
            </p:cNvPr>
            <p:cNvSpPr/>
            <p:nvPr/>
          </p:nvSpPr>
          <p:spPr>
            <a:xfrm>
              <a:off x="2790367" y="4461599"/>
              <a:ext cx="149528" cy="88611"/>
            </a:xfrm>
            <a:custGeom>
              <a:avLst/>
              <a:gdLst/>
              <a:ahLst/>
              <a:cxnLst/>
              <a:rect l="l" t="t" r="r" b="b"/>
              <a:pathLst>
                <a:path w="2867" h="1699" extrusionOk="0">
                  <a:moveTo>
                    <a:pt x="603" y="1"/>
                  </a:moveTo>
                  <a:lnTo>
                    <a:pt x="530" y="183"/>
                  </a:lnTo>
                  <a:cubicBezTo>
                    <a:pt x="421" y="457"/>
                    <a:pt x="238" y="694"/>
                    <a:pt x="1" y="877"/>
                  </a:cubicBezTo>
                  <a:cubicBezTo>
                    <a:pt x="110" y="913"/>
                    <a:pt x="220" y="986"/>
                    <a:pt x="329" y="1059"/>
                  </a:cubicBezTo>
                  <a:cubicBezTo>
                    <a:pt x="567" y="1205"/>
                    <a:pt x="731" y="1424"/>
                    <a:pt x="786" y="1698"/>
                  </a:cubicBezTo>
                  <a:lnTo>
                    <a:pt x="2867" y="1698"/>
                  </a:lnTo>
                  <a:lnTo>
                    <a:pt x="2684" y="1"/>
                  </a:lnTo>
                  <a:close/>
                </a:path>
              </a:pathLst>
            </a:custGeom>
            <a:solidFill>
              <a:srgbClr val="FF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570;p62">
              <a:extLst>
                <a:ext uri="{FF2B5EF4-FFF2-40B4-BE49-F238E27FC236}">
                  <a16:creationId xmlns:a16="http://schemas.microsoft.com/office/drawing/2014/main" id="{70FF8FD3-85D2-FCA9-EA22-897D7519614C}"/>
                </a:ext>
              </a:extLst>
            </p:cNvPr>
            <p:cNvSpPr/>
            <p:nvPr/>
          </p:nvSpPr>
          <p:spPr>
            <a:xfrm>
              <a:off x="2664674" y="4507286"/>
              <a:ext cx="279968" cy="97165"/>
            </a:xfrm>
            <a:custGeom>
              <a:avLst/>
              <a:gdLst/>
              <a:ahLst/>
              <a:cxnLst/>
              <a:rect l="l" t="t" r="r" b="b"/>
              <a:pathLst>
                <a:path w="5368" h="1863" extrusionOk="0">
                  <a:moveTo>
                    <a:pt x="2392" y="1"/>
                  </a:moveTo>
                  <a:cubicBezTo>
                    <a:pt x="2301" y="56"/>
                    <a:pt x="2210" y="129"/>
                    <a:pt x="2100" y="165"/>
                  </a:cubicBezTo>
                  <a:lnTo>
                    <a:pt x="914" y="694"/>
                  </a:lnTo>
                  <a:cubicBezTo>
                    <a:pt x="439" y="914"/>
                    <a:pt x="92" y="1352"/>
                    <a:pt x="1" y="1863"/>
                  </a:cubicBezTo>
                  <a:lnTo>
                    <a:pt x="5368" y="1863"/>
                  </a:lnTo>
                  <a:lnTo>
                    <a:pt x="5258" y="822"/>
                  </a:lnTo>
                  <a:lnTo>
                    <a:pt x="3196" y="822"/>
                  </a:lnTo>
                  <a:cubicBezTo>
                    <a:pt x="3123" y="548"/>
                    <a:pt x="2958" y="311"/>
                    <a:pt x="2739" y="183"/>
                  </a:cubicBezTo>
                  <a:cubicBezTo>
                    <a:pt x="2630" y="110"/>
                    <a:pt x="2520" y="56"/>
                    <a:pt x="2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571;p62">
              <a:extLst>
                <a:ext uri="{FF2B5EF4-FFF2-40B4-BE49-F238E27FC236}">
                  <a16:creationId xmlns:a16="http://schemas.microsoft.com/office/drawing/2014/main" id="{E582CB5C-5A4F-4C1F-8EB0-86577726C32B}"/>
                </a:ext>
              </a:extLst>
            </p:cNvPr>
            <p:cNvSpPr/>
            <p:nvPr/>
          </p:nvSpPr>
          <p:spPr>
            <a:xfrm>
              <a:off x="2818009" y="4461599"/>
              <a:ext cx="116201" cy="37187"/>
            </a:xfrm>
            <a:custGeom>
              <a:avLst/>
              <a:gdLst/>
              <a:ahLst/>
              <a:cxnLst/>
              <a:rect l="l" t="t" r="r" b="b"/>
              <a:pathLst>
                <a:path w="2228" h="713" extrusionOk="0">
                  <a:moveTo>
                    <a:pt x="73" y="1"/>
                  </a:moveTo>
                  <a:lnTo>
                    <a:pt x="0" y="183"/>
                  </a:lnTo>
                  <a:lnTo>
                    <a:pt x="2227" y="712"/>
                  </a:lnTo>
                  <a:lnTo>
                    <a:pt x="2154" y="1"/>
                  </a:lnTo>
                  <a:close/>
                </a:path>
              </a:pathLst>
            </a:custGeom>
            <a:solidFill>
              <a:srgbClr val="472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572;p62">
              <a:extLst>
                <a:ext uri="{FF2B5EF4-FFF2-40B4-BE49-F238E27FC236}">
                  <a16:creationId xmlns:a16="http://schemas.microsoft.com/office/drawing/2014/main" id="{3D195B21-DF8C-5CD3-75B1-94DB1472C434}"/>
                </a:ext>
              </a:extLst>
            </p:cNvPr>
            <p:cNvSpPr/>
            <p:nvPr/>
          </p:nvSpPr>
          <p:spPr>
            <a:xfrm>
              <a:off x="2933167" y="3439994"/>
              <a:ext cx="258115" cy="1021664"/>
            </a:xfrm>
            <a:custGeom>
              <a:avLst/>
              <a:gdLst/>
              <a:ahLst/>
              <a:cxnLst/>
              <a:rect l="l" t="t" r="r" b="b"/>
              <a:pathLst>
                <a:path w="4949" h="19589" extrusionOk="0">
                  <a:moveTo>
                    <a:pt x="1" y="1"/>
                  </a:moveTo>
                  <a:lnTo>
                    <a:pt x="1680" y="19589"/>
                  </a:lnTo>
                  <a:lnTo>
                    <a:pt x="4583" y="19589"/>
                  </a:lnTo>
                  <a:lnTo>
                    <a:pt x="4948" y="311"/>
                  </a:ln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573;p62">
              <a:extLst>
                <a:ext uri="{FF2B5EF4-FFF2-40B4-BE49-F238E27FC236}">
                  <a16:creationId xmlns:a16="http://schemas.microsoft.com/office/drawing/2014/main" id="{4B4469EE-0A8C-E669-7249-2D5029DED78D}"/>
                </a:ext>
              </a:extLst>
            </p:cNvPr>
            <p:cNvSpPr/>
            <p:nvPr/>
          </p:nvSpPr>
          <p:spPr>
            <a:xfrm>
              <a:off x="2933167" y="3439994"/>
              <a:ext cx="258115" cy="131744"/>
            </a:xfrm>
            <a:custGeom>
              <a:avLst/>
              <a:gdLst/>
              <a:ahLst/>
              <a:cxnLst/>
              <a:rect l="l" t="t" r="r" b="b"/>
              <a:pathLst>
                <a:path w="4949" h="2526" extrusionOk="0">
                  <a:moveTo>
                    <a:pt x="1" y="1"/>
                  </a:moveTo>
                  <a:lnTo>
                    <a:pt x="202" y="2520"/>
                  </a:lnTo>
                  <a:cubicBezTo>
                    <a:pt x="359" y="2524"/>
                    <a:pt x="516" y="2525"/>
                    <a:pt x="673" y="2525"/>
                  </a:cubicBezTo>
                  <a:cubicBezTo>
                    <a:pt x="2104" y="2525"/>
                    <a:pt x="3532" y="2374"/>
                    <a:pt x="4930" y="2045"/>
                  </a:cubicBezTo>
                  <a:lnTo>
                    <a:pt x="4948" y="311"/>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574;p62">
              <a:extLst>
                <a:ext uri="{FF2B5EF4-FFF2-40B4-BE49-F238E27FC236}">
                  <a16:creationId xmlns:a16="http://schemas.microsoft.com/office/drawing/2014/main" id="{B402E90D-65D2-36CA-0653-35B2BD92C7D3}"/>
                </a:ext>
              </a:extLst>
            </p:cNvPr>
            <p:cNvSpPr/>
            <p:nvPr/>
          </p:nvSpPr>
          <p:spPr>
            <a:xfrm>
              <a:off x="3122645" y="3515201"/>
              <a:ext cx="21018" cy="842668"/>
            </a:xfrm>
            <a:custGeom>
              <a:avLst/>
              <a:gdLst/>
              <a:ahLst/>
              <a:cxnLst/>
              <a:rect l="l" t="t" r="r" b="b"/>
              <a:pathLst>
                <a:path w="403" h="16157" extrusionOk="0">
                  <a:moveTo>
                    <a:pt x="238" y="1"/>
                  </a:moveTo>
                  <a:lnTo>
                    <a:pt x="238" y="1"/>
                  </a:lnTo>
                  <a:cubicBezTo>
                    <a:pt x="37" y="4455"/>
                    <a:pt x="1" y="11702"/>
                    <a:pt x="147" y="16157"/>
                  </a:cubicBezTo>
                  <a:cubicBezTo>
                    <a:pt x="366" y="11702"/>
                    <a:pt x="402" y="4455"/>
                    <a:pt x="2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575;p62">
              <a:extLst>
                <a:ext uri="{FF2B5EF4-FFF2-40B4-BE49-F238E27FC236}">
                  <a16:creationId xmlns:a16="http://schemas.microsoft.com/office/drawing/2014/main" id="{9B3642CD-6EB7-FBC2-C016-A6F63C504B05}"/>
                </a:ext>
              </a:extLst>
            </p:cNvPr>
            <p:cNvSpPr/>
            <p:nvPr/>
          </p:nvSpPr>
          <p:spPr>
            <a:xfrm>
              <a:off x="3014111" y="4461599"/>
              <a:ext cx="149528" cy="88611"/>
            </a:xfrm>
            <a:custGeom>
              <a:avLst/>
              <a:gdLst/>
              <a:ahLst/>
              <a:cxnLst/>
              <a:rect l="l" t="t" r="r" b="b"/>
              <a:pathLst>
                <a:path w="2867" h="1699" extrusionOk="0">
                  <a:moveTo>
                    <a:pt x="603" y="1"/>
                  </a:moveTo>
                  <a:lnTo>
                    <a:pt x="530" y="183"/>
                  </a:lnTo>
                  <a:cubicBezTo>
                    <a:pt x="420" y="457"/>
                    <a:pt x="238" y="694"/>
                    <a:pt x="1" y="877"/>
                  </a:cubicBezTo>
                  <a:cubicBezTo>
                    <a:pt x="110" y="932"/>
                    <a:pt x="220" y="986"/>
                    <a:pt x="329" y="1059"/>
                  </a:cubicBezTo>
                  <a:cubicBezTo>
                    <a:pt x="567" y="1205"/>
                    <a:pt x="731" y="1424"/>
                    <a:pt x="786" y="1698"/>
                  </a:cubicBezTo>
                  <a:lnTo>
                    <a:pt x="2867" y="1698"/>
                  </a:lnTo>
                  <a:lnTo>
                    <a:pt x="2684" y="1"/>
                  </a:lnTo>
                  <a:close/>
                </a:path>
              </a:pathLst>
            </a:custGeom>
            <a:solidFill>
              <a:srgbClr val="FF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576;p62">
              <a:extLst>
                <a:ext uri="{FF2B5EF4-FFF2-40B4-BE49-F238E27FC236}">
                  <a16:creationId xmlns:a16="http://schemas.microsoft.com/office/drawing/2014/main" id="{C260D429-254C-5F24-4722-A54BE7648A7A}"/>
                </a:ext>
              </a:extLst>
            </p:cNvPr>
            <p:cNvSpPr/>
            <p:nvPr/>
          </p:nvSpPr>
          <p:spPr>
            <a:xfrm>
              <a:off x="2889409" y="4507286"/>
              <a:ext cx="278977" cy="97165"/>
            </a:xfrm>
            <a:custGeom>
              <a:avLst/>
              <a:gdLst/>
              <a:ahLst/>
              <a:cxnLst/>
              <a:rect l="l" t="t" r="r" b="b"/>
              <a:pathLst>
                <a:path w="5349" h="1863" extrusionOk="0">
                  <a:moveTo>
                    <a:pt x="2392" y="1"/>
                  </a:moveTo>
                  <a:cubicBezTo>
                    <a:pt x="2300" y="56"/>
                    <a:pt x="2191" y="129"/>
                    <a:pt x="2100" y="165"/>
                  </a:cubicBezTo>
                  <a:lnTo>
                    <a:pt x="913" y="694"/>
                  </a:lnTo>
                  <a:cubicBezTo>
                    <a:pt x="420" y="914"/>
                    <a:pt x="91" y="1352"/>
                    <a:pt x="0" y="1863"/>
                  </a:cubicBezTo>
                  <a:lnTo>
                    <a:pt x="5349" y="1863"/>
                  </a:lnTo>
                  <a:lnTo>
                    <a:pt x="5239" y="822"/>
                  </a:lnTo>
                  <a:lnTo>
                    <a:pt x="3177" y="822"/>
                  </a:lnTo>
                  <a:cubicBezTo>
                    <a:pt x="3122" y="548"/>
                    <a:pt x="2958" y="329"/>
                    <a:pt x="2720" y="183"/>
                  </a:cubicBezTo>
                  <a:cubicBezTo>
                    <a:pt x="2611" y="110"/>
                    <a:pt x="2501" y="56"/>
                    <a:pt x="2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577;p62">
              <a:extLst>
                <a:ext uri="{FF2B5EF4-FFF2-40B4-BE49-F238E27FC236}">
                  <a16:creationId xmlns:a16="http://schemas.microsoft.com/office/drawing/2014/main" id="{FEBFF389-2317-8F1C-AE82-46C8F8146D06}"/>
                </a:ext>
              </a:extLst>
            </p:cNvPr>
            <p:cNvSpPr/>
            <p:nvPr/>
          </p:nvSpPr>
          <p:spPr>
            <a:xfrm>
              <a:off x="3041701" y="4461599"/>
              <a:ext cx="116253" cy="37187"/>
            </a:xfrm>
            <a:custGeom>
              <a:avLst/>
              <a:gdLst/>
              <a:ahLst/>
              <a:cxnLst/>
              <a:rect l="l" t="t" r="r" b="b"/>
              <a:pathLst>
                <a:path w="2229" h="713" extrusionOk="0">
                  <a:moveTo>
                    <a:pt x="74" y="1"/>
                  </a:moveTo>
                  <a:lnTo>
                    <a:pt x="1" y="183"/>
                  </a:lnTo>
                  <a:lnTo>
                    <a:pt x="2228" y="712"/>
                  </a:lnTo>
                  <a:lnTo>
                    <a:pt x="2155" y="1"/>
                  </a:lnTo>
                  <a:close/>
                </a:path>
              </a:pathLst>
            </a:custGeom>
            <a:solidFill>
              <a:srgbClr val="472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578;p62">
              <a:extLst>
                <a:ext uri="{FF2B5EF4-FFF2-40B4-BE49-F238E27FC236}">
                  <a16:creationId xmlns:a16="http://schemas.microsoft.com/office/drawing/2014/main" id="{87A639C2-49BC-455F-27E2-1E38915EF7AD}"/>
                </a:ext>
              </a:extLst>
            </p:cNvPr>
            <p:cNvSpPr/>
            <p:nvPr/>
          </p:nvSpPr>
          <p:spPr>
            <a:xfrm>
              <a:off x="2755163" y="2324250"/>
              <a:ext cx="419900" cy="432000"/>
            </a:xfrm>
            <a:custGeom>
              <a:avLst/>
              <a:gdLst/>
              <a:ahLst/>
              <a:cxnLst/>
              <a:rect l="l" t="t" r="r" b="b"/>
              <a:pathLst>
                <a:path w="8051" h="8283" extrusionOk="0">
                  <a:moveTo>
                    <a:pt x="2960" y="0"/>
                  </a:moveTo>
                  <a:cubicBezTo>
                    <a:pt x="2608" y="0"/>
                    <a:pt x="2255" y="61"/>
                    <a:pt x="1917" y="181"/>
                  </a:cubicBezTo>
                  <a:cubicBezTo>
                    <a:pt x="1132" y="455"/>
                    <a:pt x="548" y="1076"/>
                    <a:pt x="311" y="1861"/>
                  </a:cubicBezTo>
                  <a:cubicBezTo>
                    <a:pt x="183" y="2463"/>
                    <a:pt x="201" y="3102"/>
                    <a:pt x="384" y="3686"/>
                  </a:cubicBezTo>
                  <a:cubicBezTo>
                    <a:pt x="493" y="4179"/>
                    <a:pt x="457" y="4709"/>
                    <a:pt x="274" y="5183"/>
                  </a:cubicBezTo>
                  <a:cubicBezTo>
                    <a:pt x="274" y="5220"/>
                    <a:pt x="256" y="5238"/>
                    <a:pt x="238" y="5275"/>
                  </a:cubicBezTo>
                  <a:cubicBezTo>
                    <a:pt x="0" y="5895"/>
                    <a:pt x="165" y="6589"/>
                    <a:pt x="657" y="7027"/>
                  </a:cubicBezTo>
                  <a:cubicBezTo>
                    <a:pt x="1223" y="7502"/>
                    <a:pt x="1880" y="7830"/>
                    <a:pt x="2592" y="8013"/>
                  </a:cubicBezTo>
                  <a:cubicBezTo>
                    <a:pt x="3228" y="8158"/>
                    <a:pt x="3953" y="8282"/>
                    <a:pt x="4649" y="8282"/>
                  </a:cubicBezTo>
                  <a:cubicBezTo>
                    <a:pt x="5092" y="8282"/>
                    <a:pt x="5524" y="8232"/>
                    <a:pt x="5915" y="8104"/>
                  </a:cubicBezTo>
                  <a:cubicBezTo>
                    <a:pt x="6371" y="7940"/>
                    <a:pt x="6791" y="7721"/>
                    <a:pt x="7156" y="7429"/>
                  </a:cubicBezTo>
                  <a:cubicBezTo>
                    <a:pt x="7905" y="6826"/>
                    <a:pt x="8051" y="5749"/>
                    <a:pt x="7503" y="4964"/>
                  </a:cubicBezTo>
                  <a:lnTo>
                    <a:pt x="7485" y="4946"/>
                  </a:lnTo>
                  <a:cubicBezTo>
                    <a:pt x="7138" y="4453"/>
                    <a:pt x="6937" y="3887"/>
                    <a:pt x="6901" y="3285"/>
                  </a:cubicBezTo>
                  <a:cubicBezTo>
                    <a:pt x="6864" y="2682"/>
                    <a:pt x="6736" y="2098"/>
                    <a:pt x="6536" y="1532"/>
                  </a:cubicBezTo>
                  <a:cubicBezTo>
                    <a:pt x="6371" y="1076"/>
                    <a:pt x="6097" y="656"/>
                    <a:pt x="5714" y="346"/>
                  </a:cubicBezTo>
                  <a:cubicBezTo>
                    <a:pt x="5501" y="194"/>
                    <a:pt x="5204" y="103"/>
                    <a:pt x="4912" y="103"/>
                  </a:cubicBezTo>
                  <a:cubicBezTo>
                    <a:pt x="4679" y="103"/>
                    <a:pt x="4450" y="161"/>
                    <a:pt x="4272" y="291"/>
                  </a:cubicBezTo>
                  <a:cubicBezTo>
                    <a:pt x="3854" y="97"/>
                    <a:pt x="3407" y="0"/>
                    <a:pt x="2960"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579;p62">
              <a:extLst>
                <a:ext uri="{FF2B5EF4-FFF2-40B4-BE49-F238E27FC236}">
                  <a16:creationId xmlns:a16="http://schemas.microsoft.com/office/drawing/2014/main" id="{19A955C4-ECCA-6265-8739-29974081C36D}"/>
                </a:ext>
              </a:extLst>
            </p:cNvPr>
            <p:cNvSpPr/>
            <p:nvPr/>
          </p:nvSpPr>
          <p:spPr>
            <a:xfrm>
              <a:off x="2814202" y="2387931"/>
              <a:ext cx="109526" cy="49704"/>
            </a:xfrm>
            <a:custGeom>
              <a:avLst/>
              <a:gdLst/>
              <a:ahLst/>
              <a:cxnLst/>
              <a:rect l="l" t="t" r="r" b="b"/>
              <a:pathLst>
                <a:path w="2100" h="953" extrusionOk="0">
                  <a:moveTo>
                    <a:pt x="2099" y="1"/>
                  </a:moveTo>
                  <a:lnTo>
                    <a:pt x="2099" y="1"/>
                  </a:lnTo>
                  <a:cubicBezTo>
                    <a:pt x="1351" y="184"/>
                    <a:pt x="639" y="512"/>
                    <a:pt x="0" y="950"/>
                  </a:cubicBezTo>
                  <a:cubicBezTo>
                    <a:pt x="34" y="952"/>
                    <a:pt x="67" y="953"/>
                    <a:pt x="101" y="953"/>
                  </a:cubicBezTo>
                  <a:cubicBezTo>
                    <a:pt x="466" y="953"/>
                    <a:pt x="816" y="862"/>
                    <a:pt x="1150" y="695"/>
                  </a:cubicBezTo>
                  <a:cubicBezTo>
                    <a:pt x="1515" y="549"/>
                    <a:pt x="1844" y="311"/>
                    <a:pt x="2099"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580;p62">
              <a:extLst>
                <a:ext uri="{FF2B5EF4-FFF2-40B4-BE49-F238E27FC236}">
                  <a16:creationId xmlns:a16="http://schemas.microsoft.com/office/drawing/2014/main" id="{2C3832CC-B4D8-4930-C459-BEE6926F02BE}"/>
                </a:ext>
              </a:extLst>
            </p:cNvPr>
            <p:cNvSpPr/>
            <p:nvPr/>
          </p:nvSpPr>
          <p:spPr>
            <a:xfrm>
              <a:off x="2837046" y="2363783"/>
              <a:ext cx="91428" cy="17576"/>
            </a:xfrm>
            <a:custGeom>
              <a:avLst/>
              <a:gdLst/>
              <a:ahLst/>
              <a:cxnLst/>
              <a:rect l="l" t="t" r="r" b="b"/>
              <a:pathLst>
                <a:path w="1753" h="337" extrusionOk="0">
                  <a:moveTo>
                    <a:pt x="995" y="1"/>
                  </a:moveTo>
                  <a:cubicBezTo>
                    <a:pt x="637" y="1"/>
                    <a:pt x="288" y="113"/>
                    <a:pt x="0" y="336"/>
                  </a:cubicBezTo>
                  <a:cubicBezTo>
                    <a:pt x="256" y="336"/>
                    <a:pt x="566" y="318"/>
                    <a:pt x="876" y="281"/>
                  </a:cubicBezTo>
                  <a:cubicBezTo>
                    <a:pt x="1168" y="263"/>
                    <a:pt x="1461" y="227"/>
                    <a:pt x="1753" y="172"/>
                  </a:cubicBezTo>
                  <a:cubicBezTo>
                    <a:pt x="1509" y="58"/>
                    <a:pt x="1250" y="1"/>
                    <a:pt x="995"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581;p62">
              <a:extLst>
                <a:ext uri="{FF2B5EF4-FFF2-40B4-BE49-F238E27FC236}">
                  <a16:creationId xmlns:a16="http://schemas.microsoft.com/office/drawing/2014/main" id="{8CB33EE9-2A8B-311D-5A48-661453C92DCE}"/>
                </a:ext>
              </a:extLst>
            </p:cNvPr>
            <p:cNvSpPr/>
            <p:nvPr/>
          </p:nvSpPr>
          <p:spPr>
            <a:xfrm>
              <a:off x="2976977" y="2399405"/>
              <a:ext cx="79067" cy="67645"/>
            </a:xfrm>
            <a:custGeom>
              <a:avLst/>
              <a:gdLst/>
              <a:ahLst/>
              <a:cxnLst/>
              <a:rect l="l" t="t" r="r" b="b"/>
              <a:pathLst>
                <a:path w="1516" h="1297" extrusionOk="0">
                  <a:moveTo>
                    <a:pt x="1" y="0"/>
                  </a:moveTo>
                  <a:cubicBezTo>
                    <a:pt x="366" y="584"/>
                    <a:pt x="895" y="1022"/>
                    <a:pt x="1516" y="1296"/>
                  </a:cubicBezTo>
                  <a:cubicBezTo>
                    <a:pt x="1151" y="712"/>
                    <a:pt x="621" y="256"/>
                    <a:pt x="1"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582;p62">
              <a:extLst>
                <a:ext uri="{FF2B5EF4-FFF2-40B4-BE49-F238E27FC236}">
                  <a16:creationId xmlns:a16="http://schemas.microsoft.com/office/drawing/2014/main" id="{74F8B174-1157-5C9F-0A8A-97D8620E5B8A}"/>
                </a:ext>
              </a:extLst>
            </p:cNvPr>
            <p:cNvSpPr/>
            <p:nvPr/>
          </p:nvSpPr>
          <p:spPr>
            <a:xfrm>
              <a:off x="2706607" y="2704040"/>
              <a:ext cx="534172" cy="792808"/>
            </a:xfrm>
            <a:custGeom>
              <a:avLst/>
              <a:gdLst/>
              <a:ahLst/>
              <a:cxnLst/>
              <a:rect l="l" t="t" r="r" b="b"/>
              <a:pathLst>
                <a:path w="10242" h="15201" extrusionOk="0">
                  <a:moveTo>
                    <a:pt x="4181" y="1"/>
                  </a:moveTo>
                  <a:lnTo>
                    <a:pt x="2446" y="366"/>
                  </a:lnTo>
                  <a:cubicBezTo>
                    <a:pt x="1625" y="548"/>
                    <a:pt x="1022" y="1242"/>
                    <a:pt x="968" y="2100"/>
                  </a:cubicBezTo>
                  <a:lnTo>
                    <a:pt x="949" y="2356"/>
                  </a:lnTo>
                  <a:cubicBezTo>
                    <a:pt x="895" y="3141"/>
                    <a:pt x="676" y="3925"/>
                    <a:pt x="311" y="4637"/>
                  </a:cubicBezTo>
                  <a:cubicBezTo>
                    <a:pt x="0" y="5276"/>
                    <a:pt x="110" y="6043"/>
                    <a:pt x="584" y="6572"/>
                  </a:cubicBezTo>
                  <a:cubicBezTo>
                    <a:pt x="876" y="6901"/>
                    <a:pt x="1022" y="7339"/>
                    <a:pt x="986" y="7796"/>
                  </a:cubicBezTo>
                  <a:lnTo>
                    <a:pt x="238" y="14751"/>
                  </a:lnTo>
                  <a:cubicBezTo>
                    <a:pt x="1950" y="15049"/>
                    <a:pt x="3683" y="15200"/>
                    <a:pt x="5416" y="15200"/>
                  </a:cubicBezTo>
                  <a:cubicBezTo>
                    <a:pt x="6545" y="15200"/>
                    <a:pt x="7675" y="15136"/>
                    <a:pt x="8799" y="15006"/>
                  </a:cubicBezTo>
                  <a:lnTo>
                    <a:pt x="10241" y="14842"/>
                  </a:lnTo>
                  <a:lnTo>
                    <a:pt x="9657" y="12104"/>
                  </a:lnTo>
                  <a:cubicBezTo>
                    <a:pt x="9146" y="9694"/>
                    <a:pt x="8982" y="7211"/>
                    <a:pt x="9219" y="4747"/>
                  </a:cubicBezTo>
                  <a:lnTo>
                    <a:pt x="9438" y="2337"/>
                  </a:lnTo>
                  <a:cubicBezTo>
                    <a:pt x="9529" y="1352"/>
                    <a:pt x="8836" y="475"/>
                    <a:pt x="7868" y="311"/>
                  </a:cubicBezTo>
                  <a:lnTo>
                    <a:pt x="591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583;p62">
              <a:extLst>
                <a:ext uri="{FF2B5EF4-FFF2-40B4-BE49-F238E27FC236}">
                  <a16:creationId xmlns:a16="http://schemas.microsoft.com/office/drawing/2014/main" id="{71C11A87-7092-561A-DCBB-4D290DB652EB}"/>
                </a:ext>
              </a:extLst>
            </p:cNvPr>
            <p:cNvSpPr/>
            <p:nvPr/>
          </p:nvSpPr>
          <p:spPr>
            <a:xfrm>
              <a:off x="2828440" y="2742113"/>
              <a:ext cx="385686" cy="627477"/>
            </a:xfrm>
            <a:custGeom>
              <a:avLst/>
              <a:gdLst/>
              <a:ahLst/>
              <a:cxnLst/>
              <a:rect l="l" t="t" r="r" b="b"/>
              <a:pathLst>
                <a:path w="7395" h="12031" extrusionOk="0">
                  <a:moveTo>
                    <a:pt x="6427" y="1"/>
                  </a:moveTo>
                  <a:lnTo>
                    <a:pt x="5532" y="567"/>
                  </a:lnTo>
                  <a:cubicBezTo>
                    <a:pt x="5222" y="1078"/>
                    <a:pt x="5039" y="1662"/>
                    <a:pt x="5039" y="2264"/>
                  </a:cubicBezTo>
                  <a:lnTo>
                    <a:pt x="5039" y="2739"/>
                  </a:lnTo>
                  <a:lnTo>
                    <a:pt x="1" y="3834"/>
                  </a:lnTo>
                  <a:lnTo>
                    <a:pt x="968" y="12031"/>
                  </a:lnTo>
                  <a:lnTo>
                    <a:pt x="5441" y="11447"/>
                  </a:lnTo>
                  <a:cubicBezTo>
                    <a:pt x="5603" y="11424"/>
                    <a:pt x="5767" y="11412"/>
                    <a:pt x="5931" y="11412"/>
                  </a:cubicBezTo>
                  <a:cubicBezTo>
                    <a:pt x="6417" y="11412"/>
                    <a:pt x="6908" y="11511"/>
                    <a:pt x="7358" y="11702"/>
                  </a:cubicBezTo>
                  <a:lnTo>
                    <a:pt x="7394" y="11721"/>
                  </a:lnTo>
                  <a:lnTo>
                    <a:pt x="7321" y="11374"/>
                  </a:lnTo>
                  <a:cubicBezTo>
                    <a:pt x="6810" y="8964"/>
                    <a:pt x="6646" y="6481"/>
                    <a:pt x="6865" y="4017"/>
                  </a:cubicBezTo>
                  <a:lnTo>
                    <a:pt x="7102" y="1607"/>
                  </a:lnTo>
                  <a:cubicBezTo>
                    <a:pt x="7157" y="987"/>
                    <a:pt x="6901" y="384"/>
                    <a:pt x="64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84;p62">
              <a:extLst>
                <a:ext uri="{FF2B5EF4-FFF2-40B4-BE49-F238E27FC236}">
                  <a16:creationId xmlns:a16="http://schemas.microsoft.com/office/drawing/2014/main" id="{E35509D6-A1C2-AC8D-5A7A-339076545777}"/>
                </a:ext>
              </a:extLst>
            </p:cNvPr>
            <p:cNvSpPr/>
            <p:nvPr/>
          </p:nvSpPr>
          <p:spPr>
            <a:xfrm>
              <a:off x="2821817" y="2783054"/>
              <a:ext cx="221867" cy="71870"/>
            </a:xfrm>
            <a:custGeom>
              <a:avLst/>
              <a:gdLst/>
              <a:ahLst/>
              <a:cxnLst/>
              <a:rect l="l" t="t" r="r" b="b"/>
              <a:pathLst>
                <a:path w="4254" h="1378" extrusionOk="0">
                  <a:moveTo>
                    <a:pt x="0" y="1"/>
                  </a:moveTo>
                  <a:cubicBezTo>
                    <a:pt x="201" y="311"/>
                    <a:pt x="475" y="567"/>
                    <a:pt x="785" y="749"/>
                  </a:cubicBezTo>
                  <a:cubicBezTo>
                    <a:pt x="1150" y="968"/>
                    <a:pt x="1533" y="1133"/>
                    <a:pt x="1953" y="1224"/>
                  </a:cubicBezTo>
                  <a:cubicBezTo>
                    <a:pt x="2414" y="1325"/>
                    <a:pt x="2889" y="1378"/>
                    <a:pt x="3365" y="1378"/>
                  </a:cubicBezTo>
                  <a:cubicBezTo>
                    <a:pt x="3662" y="1378"/>
                    <a:pt x="3959" y="1357"/>
                    <a:pt x="4254" y="1315"/>
                  </a:cubicBezTo>
                  <a:cubicBezTo>
                    <a:pt x="3633" y="1187"/>
                    <a:pt x="2811" y="1114"/>
                    <a:pt x="2026" y="932"/>
                  </a:cubicBezTo>
                  <a:cubicBezTo>
                    <a:pt x="1643" y="841"/>
                    <a:pt x="1260" y="713"/>
                    <a:pt x="913" y="548"/>
                  </a:cubicBezTo>
                  <a:cubicBezTo>
                    <a:pt x="584" y="402"/>
                    <a:pt x="274" y="220"/>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585;p62">
              <a:extLst>
                <a:ext uri="{FF2B5EF4-FFF2-40B4-BE49-F238E27FC236}">
                  <a16:creationId xmlns:a16="http://schemas.microsoft.com/office/drawing/2014/main" id="{FE6EDEC0-609F-D474-B14F-8B71CA1A7F23}"/>
                </a:ext>
              </a:extLst>
            </p:cNvPr>
            <p:cNvSpPr/>
            <p:nvPr/>
          </p:nvSpPr>
          <p:spPr>
            <a:xfrm>
              <a:off x="2928421" y="2753535"/>
              <a:ext cx="151458" cy="49704"/>
            </a:xfrm>
            <a:custGeom>
              <a:avLst/>
              <a:gdLst/>
              <a:ahLst/>
              <a:cxnLst/>
              <a:rect l="l" t="t" r="r" b="b"/>
              <a:pathLst>
                <a:path w="2904" h="953" extrusionOk="0">
                  <a:moveTo>
                    <a:pt x="2903" y="1"/>
                  </a:moveTo>
                  <a:cubicBezTo>
                    <a:pt x="2465" y="256"/>
                    <a:pt x="1990" y="476"/>
                    <a:pt x="1516" y="622"/>
                  </a:cubicBezTo>
                  <a:cubicBezTo>
                    <a:pt x="1023" y="768"/>
                    <a:pt x="512" y="859"/>
                    <a:pt x="1" y="877"/>
                  </a:cubicBezTo>
                  <a:cubicBezTo>
                    <a:pt x="227" y="928"/>
                    <a:pt x="456" y="953"/>
                    <a:pt x="682" y="953"/>
                  </a:cubicBezTo>
                  <a:cubicBezTo>
                    <a:pt x="1513" y="953"/>
                    <a:pt x="2315" y="618"/>
                    <a:pt x="29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586;p62">
              <a:extLst>
                <a:ext uri="{FF2B5EF4-FFF2-40B4-BE49-F238E27FC236}">
                  <a16:creationId xmlns:a16="http://schemas.microsoft.com/office/drawing/2014/main" id="{8BB077A7-1F92-95B7-67E9-EF5B70B40215}"/>
                </a:ext>
              </a:extLst>
            </p:cNvPr>
            <p:cNvSpPr/>
            <p:nvPr/>
          </p:nvSpPr>
          <p:spPr>
            <a:xfrm>
              <a:off x="2742750" y="3416211"/>
              <a:ext cx="436120" cy="37917"/>
            </a:xfrm>
            <a:custGeom>
              <a:avLst/>
              <a:gdLst/>
              <a:ahLst/>
              <a:cxnLst/>
              <a:rect l="l" t="t" r="r" b="b"/>
              <a:pathLst>
                <a:path w="8362" h="727" extrusionOk="0">
                  <a:moveTo>
                    <a:pt x="8362" y="0"/>
                  </a:moveTo>
                  <a:lnTo>
                    <a:pt x="8362" y="0"/>
                  </a:lnTo>
                  <a:cubicBezTo>
                    <a:pt x="7778" y="110"/>
                    <a:pt x="7120" y="220"/>
                    <a:pt x="6408" y="311"/>
                  </a:cubicBezTo>
                  <a:cubicBezTo>
                    <a:pt x="5696" y="384"/>
                    <a:pt x="4948" y="439"/>
                    <a:pt x="4181" y="457"/>
                  </a:cubicBezTo>
                  <a:cubicBezTo>
                    <a:pt x="4049" y="460"/>
                    <a:pt x="3916" y="462"/>
                    <a:pt x="3782" y="462"/>
                  </a:cubicBezTo>
                  <a:cubicBezTo>
                    <a:pt x="3164" y="462"/>
                    <a:pt x="2543" y="429"/>
                    <a:pt x="1972" y="384"/>
                  </a:cubicBezTo>
                  <a:cubicBezTo>
                    <a:pt x="1261" y="329"/>
                    <a:pt x="603" y="256"/>
                    <a:pt x="1" y="165"/>
                  </a:cubicBezTo>
                  <a:lnTo>
                    <a:pt x="1" y="165"/>
                  </a:lnTo>
                  <a:cubicBezTo>
                    <a:pt x="640" y="366"/>
                    <a:pt x="1279" y="493"/>
                    <a:pt x="1936" y="585"/>
                  </a:cubicBezTo>
                  <a:cubicBezTo>
                    <a:pt x="2588" y="680"/>
                    <a:pt x="3243" y="727"/>
                    <a:pt x="3898" y="727"/>
                  </a:cubicBezTo>
                  <a:cubicBezTo>
                    <a:pt x="4749" y="727"/>
                    <a:pt x="5600" y="648"/>
                    <a:pt x="6445" y="493"/>
                  </a:cubicBezTo>
                  <a:cubicBezTo>
                    <a:pt x="7084" y="384"/>
                    <a:pt x="7723" y="220"/>
                    <a:pt x="83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587;p62">
              <a:extLst>
                <a:ext uri="{FF2B5EF4-FFF2-40B4-BE49-F238E27FC236}">
                  <a16:creationId xmlns:a16="http://schemas.microsoft.com/office/drawing/2014/main" id="{A825CBA4-4B7A-9F94-87A4-D5900F07B21E}"/>
                </a:ext>
              </a:extLst>
            </p:cNvPr>
            <p:cNvSpPr/>
            <p:nvPr/>
          </p:nvSpPr>
          <p:spPr>
            <a:xfrm>
              <a:off x="2782753" y="3342882"/>
              <a:ext cx="260931" cy="66498"/>
            </a:xfrm>
            <a:custGeom>
              <a:avLst/>
              <a:gdLst/>
              <a:ahLst/>
              <a:cxnLst/>
              <a:rect l="l" t="t" r="r" b="b"/>
              <a:pathLst>
                <a:path w="5003" h="1275" extrusionOk="0">
                  <a:moveTo>
                    <a:pt x="1" y="1"/>
                  </a:moveTo>
                  <a:lnTo>
                    <a:pt x="1" y="1"/>
                  </a:lnTo>
                  <a:cubicBezTo>
                    <a:pt x="293" y="293"/>
                    <a:pt x="640" y="530"/>
                    <a:pt x="1023" y="713"/>
                  </a:cubicBezTo>
                  <a:cubicBezTo>
                    <a:pt x="1443" y="914"/>
                    <a:pt x="1899" y="1078"/>
                    <a:pt x="2356" y="1169"/>
                  </a:cubicBezTo>
                  <a:cubicBezTo>
                    <a:pt x="2708" y="1237"/>
                    <a:pt x="3060" y="1274"/>
                    <a:pt x="3412" y="1274"/>
                  </a:cubicBezTo>
                  <a:cubicBezTo>
                    <a:pt x="3534" y="1274"/>
                    <a:pt x="3657" y="1270"/>
                    <a:pt x="3779" y="1260"/>
                  </a:cubicBezTo>
                  <a:cubicBezTo>
                    <a:pt x="4199" y="1224"/>
                    <a:pt x="4601" y="1133"/>
                    <a:pt x="5003" y="1005"/>
                  </a:cubicBezTo>
                  <a:cubicBezTo>
                    <a:pt x="4759" y="1005"/>
                    <a:pt x="4491" y="1013"/>
                    <a:pt x="4210" y="1013"/>
                  </a:cubicBezTo>
                  <a:cubicBezTo>
                    <a:pt x="4069" y="1013"/>
                    <a:pt x="3925" y="1011"/>
                    <a:pt x="3779" y="1005"/>
                  </a:cubicBezTo>
                  <a:cubicBezTo>
                    <a:pt x="2867" y="950"/>
                    <a:pt x="1972" y="768"/>
                    <a:pt x="1114" y="457"/>
                  </a:cubicBezTo>
                  <a:cubicBezTo>
                    <a:pt x="713" y="311"/>
                    <a:pt x="329" y="147"/>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588;p62">
              <a:extLst>
                <a:ext uri="{FF2B5EF4-FFF2-40B4-BE49-F238E27FC236}">
                  <a16:creationId xmlns:a16="http://schemas.microsoft.com/office/drawing/2014/main" id="{06B3015D-0D17-6B8D-81CE-928D3FF2F5A1}"/>
                </a:ext>
              </a:extLst>
            </p:cNvPr>
            <p:cNvSpPr/>
            <p:nvPr/>
          </p:nvSpPr>
          <p:spPr>
            <a:xfrm>
              <a:off x="2828440" y="2898264"/>
              <a:ext cx="336139" cy="436120"/>
            </a:xfrm>
            <a:custGeom>
              <a:avLst/>
              <a:gdLst/>
              <a:ahLst/>
              <a:cxnLst/>
              <a:rect l="l" t="t" r="r" b="b"/>
              <a:pathLst>
                <a:path w="6445" h="8362" extrusionOk="0">
                  <a:moveTo>
                    <a:pt x="5240" y="1"/>
                  </a:moveTo>
                  <a:lnTo>
                    <a:pt x="1" y="840"/>
                  </a:lnTo>
                  <a:lnTo>
                    <a:pt x="1206" y="8362"/>
                  </a:lnTo>
                  <a:lnTo>
                    <a:pt x="6445" y="7522"/>
                  </a:lnTo>
                  <a:lnTo>
                    <a:pt x="5240" y="1"/>
                  </a:lnTo>
                  <a:close/>
                </a:path>
              </a:pathLst>
            </a:cu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589;p62">
              <a:extLst>
                <a:ext uri="{FF2B5EF4-FFF2-40B4-BE49-F238E27FC236}">
                  <a16:creationId xmlns:a16="http://schemas.microsoft.com/office/drawing/2014/main" id="{4F57CB09-3E7A-D2BE-F76C-82AA7CC038C5}"/>
                </a:ext>
              </a:extLst>
            </p:cNvPr>
            <p:cNvSpPr/>
            <p:nvPr/>
          </p:nvSpPr>
          <p:spPr>
            <a:xfrm>
              <a:off x="2839862" y="2730691"/>
              <a:ext cx="492291" cy="504913"/>
            </a:xfrm>
            <a:custGeom>
              <a:avLst/>
              <a:gdLst/>
              <a:ahLst/>
              <a:cxnLst/>
              <a:rect l="l" t="t" r="r" b="b"/>
              <a:pathLst>
                <a:path w="9439" h="9681" extrusionOk="0">
                  <a:moveTo>
                    <a:pt x="5879" y="1"/>
                  </a:moveTo>
                  <a:cubicBezTo>
                    <a:pt x="5331" y="494"/>
                    <a:pt x="5112" y="1279"/>
                    <a:pt x="5350" y="1991"/>
                  </a:cubicBezTo>
                  <a:lnTo>
                    <a:pt x="6993" y="7102"/>
                  </a:lnTo>
                  <a:lnTo>
                    <a:pt x="2119" y="7595"/>
                  </a:lnTo>
                  <a:lnTo>
                    <a:pt x="1553" y="7266"/>
                  </a:lnTo>
                  <a:cubicBezTo>
                    <a:pt x="1471" y="7223"/>
                    <a:pt x="1384" y="7202"/>
                    <a:pt x="1301" y="7202"/>
                  </a:cubicBezTo>
                  <a:cubicBezTo>
                    <a:pt x="1104" y="7202"/>
                    <a:pt x="923" y="7317"/>
                    <a:pt x="859" y="7522"/>
                  </a:cubicBezTo>
                  <a:lnTo>
                    <a:pt x="786" y="7741"/>
                  </a:lnTo>
                  <a:lnTo>
                    <a:pt x="256" y="7869"/>
                  </a:lnTo>
                  <a:cubicBezTo>
                    <a:pt x="92" y="7923"/>
                    <a:pt x="1" y="8070"/>
                    <a:pt x="19" y="8234"/>
                  </a:cubicBezTo>
                  <a:cubicBezTo>
                    <a:pt x="19" y="8362"/>
                    <a:pt x="110" y="8471"/>
                    <a:pt x="238" y="8508"/>
                  </a:cubicBezTo>
                  <a:lnTo>
                    <a:pt x="421" y="8562"/>
                  </a:lnTo>
                  <a:cubicBezTo>
                    <a:pt x="494" y="8581"/>
                    <a:pt x="549" y="8617"/>
                    <a:pt x="603" y="8690"/>
                  </a:cubicBezTo>
                  <a:lnTo>
                    <a:pt x="1114" y="9402"/>
                  </a:lnTo>
                  <a:cubicBezTo>
                    <a:pt x="1245" y="9587"/>
                    <a:pt x="1452" y="9681"/>
                    <a:pt x="1665" y="9681"/>
                  </a:cubicBezTo>
                  <a:cubicBezTo>
                    <a:pt x="1809" y="9681"/>
                    <a:pt x="1956" y="9637"/>
                    <a:pt x="2082" y="9548"/>
                  </a:cubicBezTo>
                  <a:lnTo>
                    <a:pt x="2849" y="9001"/>
                  </a:lnTo>
                  <a:lnTo>
                    <a:pt x="7942" y="8708"/>
                  </a:lnTo>
                  <a:cubicBezTo>
                    <a:pt x="8836" y="8654"/>
                    <a:pt x="9439" y="7796"/>
                    <a:pt x="9183" y="6938"/>
                  </a:cubicBezTo>
                  <a:lnTo>
                    <a:pt x="7796" y="2246"/>
                  </a:lnTo>
                  <a:cubicBezTo>
                    <a:pt x="7504" y="1242"/>
                    <a:pt x="6810" y="439"/>
                    <a:pt x="5879" y="1"/>
                  </a:cubicBezTo>
                  <a:close/>
                </a:path>
              </a:pathLst>
            </a:custGeom>
            <a:solidFill>
              <a:srgbClr val="FF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590;p62">
              <a:extLst>
                <a:ext uri="{FF2B5EF4-FFF2-40B4-BE49-F238E27FC236}">
                  <a16:creationId xmlns:a16="http://schemas.microsoft.com/office/drawing/2014/main" id="{8F2E6A45-0487-E521-47C8-8735B5058D0C}"/>
                </a:ext>
              </a:extLst>
            </p:cNvPr>
            <p:cNvSpPr/>
            <p:nvPr/>
          </p:nvSpPr>
          <p:spPr>
            <a:xfrm>
              <a:off x="3184553" y="3021088"/>
              <a:ext cx="117140" cy="56223"/>
            </a:xfrm>
            <a:custGeom>
              <a:avLst/>
              <a:gdLst/>
              <a:ahLst/>
              <a:cxnLst/>
              <a:rect l="l" t="t" r="r" b="b"/>
              <a:pathLst>
                <a:path w="2246" h="1078" extrusionOk="0">
                  <a:moveTo>
                    <a:pt x="2191" y="1"/>
                  </a:moveTo>
                  <a:lnTo>
                    <a:pt x="0" y="311"/>
                  </a:lnTo>
                  <a:lnTo>
                    <a:pt x="238" y="1078"/>
                  </a:lnTo>
                  <a:lnTo>
                    <a:pt x="2246" y="220"/>
                  </a:lnTo>
                  <a:lnTo>
                    <a:pt x="2191" y="1"/>
                  </a:lnTo>
                  <a:close/>
                </a:path>
              </a:pathLst>
            </a:custGeom>
            <a:solidFill>
              <a:srgbClr val="472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591;p62">
              <a:extLst>
                <a:ext uri="{FF2B5EF4-FFF2-40B4-BE49-F238E27FC236}">
                  <a16:creationId xmlns:a16="http://schemas.microsoft.com/office/drawing/2014/main" id="{B23785EA-53B6-CFFF-48CD-455DA06ACB57}"/>
                </a:ext>
              </a:extLst>
            </p:cNvPr>
            <p:cNvSpPr/>
            <p:nvPr/>
          </p:nvSpPr>
          <p:spPr>
            <a:xfrm>
              <a:off x="3104548" y="2730691"/>
              <a:ext cx="218112" cy="309488"/>
            </a:xfrm>
            <a:custGeom>
              <a:avLst/>
              <a:gdLst/>
              <a:ahLst/>
              <a:cxnLst/>
              <a:rect l="l" t="t" r="r" b="b"/>
              <a:pathLst>
                <a:path w="4182" h="5934" extrusionOk="0">
                  <a:moveTo>
                    <a:pt x="804" y="1"/>
                  </a:moveTo>
                  <a:lnTo>
                    <a:pt x="731" y="56"/>
                  </a:lnTo>
                  <a:cubicBezTo>
                    <a:pt x="220" y="530"/>
                    <a:pt x="1" y="1242"/>
                    <a:pt x="165" y="1918"/>
                  </a:cubicBezTo>
                  <a:lnTo>
                    <a:pt x="1133" y="5934"/>
                  </a:lnTo>
                  <a:lnTo>
                    <a:pt x="4181" y="5496"/>
                  </a:lnTo>
                  <a:lnTo>
                    <a:pt x="2812" y="2009"/>
                  </a:lnTo>
                  <a:cubicBezTo>
                    <a:pt x="2465" y="1151"/>
                    <a:pt x="1808" y="457"/>
                    <a:pt x="987" y="74"/>
                  </a:cubicBezTo>
                  <a:lnTo>
                    <a:pt x="8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592;p62">
              <a:extLst>
                <a:ext uri="{FF2B5EF4-FFF2-40B4-BE49-F238E27FC236}">
                  <a16:creationId xmlns:a16="http://schemas.microsoft.com/office/drawing/2014/main" id="{F46862C4-142E-1BAD-EA2C-80B5E95CB26C}"/>
                </a:ext>
              </a:extLst>
            </p:cNvPr>
            <p:cNvSpPr/>
            <p:nvPr/>
          </p:nvSpPr>
          <p:spPr>
            <a:xfrm>
              <a:off x="2780875" y="2529791"/>
              <a:ext cx="82874" cy="71713"/>
            </a:xfrm>
            <a:custGeom>
              <a:avLst/>
              <a:gdLst/>
              <a:ahLst/>
              <a:cxnLst/>
              <a:rect l="l" t="t" r="r" b="b"/>
              <a:pathLst>
                <a:path w="1589" h="1375" extrusionOk="0">
                  <a:moveTo>
                    <a:pt x="913" y="1"/>
                  </a:moveTo>
                  <a:cubicBezTo>
                    <a:pt x="292" y="1"/>
                    <a:pt x="0" y="749"/>
                    <a:pt x="420" y="1169"/>
                  </a:cubicBezTo>
                  <a:cubicBezTo>
                    <a:pt x="562" y="1312"/>
                    <a:pt x="735" y="1375"/>
                    <a:pt x="904" y="1375"/>
                  </a:cubicBezTo>
                  <a:cubicBezTo>
                    <a:pt x="1255" y="1375"/>
                    <a:pt x="1588" y="1101"/>
                    <a:pt x="1588" y="695"/>
                  </a:cubicBezTo>
                  <a:cubicBezTo>
                    <a:pt x="1588" y="311"/>
                    <a:pt x="1278" y="1"/>
                    <a:pt x="913" y="1"/>
                  </a:cubicBezTo>
                  <a:close/>
                </a:path>
              </a:pathLst>
            </a:custGeom>
            <a:solidFill>
              <a:srgbClr val="FF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593;p62">
              <a:extLst>
                <a:ext uri="{FF2B5EF4-FFF2-40B4-BE49-F238E27FC236}">
                  <a16:creationId xmlns:a16="http://schemas.microsoft.com/office/drawing/2014/main" id="{E3C314CA-427E-7AAA-796F-4FFFB9C1AEA9}"/>
                </a:ext>
              </a:extLst>
            </p:cNvPr>
            <p:cNvSpPr/>
            <p:nvPr/>
          </p:nvSpPr>
          <p:spPr>
            <a:xfrm>
              <a:off x="2807526" y="2545073"/>
              <a:ext cx="40994" cy="40994"/>
            </a:xfrm>
            <a:custGeom>
              <a:avLst/>
              <a:gdLst/>
              <a:ahLst/>
              <a:cxnLst/>
              <a:rect l="l" t="t" r="r" b="b"/>
              <a:pathLst>
                <a:path w="786" h="786" extrusionOk="0">
                  <a:moveTo>
                    <a:pt x="384" y="0"/>
                  </a:moveTo>
                  <a:cubicBezTo>
                    <a:pt x="165" y="0"/>
                    <a:pt x="0" y="183"/>
                    <a:pt x="0" y="402"/>
                  </a:cubicBezTo>
                  <a:cubicBezTo>
                    <a:pt x="0" y="602"/>
                    <a:pt x="165" y="785"/>
                    <a:pt x="384" y="785"/>
                  </a:cubicBezTo>
                  <a:cubicBezTo>
                    <a:pt x="603" y="785"/>
                    <a:pt x="785" y="602"/>
                    <a:pt x="785" y="402"/>
                  </a:cubicBezTo>
                  <a:cubicBezTo>
                    <a:pt x="785" y="183"/>
                    <a:pt x="603" y="0"/>
                    <a:pt x="384" y="0"/>
                  </a:cubicBezTo>
                  <a:close/>
                </a:path>
              </a:pathLst>
            </a:custGeom>
            <a:solidFill>
              <a:srgbClr val="FF9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594;p62">
              <a:extLst>
                <a:ext uri="{FF2B5EF4-FFF2-40B4-BE49-F238E27FC236}">
                  <a16:creationId xmlns:a16="http://schemas.microsoft.com/office/drawing/2014/main" id="{9F6B4D00-AEF2-C139-02F7-BDF9428870AD}"/>
                </a:ext>
              </a:extLst>
            </p:cNvPr>
            <p:cNvSpPr/>
            <p:nvPr/>
          </p:nvSpPr>
          <p:spPr>
            <a:xfrm>
              <a:off x="2924614" y="2593629"/>
              <a:ext cx="90489" cy="99981"/>
            </a:xfrm>
            <a:custGeom>
              <a:avLst/>
              <a:gdLst/>
              <a:ahLst/>
              <a:cxnLst/>
              <a:rect l="l" t="t" r="r" b="b"/>
              <a:pathLst>
                <a:path w="1735" h="1917" extrusionOk="0">
                  <a:moveTo>
                    <a:pt x="1" y="0"/>
                  </a:moveTo>
                  <a:lnTo>
                    <a:pt x="1" y="1917"/>
                  </a:lnTo>
                  <a:cubicBezTo>
                    <a:pt x="457" y="1917"/>
                    <a:pt x="895" y="1716"/>
                    <a:pt x="1224" y="1369"/>
                  </a:cubicBezTo>
                  <a:cubicBezTo>
                    <a:pt x="1461" y="1114"/>
                    <a:pt x="1625" y="822"/>
                    <a:pt x="1735" y="493"/>
                  </a:cubicBezTo>
                  <a:lnTo>
                    <a:pt x="1735" y="0"/>
                  </a:lnTo>
                  <a:close/>
                </a:path>
              </a:pathLst>
            </a:custGeom>
            <a:solidFill>
              <a:srgbClr val="472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595;p62">
              <a:extLst>
                <a:ext uri="{FF2B5EF4-FFF2-40B4-BE49-F238E27FC236}">
                  <a16:creationId xmlns:a16="http://schemas.microsoft.com/office/drawing/2014/main" id="{56750A80-4727-8501-2483-55231C4EA064}"/>
                </a:ext>
              </a:extLst>
            </p:cNvPr>
            <p:cNvSpPr/>
            <p:nvPr/>
          </p:nvSpPr>
          <p:spPr>
            <a:xfrm>
              <a:off x="2924614" y="2619289"/>
              <a:ext cx="90489" cy="110986"/>
            </a:xfrm>
            <a:custGeom>
              <a:avLst/>
              <a:gdLst/>
              <a:ahLst/>
              <a:cxnLst/>
              <a:rect l="l" t="t" r="r" b="b"/>
              <a:pathLst>
                <a:path w="1735" h="2128" extrusionOk="0">
                  <a:moveTo>
                    <a:pt x="1735" y="1"/>
                  </a:moveTo>
                  <a:cubicBezTo>
                    <a:pt x="1625" y="330"/>
                    <a:pt x="1461" y="622"/>
                    <a:pt x="1224" y="877"/>
                  </a:cubicBezTo>
                  <a:cubicBezTo>
                    <a:pt x="895" y="1224"/>
                    <a:pt x="457" y="1425"/>
                    <a:pt x="1" y="1425"/>
                  </a:cubicBezTo>
                  <a:lnTo>
                    <a:pt x="1" y="1881"/>
                  </a:lnTo>
                  <a:cubicBezTo>
                    <a:pt x="265" y="2046"/>
                    <a:pt x="567" y="2128"/>
                    <a:pt x="868" y="2128"/>
                  </a:cubicBezTo>
                  <a:cubicBezTo>
                    <a:pt x="1169" y="2128"/>
                    <a:pt x="1470" y="2046"/>
                    <a:pt x="1735" y="1881"/>
                  </a:cubicBezTo>
                  <a:lnTo>
                    <a:pt x="1735" y="1"/>
                  </a:lnTo>
                  <a:close/>
                </a:path>
              </a:pathLst>
            </a:custGeom>
            <a:solidFill>
              <a:srgbClr val="FF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596;p62">
              <a:extLst>
                <a:ext uri="{FF2B5EF4-FFF2-40B4-BE49-F238E27FC236}">
                  <a16:creationId xmlns:a16="http://schemas.microsoft.com/office/drawing/2014/main" id="{DA278E68-6B91-E4EB-D839-A1E6B791BE5C}"/>
                </a:ext>
              </a:extLst>
            </p:cNvPr>
            <p:cNvSpPr/>
            <p:nvPr/>
          </p:nvSpPr>
          <p:spPr>
            <a:xfrm>
              <a:off x="2810395" y="2431741"/>
              <a:ext cx="228543" cy="235636"/>
            </a:xfrm>
            <a:custGeom>
              <a:avLst/>
              <a:gdLst/>
              <a:ahLst/>
              <a:cxnLst/>
              <a:rect l="l" t="t" r="r" b="b"/>
              <a:pathLst>
                <a:path w="4382" h="4518" extrusionOk="0">
                  <a:moveTo>
                    <a:pt x="2757" y="1"/>
                  </a:moveTo>
                  <a:lnTo>
                    <a:pt x="1862" y="694"/>
                  </a:lnTo>
                  <a:cubicBezTo>
                    <a:pt x="1406" y="1041"/>
                    <a:pt x="858" y="1242"/>
                    <a:pt x="292" y="1260"/>
                  </a:cubicBezTo>
                  <a:lnTo>
                    <a:pt x="0" y="1279"/>
                  </a:lnTo>
                  <a:lnTo>
                    <a:pt x="529" y="3250"/>
                  </a:lnTo>
                  <a:cubicBezTo>
                    <a:pt x="657" y="3688"/>
                    <a:pt x="949" y="4072"/>
                    <a:pt x="1351" y="4291"/>
                  </a:cubicBezTo>
                  <a:cubicBezTo>
                    <a:pt x="1631" y="4431"/>
                    <a:pt x="1938" y="4518"/>
                    <a:pt x="2260" y="4518"/>
                  </a:cubicBezTo>
                  <a:cubicBezTo>
                    <a:pt x="2315" y="4518"/>
                    <a:pt x="2371" y="4515"/>
                    <a:pt x="2428" y="4510"/>
                  </a:cubicBezTo>
                  <a:cubicBezTo>
                    <a:pt x="2830" y="4491"/>
                    <a:pt x="3231" y="4327"/>
                    <a:pt x="3541" y="4053"/>
                  </a:cubicBezTo>
                  <a:lnTo>
                    <a:pt x="3669" y="3944"/>
                  </a:lnTo>
                  <a:cubicBezTo>
                    <a:pt x="3980" y="3670"/>
                    <a:pt x="4199" y="3287"/>
                    <a:pt x="4253" y="2867"/>
                  </a:cubicBezTo>
                  <a:lnTo>
                    <a:pt x="4381" y="1826"/>
                  </a:lnTo>
                  <a:cubicBezTo>
                    <a:pt x="3779" y="1534"/>
                    <a:pt x="3286" y="1059"/>
                    <a:pt x="2994" y="457"/>
                  </a:cubicBezTo>
                  <a:lnTo>
                    <a:pt x="2757" y="1"/>
                  </a:lnTo>
                  <a:close/>
                </a:path>
              </a:pathLst>
            </a:custGeom>
            <a:solidFill>
              <a:srgbClr val="FF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597;p62">
              <a:extLst>
                <a:ext uri="{FF2B5EF4-FFF2-40B4-BE49-F238E27FC236}">
                  <a16:creationId xmlns:a16="http://schemas.microsoft.com/office/drawing/2014/main" id="{F25CA082-F7B1-7AAB-2296-A98D36E128EF}"/>
                </a:ext>
              </a:extLst>
            </p:cNvPr>
            <p:cNvSpPr/>
            <p:nvPr/>
          </p:nvSpPr>
          <p:spPr>
            <a:xfrm>
              <a:off x="2900831" y="2481131"/>
              <a:ext cx="68584" cy="19245"/>
            </a:xfrm>
            <a:custGeom>
              <a:avLst/>
              <a:gdLst/>
              <a:ahLst/>
              <a:cxnLst/>
              <a:rect l="l" t="t" r="r" b="b"/>
              <a:pathLst>
                <a:path w="1315" h="369" extrusionOk="0">
                  <a:moveTo>
                    <a:pt x="620" y="1"/>
                  </a:moveTo>
                  <a:cubicBezTo>
                    <a:pt x="384" y="1"/>
                    <a:pt x="153" y="109"/>
                    <a:pt x="0" y="295"/>
                  </a:cubicBezTo>
                  <a:lnTo>
                    <a:pt x="1315" y="368"/>
                  </a:lnTo>
                  <a:cubicBezTo>
                    <a:pt x="1169" y="149"/>
                    <a:pt x="931" y="21"/>
                    <a:pt x="676" y="3"/>
                  </a:cubicBezTo>
                  <a:cubicBezTo>
                    <a:pt x="657" y="2"/>
                    <a:pt x="639" y="1"/>
                    <a:pt x="620"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598;p62">
              <a:extLst>
                <a:ext uri="{FF2B5EF4-FFF2-40B4-BE49-F238E27FC236}">
                  <a16:creationId xmlns:a16="http://schemas.microsoft.com/office/drawing/2014/main" id="{AB9831E8-6C29-DF9D-D281-71B29DA46700}"/>
                </a:ext>
              </a:extLst>
            </p:cNvPr>
            <p:cNvSpPr/>
            <p:nvPr/>
          </p:nvSpPr>
          <p:spPr>
            <a:xfrm>
              <a:off x="2818009" y="2484678"/>
              <a:ext cx="53355" cy="21384"/>
            </a:xfrm>
            <a:custGeom>
              <a:avLst/>
              <a:gdLst/>
              <a:ahLst/>
              <a:cxnLst/>
              <a:rect l="l" t="t" r="r" b="b"/>
              <a:pathLst>
                <a:path w="1023" h="410" extrusionOk="0">
                  <a:moveTo>
                    <a:pt x="559" y="1"/>
                  </a:moveTo>
                  <a:cubicBezTo>
                    <a:pt x="531" y="1"/>
                    <a:pt x="503" y="3"/>
                    <a:pt x="475" y="8"/>
                  </a:cubicBezTo>
                  <a:cubicBezTo>
                    <a:pt x="256" y="44"/>
                    <a:pt x="73" y="191"/>
                    <a:pt x="0" y="410"/>
                  </a:cubicBezTo>
                  <a:lnTo>
                    <a:pt x="1022" y="245"/>
                  </a:lnTo>
                  <a:cubicBezTo>
                    <a:pt x="911" y="102"/>
                    <a:pt x="745" y="1"/>
                    <a:pt x="559"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599;p62">
              <a:extLst>
                <a:ext uri="{FF2B5EF4-FFF2-40B4-BE49-F238E27FC236}">
                  <a16:creationId xmlns:a16="http://schemas.microsoft.com/office/drawing/2014/main" id="{42B0CDDF-05DC-A48A-7FE3-895C29D921B5}"/>
                </a:ext>
              </a:extLst>
            </p:cNvPr>
            <p:cNvSpPr/>
            <p:nvPr/>
          </p:nvSpPr>
          <p:spPr>
            <a:xfrm>
              <a:off x="2922684" y="2518370"/>
              <a:ext cx="19141" cy="14238"/>
            </a:xfrm>
            <a:custGeom>
              <a:avLst/>
              <a:gdLst/>
              <a:ahLst/>
              <a:cxnLst/>
              <a:rect l="l" t="t" r="r" b="b"/>
              <a:pathLst>
                <a:path w="367" h="273" extrusionOk="0">
                  <a:moveTo>
                    <a:pt x="202" y="1"/>
                  </a:moveTo>
                  <a:cubicBezTo>
                    <a:pt x="1" y="1"/>
                    <a:pt x="184" y="272"/>
                    <a:pt x="298" y="272"/>
                  </a:cubicBezTo>
                  <a:cubicBezTo>
                    <a:pt x="329" y="272"/>
                    <a:pt x="355" y="252"/>
                    <a:pt x="366" y="202"/>
                  </a:cubicBezTo>
                  <a:cubicBezTo>
                    <a:pt x="366" y="92"/>
                    <a:pt x="293" y="19"/>
                    <a:pt x="202" y="1"/>
                  </a:cubicBezTo>
                  <a:close/>
                </a:path>
              </a:pathLst>
            </a:custGeom>
            <a:solidFill>
              <a:srgbClr val="0008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600;p62">
              <a:extLst>
                <a:ext uri="{FF2B5EF4-FFF2-40B4-BE49-F238E27FC236}">
                  <a16:creationId xmlns:a16="http://schemas.microsoft.com/office/drawing/2014/main" id="{979B7117-B5DE-A687-24C2-4044BFF84534}"/>
                </a:ext>
              </a:extLst>
            </p:cNvPr>
            <p:cNvSpPr/>
            <p:nvPr/>
          </p:nvSpPr>
          <p:spPr>
            <a:xfrm>
              <a:off x="2839862" y="2519360"/>
              <a:ext cx="19141" cy="14186"/>
            </a:xfrm>
            <a:custGeom>
              <a:avLst/>
              <a:gdLst/>
              <a:ahLst/>
              <a:cxnLst/>
              <a:rect l="l" t="t" r="r" b="b"/>
              <a:pathLst>
                <a:path w="367" h="272" extrusionOk="0">
                  <a:moveTo>
                    <a:pt x="202" y="0"/>
                  </a:moveTo>
                  <a:cubicBezTo>
                    <a:pt x="1" y="0"/>
                    <a:pt x="195" y="271"/>
                    <a:pt x="305" y="271"/>
                  </a:cubicBezTo>
                  <a:cubicBezTo>
                    <a:pt x="335" y="271"/>
                    <a:pt x="358" y="252"/>
                    <a:pt x="366" y="201"/>
                  </a:cubicBezTo>
                  <a:cubicBezTo>
                    <a:pt x="366" y="91"/>
                    <a:pt x="293" y="18"/>
                    <a:pt x="202" y="0"/>
                  </a:cubicBezTo>
                  <a:close/>
                </a:path>
              </a:pathLst>
            </a:custGeom>
            <a:solidFill>
              <a:srgbClr val="0008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601;p62">
              <a:extLst>
                <a:ext uri="{FF2B5EF4-FFF2-40B4-BE49-F238E27FC236}">
                  <a16:creationId xmlns:a16="http://schemas.microsoft.com/office/drawing/2014/main" id="{4C2E73B3-D14F-142C-845B-51385303A778}"/>
                </a:ext>
              </a:extLst>
            </p:cNvPr>
            <p:cNvSpPr/>
            <p:nvPr/>
          </p:nvSpPr>
          <p:spPr>
            <a:xfrm>
              <a:off x="3026472" y="2529791"/>
              <a:ext cx="72443" cy="72443"/>
            </a:xfrm>
            <a:custGeom>
              <a:avLst/>
              <a:gdLst/>
              <a:ahLst/>
              <a:cxnLst/>
              <a:rect l="l" t="t" r="r" b="b"/>
              <a:pathLst>
                <a:path w="1389" h="1389" extrusionOk="0">
                  <a:moveTo>
                    <a:pt x="695" y="1"/>
                  </a:moveTo>
                  <a:cubicBezTo>
                    <a:pt x="311" y="1"/>
                    <a:pt x="1" y="311"/>
                    <a:pt x="1" y="695"/>
                  </a:cubicBezTo>
                  <a:cubicBezTo>
                    <a:pt x="1" y="1078"/>
                    <a:pt x="311" y="1388"/>
                    <a:pt x="695" y="1388"/>
                  </a:cubicBezTo>
                  <a:cubicBezTo>
                    <a:pt x="1078" y="1388"/>
                    <a:pt x="1388" y="1078"/>
                    <a:pt x="1388" y="695"/>
                  </a:cubicBezTo>
                  <a:cubicBezTo>
                    <a:pt x="1388" y="311"/>
                    <a:pt x="1078" y="1"/>
                    <a:pt x="695" y="1"/>
                  </a:cubicBezTo>
                  <a:close/>
                </a:path>
              </a:pathLst>
            </a:custGeom>
            <a:solidFill>
              <a:srgbClr val="FFDA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602;p62">
              <a:extLst>
                <a:ext uri="{FF2B5EF4-FFF2-40B4-BE49-F238E27FC236}">
                  <a16:creationId xmlns:a16="http://schemas.microsoft.com/office/drawing/2014/main" id="{DB1721AD-85BA-8CEC-0531-96D24B1D2FEB}"/>
                </a:ext>
              </a:extLst>
            </p:cNvPr>
            <p:cNvSpPr/>
            <p:nvPr/>
          </p:nvSpPr>
          <p:spPr>
            <a:xfrm>
              <a:off x="3036016" y="2545073"/>
              <a:ext cx="47670" cy="41098"/>
            </a:xfrm>
            <a:custGeom>
              <a:avLst/>
              <a:gdLst/>
              <a:ahLst/>
              <a:cxnLst/>
              <a:rect l="l" t="t" r="r" b="b"/>
              <a:pathLst>
                <a:path w="914" h="788" extrusionOk="0">
                  <a:moveTo>
                    <a:pt x="512" y="0"/>
                  </a:moveTo>
                  <a:cubicBezTo>
                    <a:pt x="165" y="0"/>
                    <a:pt x="0" y="420"/>
                    <a:pt x="238" y="675"/>
                  </a:cubicBezTo>
                  <a:cubicBezTo>
                    <a:pt x="321" y="752"/>
                    <a:pt x="421" y="787"/>
                    <a:pt x="518" y="787"/>
                  </a:cubicBezTo>
                  <a:cubicBezTo>
                    <a:pt x="721" y="787"/>
                    <a:pt x="913" y="636"/>
                    <a:pt x="913" y="402"/>
                  </a:cubicBezTo>
                  <a:cubicBezTo>
                    <a:pt x="913" y="183"/>
                    <a:pt x="731" y="0"/>
                    <a:pt x="512" y="0"/>
                  </a:cubicBezTo>
                  <a:close/>
                </a:path>
              </a:pathLst>
            </a:custGeom>
            <a:solidFill>
              <a:srgbClr val="FF9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603;p62">
              <a:extLst>
                <a:ext uri="{FF2B5EF4-FFF2-40B4-BE49-F238E27FC236}">
                  <a16:creationId xmlns:a16="http://schemas.microsoft.com/office/drawing/2014/main" id="{2370A662-7E0A-E174-3908-9F19445620CE}"/>
                </a:ext>
              </a:extLst>
            </p:cNvPr>
            <p:cNvSpPr/>
            <p:nvPr/>
          </p:nvSpPr>
          <p:spPr>
            <a:xfrm>
              <a:off x="2874623" y="2602052"/>
              <a:ext cx="77189" cy="32545"/>
            </a:xfrm>
            <a:custGeom>
              <a:avLst/>
              <a:gdLst/>
              <a:ahLst/>
              <a:cxnLst/>
              <a:rect l="l" t="t" r="r" b="b"/>
              <a:pathLst>
                <a:path w="1480" h="624" extrusionOk="0">
                  <a:moveTo>
                    <a:pt x="0" y="0"/>
                  </a:moveTo>
                  <a:cubicBezTo>
                    <a:pt x="37" y="238"/>
                    <a:pt x="201" y="439"/>
                    <a:pt x="402" y="548"/>
                  </a:cubicBezTo>
                  <a:cubicBezTo>
                    <a:pt x="517" y="596"/>
                    <a:pt x="636" y="624"/>
                    <a:pt x="755" y="624"/>
                  </a:cubicBezTo>
                  <a:cubicBezTo>
                    <a:pt x="864" y="624"/>
                    <a:pt x="973" y="600"/>
                    <a:pt x="1078" y="548"/>
                  </a:cubicBezTo>
                  <a:cubicBezTo>
                    <a:pt x="1278" y="439"/>
                    <a:pt x="1424" y="238"/>
                    <a:pt x="1479" y="0"/>
                  </a:cubicBezTo>
                  <a:lnTo>
                    <a:pt x="1479" y="0"/>
                  </a:lnTo>
                  <a:cubicBezTo>
                    <a:pt x="1233" y="55"/>
                    <a:pt x="982" y="83"/>
                    <a:pt x="733" y="83"/>
                  </a:cubicBezTo>
                  <a:cubicBezTo>
                    <a:pt x="484" y="83"/>
                    <a:pt x="238" y="55"/>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2604;p62">
            <a:extLst>
              <a:ext uri="{FF2B5EF4-FFF2-40B4-BE49-F238E27FC236}">
                <a16:creationId xmlns:a16="http://schemas.microsoft.com/office/drawing/2014/main" id="{DDE8B28A-1B53-CD1A-7725-77A76AA471E1}"/>
              </a:ext>
            </a:extLst>
          </p:cNvPr>
          <p:cNvGrpSpPr/>
          <p:nvPr/>
        </p:nvGrpSpPr>
        <p:grpSpPr>
          <a:xfrm>
            <a:off x="6383864" y="2213739"/>
            <a:ext cx="826976" cy="2302375"/>
            <a:chOff x="1638299" y="2272225"/>
            <a:chExt cx="826976" cy="2302375"/>
          </a:xfrm>
        </p:grpSpPr>
        <p:sp>
          <p:nvSpPr>
            <p:cNvPr id="46" name="Google Shape;2605;p62">
              <a:extLst>
                <a:ext uri="{FF2B5EF4-FFF2-40B4-BE49-F238E27FC236}">
                  <a16:creationId xmlns:a16="http://schemas.microsoft.com/office/drawing/2014/main" id="{88371588-F007-BAE6-AB51-56675AD822BA}"/>
                </a:ext>
              </a:extLst>
            </p:cNvPr>
            <p:cNvSpPr/>
            <p:nvPr/>
          </p:nvSpPr>
          <p:spPr>
            <a:xfrm>
              <a:off x="1650226" y="3384567"/>
              <a:ext cx="137553" cy="100892"/>
            </a:xfrm>
            <a:custGeom>
              <a:avLst/>
              <a:gdLst/>
              <a:ahLst/>
              <a:cxnLst/>
              <a:rect l="l" t="t" r="r" b="b"/>
              <a:pathLst>
                <a:path w="2739" h="2009" extrusionOk="0">
                  <a:moveTo>
                    <a:pt x="2648" y="1"/>
                  </a:moveTo>
                  <a:lnTo>
                    <a:pt x="1" y="329"/>
                  </a:lnTo>
                  <a:lnTo>
                    <a:pt x="92" y="2009"/>
                  </a:lnTo>
                  <a:lnTo>
                    <a:pt x="2739" y="1662"/>
                  </a:lnTo>
                  <a:lnTo>
                    <a:pt x="26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606;p62">
              <a:extLst>
                <a:ext uri="{FF2B5EF4-FFF2-40B4-BE49-F238E27FC236}">
                  <a16:creationId xmlns:a16="http://schemas.microsoft.com/office/drawing/2014/main" id="{3808FDDF-1388-ACAD-39B0-F7356409A8F0}"/>
                </a:ext>
              </a:extLst>
            </p:cNvPr>
            <p:cNvSpPr/>
            <p:nvPr/>
          </p:nvSpPr>
          <p:spPr>
            <a:xfrm>
              <a:off x="1669511" y="3468938"/>
              <a:ext cx="138457" cy="153121"/>
            </a:xfrm>
            <a:custGeom>
              <a:avLst/>
              <a:gdLst/>
              <a:ahLst/>
              <a:cxnLst/>
              <a:rect l="l" t="t" r="r" b="b"/>
              <a:pathLst>
                <a:path w="2757" h="3049" extrusionOk="0">
                  <a:moveTo>
                    <a:pt x="2172" y="0"/>
                  </a:moveTo>
                  <a:lnTo>
                    <a:pt x="256" y="256"/>
                  </a:lnTo>
                  <a:lnTo>
                    <a:pt x="0" y="2026"/>
                  </a:lnTo>
                  <a:lnTo>
                    <a:pt x="1351" y="2501"/>
                  </a:lnTo>
                  <a:lnTo>
                    <a:pt x="1607" y="3049"/>
                  </a:lnTo>
                  <a:lnTo>
                    <a:pt x="2118" y="3049"/>
                  </a:lnTo>
                  <a:lnTo>
                    <a:pt x="2245" y="1899"/>
                  </a:lnTo>
                  <a:lnTo>
                    <a:pt x="2757" y="1661"/>
                  </a:lnTo>
                  <a:lnTo>
                    <a:pt x="2172" y="0"/>
                  </a:lnTo>
                  <a:close/>
                </a:path>
              </a:pathLst>
            </a:custGeom>
            <a:solidFill>
              <a:srgbClr val="8356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607;p62">
              <a:extLst>
                <a:ext uri="{FF2B5EF4-FFF2-40B4-BE49-F238E27FC236}">
                  <a16:creationId xmlns:a16="http://schemas.microsoft.com/office/drawing/2014/main" id="{C03848B9-C207-DB63-0D1E-6B89B527D762}"/>
                </a:ext>
              </a:extLst>
            </p:cNvPr>
            <p:cNvSpPr/>
            <p:nvPr/>
          </p:nvSpPr>
          <p:spPr>
            <a:xfrm>
              <a:off x="1771257" y="3501933"/>
              <a:ext cx="21946" cy="62373"/>
            </a:xfrm>
            <a:custGeom>
              <a:avLst/>
              <a:gdLst/>
              <a:ahLst/>
              <a:cxnLst/>
              <a:rect l="l" t="t" r="r" b="b"/>
              <a:pathLst>
                <a:path w="437" h="1242" extrusionOk="0">
                  <a:moveTo>
                    <a:pt x="0" y="0"/>
                  </a:moveTo>
                  <a:lnTo>
                    <a:pt x="215" y="1219"/>
                  </a:lnTo>
                  <a:lnTo>
                    <a:pt x="215" y="1219"/>
                  </a:lnTo>
                  <a:cubicBezTo>
                    <a:pt x="436" y="857"/>
                    <a:pt x="378" y="396"/>
                    <a:pt x="92" y="110"/>
                  </a:cubicBezTo>
                  <a:lnTo>
                    <a:pt x="0" y="0"/>
                  </a:lnTo>
                  <a:close/>
                  <a:moveTo>
                    <a:pt x="215" y="1219"/>
                  </a:moveTo>
                  <a:cubicBezTo>
                    <a:pt x="211" y="1227"/>
                    <a:pt x="206" y="1234"/>
                    <a:pt x="201" y="1242"/>
                  </a:cubicBezTo>
                  <a:lnTo>
                    <a:pt x="219" y="1242"/>
                  </a:lnTo>
                  <a:lnTo>
                    <a:pt x="215" y="1219"/>
                  </a:lnTo>
                  <a:close/>
                </a:path>
              </a:pathLst>
            </a:custGeom>
            <a:solidFill>
              <a:srgbClr val="FFA6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608;p62">
              <a:extLst>
                <a:ext uri="{FF2B5EF4-FFF2-40B4-BE49-F238E27FC236}">
                  <a16:creationId xmlns:a16="http://schemas.microsoft.com/office/drawing/2014/main" id="{01775605-7614-EC0C-EC47-7EA9E4EC96F6}"/>
                </a:ext>
              </a:extLst>
            </p:cNvPr>
            <p:cNvSpPr/>
            <p:nvPr/>
          </p:nvSpPr>
          <p:spPr>
            <a:xfrm>
              <a:off x="1678651" y="3468938"/>
              <a:ext cx="99988" cy="41281"/>
            </a:xfrm>
            <a:custGeom>
              <a:avLst/>
              <a:gdLst/>
              <a:ahLst/>
              <a:cxnLst/>
              <a:rect l="l" t="t" r="r" b="b"/>
              <a:pathLst>
                <a:path w="1991" h="822" extrusionOk="0">
                  <a:moveTo>
                    <a:pt x="1990" y="0"/>
                  </a:moveTo>
                  <a:lnTo>
                    <a:pt x="74" y="256"/>
                  </a:lnTo>
                  <a:lnTo>
                    <a:pt x="1" y="822"/>
                  </a:lnTo>
                  <a:lnTo>
                    <a:pt x="1990" y="0"/>
                  </a:lnTo>
                  <a:close/>
                </a:path>
              </a:pathLst>
            </a:custGeom>
            <a:solidFill>
              <a:srgbClr val="4428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609;p62">
              <a:extLst>
                <a:ext uri="{FF2B5EF4-FFF2-40B4-BE49-F238E27FC236}">
                  <a16:creationId xmlns:a16="http://schemas.microsoft.com/office/drawing/2014/main" id="{B3BECE28-29E9-AFCA-A889-13668B57FE5F}"/>
                </a:ext>
              </a:extLst>
            </p:cNvPr>
            <p:cNvSpPr/>
            <p:nvPr/>
          </p:nvSpPr>
          <p:spPr>
            <a:xfrm>
              <a:off x="2106754" y="3107699"/>
              <a:ext cx="141219" cy="390611"/>
            </a:xfrm>
            <a:custGeom>
              <a:avLst/>
              <a:gdLst/>
              <a:ahLst/>
              <a:cxnLst/>
              <a:rect l="l" t="t" r="r" b="b"/>
              <a:pathLst>
                <a:path w="2812" h="7778" extrusionOk="0">
                  <a:moveTo>
                    <a:pt x="968" y="1"/>
                  </a:moveTo>
                  <a:lnTo>
                    <a:pt x="676" y="1169"/>
                  </a:lnTo>
                  <a:lnTo>
                    <a:pt x="1" y="7777"/>
                  </a:lnTo>
                  <a:lnTo>
                    <a:pt x="1461" y="7777"/>
                  </a:lnTo>
                  <a:lnTo>
                    <a:pt x="2502" y="1242"/>
                  </a:lnTo>
                  <a:lnTo>
                    <a:pt x="2812" y="37"/>
                  </a:lnTo>
                  <a:lnTo>
                    <a:pt x="968" y="1"/>
                  </a:lnTo>
                  <a:close/>
                </a:path>
              </a:pathLst>
            </a:custGeom>
            <a:solidFill>
              <a:srgbClr val="FFB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610;p62">
              <a:extLst>
                <a:ext uri="{FF2B5EF4-FFF2-40B4-BE49-F238E27FC236}">
                  <a16:creationId xmlns:a16="http://schemas.microsoft.com/office/drawing/2014/main" id="{89BFAFCC-5CCE-7BB9-5089-6A96F808F918}"/>
                </a:ext>
              </a:extLst>
            </p:cNvPr>
            <p:cNvSpPr/>
            <p:nvPr/>
          </p:nvSpPr>
          <p:spPr>
            <a:xfrm>
              <a:off x="2090281" y="3455177"/>
              <a:ext cx="133887" cy="187973"/>
            </a:xfrm>
            <a:custGeom>
              <a:avLst/>
              <a:gdLst/>
              <a:ahLst/>
              <a:cxnLst/>
              <a:rect l="l" t="t" r="r" b="b"/>
              <a:pathLst>
                <a:path w="2666" h="3743" extrusionOk="0">
                  <a:moveTo>
                    <a:pt x="347" y="0"/>
                  </a:moveTo>
                  <a:lnTo>
                    <a:pt x="329" y="858"/>
                  </a:lnTo>
                  <a:lnTo>
                    <a:pt x="91" y="1954"/>
                  </a:lnTo>
                  <a:cubicBezTo>
                    <a:pt x="0" y="2337"/>
                    <a:pt x="183" y="2757"/>
                    <a:pt x="548" y="2958"/>
                  </a:cubicBezTo>
                  <a:lnTo>
                    <a:pt x="730" y="3049"/>
                  </a:lnTo>
                  <a:cubicBezTo>
                    <a:pt x="913" y="3158"/>
                    <a:pt x="1077" y="3323"/>
                    <a:pt x="1150" y="3542"/>
                  </a:cubicBezTo>
                  <a:cubicBezTo>
                    <a:pt x="1205" y="3651"/>
                    <a:pt x="1314" y="3743"/>
                    <a:pt x="1442" y="3743"/>
                  </a:cubicBezTo>
                  <a:cubicBezTo>
                    <a:pt x="1607" y="3743"/>
                    <a:pt x="1734" y="3633"/>
                    <a:pt x="1771" y="3469"/>
                  </a:cubicBezTo>
                  <a:lnTo>
                    <a:pt x="1990" y="1990"/>
                  </a:lnTo>
                  <a:lnTo>
                    <a:pt x="2191" y="2611"/>
                  </a:lnTo>
                  <a:cubicBezTo>
                    <a:pt x="2264" y="2830"/>
                    <a:pt x="2446" y="2976"/>
                    <a:pt x="2665" y="2976"/>
                  </a:cubicBezTo>
                  <a:lnTo>
                    <a:pt x="2611" y="2008"/>
                  </a:lnTo>
                  <a:cubicBezTo>
                    <a:pt x="2592" y="1698"/>
                    <a:pt x="2446" y="1424"/>
                    <a:pt x="2227" y="1223"/>
                  </a:cubicBezTo>
                  <a:lnTo>
                    <a:pt x="1789" y="858"/>
                  </a:lnTo>
                  <a:lnTo>
                    <a:pt x="2045" y="0"/>
                  </a:lnTo>
                  <a:close/>
                </a:path>
              </a:pathLst>
            </a:custGeom>
            <a:solidFill>
              <a:srgbClr val="FFF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611;p62">
              <a:extLst>
                <a:ext uri="{FF2B5EF4-FFF2-40B4-BE49-F238E27FC236}">
                  <a16:creationId xmlns:a16="http://schemas.microsoft.com/office/drawing/2014/main" id="{13FB0C9B-DD23-B073-2C4D-172FB1368BE6}"/>
                </a:ext>
              </a:extLst>
            </p:cNvPr>
            <p:cNvSpPr/>
            <p:nvPr/>
          </p:nvSpPr>
          <p:spPr>
            <a:xfrm>
              <a:off x="2154413" y="3107699"/>
              <a:ext cx="93560" cy="33045"/>
            </a:xfrm>
            <a:custGeom>
              <a:avLst/>
              <a:gdLst/>
              <a:ahLst/>
              <a:cxnLst/>
              <a:rect l="l" t="t" r="r" b="b"/>
              <a:pathLst>
                <a:path w="1863" h="658" extrusionOk="0">
                  <a:moveTo>
                    <a:pt x="19" y="1"/>
                  </a:moveTo>
                  <a:lnTo>
                    <a:pt x="1" y="128"/>
                  </a:lnTo>
                  <a:lnTo>
                    <a:pt x="1699" y="658"/>
                  </a:lnTo>
                  <a:lnTo>
                    <a:pt x="1863" y="37"/>
                  </a:lnTo>
                  <a:lnTo>
                    <a:pt x="19" y="1"/>
                  </a:lnTo>
                  <a:close/>
                </a:path>
              </a:pathLst>
            </a:custGeom>
            <a:solidFill>
              <a:srgbClr val="472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612;p62">
              <a:extLst>
                <a:ext uri="{FF2B5EF4-FFF2-40B4-BE49-F238E27FC236}">
                  <a16:creationId xmlns:a16="http://schemas.microsoft.com/office/drawing/2014/main" id="{89CC8994-ED8B-6379-3DE0-4497FE6AA6F7}"/>
                </a:ext>
              </a:extLst>
            </p:cNvPr>
            <p:cNvSpPr/>
            <p:nvPr/>
          </p:nvSpPr>
          <p:spPr>
            <a:xfrm>
              <a:off x="1791370" y="3244300"/>
              <a:ext cx="530876" cy="1192775"/>
            </a:xfrm>
            <a:custGeom>
              <a:avLst/>
              <a:gdLst/>
              <a:ahLst/>
              <a:cxnLst/>
              <a:rect l="l" t="t" r="r" b="b"/>
              <a:pathLst>
                <a:path w="10571" h="23751" extrusionOk="0">
                  <a:moveTo>
                    <a:pt x="804" y="1"/>
                  </a:moveTo>
                  <a:lnTo>
                    <a:pt x="1" y="23751"/>
                  </a:lnTo>
                  <a:lnTo>
                    <a:pt x="3415" y="23751"/>
                  </a:lnTo>
                  <a:lnTo>
                    <a:pt x="4127" y="3579"/>
                  </a:lnTo>
                  <a:lnTo>
                    <a:pt x="6317" y="3579"/>
                  </a:lnTo>
                  <a:lnTo>
                    <a:pt x="7157" y="23751"/>
                  </a:lnTo>
                  <a:lnTo>
                    <a:pt x="10571" y="23751"/>
                  </a:lnTo>
                  <a:lnTo>
                    <a:pt x="96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613;p62">
              <a:extLst>
                <a:ext uri="{FF2B5EF4-FFF2-40B4-BE49-F238E27FC236}">
                  <a16:creationId xmlns:a16="http://schemas.microsoft.com/office/drawing/2014/main" id="{AB0BE4CC-2B9D-ECCF-2E43-7F712F517681}"/>
                </a:ext>
              </a:extLst>
            </p:cNvPr>
            <p:cNvSpPr/>
            <p:nvPr/>
          </p:nvSpPr>
          <p:spPr>
            <a:xfrm>
              <a:off x="1708908" y="4437046"/>
              <a:ext cx="252155" cy="104558"/>
            </a:xfrm>
            <a:custGeom>
              <a:avLst/>
              <a:gdLst/>
              <a:ahLst/>
              <a:cxnLst/>
              <a:rect l="l" t="t" r="r" b="b"/>
              <a:pathLst>
                <a:path w="5021" h="2082" extrusionOk="0">
                  <a:moveTo>
                    <a:pt x="1917" y="1"/>
                  </a:moveTo>
                  <a:lnTo>
                    <a:pt x="1698" y="457"/>
                  </a:lnTo>
                  <a:cubicBezTo>
                    <a:pt x="1515" y="822"/>
                    <a:pt x="1223" y="1096"/>
                    <a:pt x="858" y="1260"/>
                  </a:cubicBezTo>
                  <a:cubicBezTo>
                    <a:pt x="475" y="1406"/>
                    <a:pt x="164" y="1716"/>
                    <a:pt x="0" y="2082"/>
                  </a:cubicBezTo>
                  <a:lnTo>
                    <a:pt x="5020" y="2082"/>
                  </a:lnTo>
                  <a:lnTo>
                    <a:pt x="48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614;p62">
              <a:extLst>
                <a:ext uri="{FF2B5EF4-FFF2-40B4-BE49-F238E27FC236}">
                  <a16:creationId xmlns:a16="http://schemas.microsoft.com/office/drawing/2014/main" id="{58026EF4-A81F-8701-EDAB-EFC0366F5DC6}"/>
                </a:ext>
              </a:extLst>
            </p:cNvPr>
            <p:cNvSpPr/>
            <p:nvPr/>
          </p:nvSpPr>
          <p:spPr>
            <a:xfrm>
              <a:off x="1698814" y="4541555"/>
              <a:ext cx="265915" cy="33045"/>
            </a:xfrm>
            <a:custGeom>
              <a:avLst/>
              <a:gdLst/>
              <a:ahLst/>
              <a:cxnLst/>
              <a:rect l="l" t="t" r="r" b="b"/>
              <a:pathLst>
                <a:path w="5295" h="658" extrusionOk="0">
                  <a:moveTo>
                    <a:pt x="201" y="1"/>
                  </a:moveTo>
                  <a:cubicBezTo>
                    <a:pt x="165" y="74"/>
                    <a:pt x="146" y="165"/>
                    <a:pt x="110" y="238"/>
                  </a:cubicBezTo>
                  <a:lnTo>
                    <a:pt x="0" y="658"/>
                  </a:lnTo>
                  <a:lnTo>
                    <a:pt x="5294" y="658"/>
                  </a:lnTo>
                  <a:lnTo>
                    <a:pt x="522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615;p62">
              <a:extLst>
                <a:ext uri="{FF2B5EF4-FFF2-40B4-BE49-F238E27FC236}">
                  <a16:creationId xmlns:a16="http://schemas.microsoft.com/office/drawing/2014/main" id="{1BC10188-45B8-8CAD-4965-360CF07FA6B1}"/>
                </a:ext>
              </a:extLst>
            </p:cNvPr>
            <p:cNvSpPr/>
            <p:nvPr/>
          </p:nvSpPr>
          <p:spPr>
            <a:xfrm>
              <a:off x="2160841" y="4437046"/>
              <a:ext cx="252155" cy="104558"/>
            </a:xfrm>
            <a:custGeom>
              <a:avLst/>
              <a:gdLst/>
              <a:ahLst/>
              <a:cxnLst/>
              <a:rect l="l" t="t" r="r" b="b"/>
              <a:pathLst>
                <a:path w="5021" h="2082" extrusionOk="0">
                  <a:moveTo>
                    <a:pt x="220" y="1"/>
                  </a:moveTo>
                  <a:lnTo>
                    <a:pt x="1" y="2082"/>
                  </a:lnTo>
                  <a:lnTo>
                    <a:pt x="5021" y="2082"/>
                  </a:lnTo>
                  <a:cubicBezTo>
                    <a:pt x="4857" y="1698"/>
                    <a:pt x="4546" y="1406"/>
                    <a:pt x="4163" y="1260"/>
                  </a:cubicBezTo>
                  <a:cubicBezTo>
                    <a:pt x="3798" y="1096"/>
                    <a:pt x="3506" y="822"/>
                    <a:pt x="3323" y="457"/>
                  </a:cubicBezTo>
                  <a:lnTo>
                    <a:pt x="31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616;p62">
              <a:extLst>
                <a:ext uri="{FF2B5EF4-FFF2-40B4-BE49-F238E27FC236}">
                  <a16:creationId xmlns:a16="http://schemas.microsoft.com/office/drawing/2014/main" id="{95BB1A62-C512-F9D9-404F-5EED7BB972EA}"/>
                </a:ext>
              </a:extLst>
            </p:cNvPr>
            <p:cNvSpPr/>
            <p:nvPr/>
          </p:nvSpPr>
          <p:spPr>
            <a:xfrm>
              <a:off x="2157175" y="4541555"/>
              <a:ext cx="265915" cy="33045"/>
            </a:xfrm>
            <a:custGeom>
              <a:avLst/>
              <a:gdLst/>
              <a:ahLst/>
              <a:cxnLst/>
              <a:rect l="l" t="t" r="r" b="b"/>
              <a:pathLst>
                <a:path w="5295" h="658" extrusionOk="0">
                  <a:moveTo>
                    <a:pt x="74" y="1"/>
                  </a:moveTo>
                  <a:lnTo>
                    <a:pt x="1" y="658"/>
                  </a:lnTo>
                  <a:lnTo>
                    <a:pt x="5295" y="658"/>
                  </a:lnTo>
                  <a:lnTo>
                    <a:pt x="5185" y="238"/>
                  </a:lnTo>
                  <a:cubicBezTo>
                    <a:pt x="5149" y="165"/>
                    <a:pt x="5130" y="74"/>
                    <a:pt x="50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617;p62">
              <a:extLst>
                <a:ext uri="{FF2B5EF4-FFF2-40B4-BE49-F238E27FC236}">
                  <a16:creationId xmlns:a16="http://schemas.microsoft.com/office/drawing/2014/main" id="{8F3FF546-DF43-47A8-CEA3-C51801479995}"/>
                </a:ext>
              </a:extLst>
            </p:cNvPr>
            <p:cNvSpPr/>
            <p:nvPr/>
          </p:nvSpPr>
          <p:spPr>
            <a:xfrm>
              <a:off x="1831747" y="2710754"/>
              <a:ext cx="444648" cy="590437"/>
            </a:xfrm>
            <a:custGeom>
              <a:avLst/>
              <a:gdLst/>
              <a:ahLst/>
              <a:cxnLst/>
              <a:rect l="l" t="t" r="r" b="b"/>
              <a:pathLst>
                <a:path w="8854" h="11757" extrusionOk="0">
                  <a:moveTo>
                    <a:pt x="694" y="0"/>
                  </a:moveTo>
                  <a:lnTo>
                    <a:pt x="146" y="4217"/>
                  </a:lnTo>
                  <a:lnTo>
                    <a:pt x="0" y="11756"/>
                  </a:lnTo>
                  <a:lnTo>
                    <a:pt x="8854" y="11756"/>
                  </a:lnTo>
                  <a:lnTo>
                    <a:pt x="8635" y="4217"/>
                  </a:lnTo>
                  <a:lnTo>
                    <a:pt x="8051" y="0"/>
                  </a:lnTo>
                  <a:close/>
                </a:path>
              </a:pathLst>
            </a:cu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618;p62">
              <a:extLst>
                <a:ext uri="{FF2B5EF4-FFF2-40B4-BE49-F238E27FC236}">
                  <a16:creationId xmlns:a16="http://schemas.microsoft.com/office/drawing/2014/main" id="{71405793-0E5A-C124-82D5-4B5CE56FBADE}"/>
                </a:ext>
              </a:extLst>
            </p:cNvPr>
            <p:cNvSpPr/>
            <p:nvPr/>
          </p:nvSpPr>
          <p:spPr>
            <a:xfrm>
              <a:off x="1984819" y="3423990"/>
              <a:ext cx="140315" cy="389707"/>
            </a:xfrm>
            <a:custGeom>
              <a:avLst/>
              <a:gdLst/>
              <a:ahLst/>
              <a:cxnLst/>
              <a:rect l="l" t="t" r="r" b="b"/>
              <a:pathLst>
                <a:path w="2794" h="7760" extrusionOk="0">
                  <a:moveTo>
                    <a:pt x="275" y="1"/>
                  </a:moveTo>
                  <a:lnTo>
                    <a:pt x="1" y="7759"/>
                  </a:lnTo>
                  <a:lnTo>
                    <a:pt x="877" y="7759"/>
                  </a:lnTo>
                  <a:lnTo>
                    <a:pt x="1388" y="3889"/>
                  </a:lnTo>
                  <a:lnTo>
                    <a:pt x="1918" y="7759"/>
                  </a:lnTo>
                  <a:lnTo>
                    <a:pt x="2794" y="7759"/>
                  </a:lnTo>
                  <a:lnTo>
                    <a:pt x="24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619;p62">
              <a:extLst>
                <a:ext uri="{FF2B5EF4-FFF2-40B4-BE49-F238E27FC236}">
                  <a16:creationId xmlns:a16="http://schemas.microsoft.com/office/drawing/2014/main" id="{4108AE4A-F5D1-40F8-5259-D036E77CAAAD}"/>
                </a:ext>
              </a:extLst>
            </p:cNvPr>
            <p:cNvSpPr/>
            <p:nvPr/>
          </p:nvSpPr>
          <p:spPr>
            <a:xfrm>
              <a:off x="1753805" y="2710754"/>
              <a:ext cx="249393" cy="1172587"/>
            </a:xfrm>
            <a:custGeom>
              <a:avLst/>
              <a:gdLst/>
              <a:ahLst/>
              <a:cxnLst/>
              <a:rect l="l" t="t" r="r" b="b"/>
              <a:pathLst>
                <a:path w="4966" h="23349" extrusionOk="0">
                  <a:moveTo>
                    <a:pt x="2246" y="0"/>
                  </a:moveTo>
                  <a:lnTo>
                    <a:pt x="1698" y="3816"/>
                  </a:lnTo>
                  <a:lnTo>
                    <a:pt x="1" y="23348"/>
                  </a:lnTo>
                  <a:lnTo>
                    <a:pt x="2702" y="23348"/>
                  </a:lnTo>
                  <a:lnTo>
                    <a:pt x="496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620;p62">
              <a:extLst>
                <a:ext uri="{FF2B5EF4-FFF2-40B4-BE49-F238E27FC236}">
                  <a16:creationId xmlns:a16="http://schemas.microsoft.com/office/drawing/2014/main" id="{C9209506-650D-A14C-BFFF-D2C9CE3DE18B}"/>
                </a:ext>
              </a:extLst>
            </p:cNvPr>
            <p:cNvSpPr/>
            <p:nvPr/>
          </p:nvSpPr>
          <p:spPr>
            <a:xfrm>
              <a:off x="1881214" y="2710754"/>
              <a:ext cx="121984" cy="421748"/>
            </a:xfrm>
            <a:custGeom>
              <a:avLst/>
              <a:gdLst/>
              <a:ahLst/>
              <a:cxnLst/>
              <a:rect l="l" t="t" r="r" b="b"/>
              <a:pathLst>
                <a:path w="2429" h="8398" extrusionOk="0">
                  <a:moveTo>
                    <a:pt x="2429" y="0"/>
                  </a:moveTo>
                  <a:lnTo>
                    <a:pt x="676" y="1570"/>
                  </a:lnTo>
                  <a:cubicBezTo>
                    <a:pt x="366" y="1862"/>
                    <a:pt x="384" y="2355"/>
                    <a:pt x="713" y="2629"/>
                  </a:cubicBezTo>
                  <a:lnTo>
                    <a:pt x="1042" y="2885"/>
                  </a:lnTo>
                  <a:lnTo>
                    <a:pt x="275" y="3596"/>
                  </a:lnTo>
                  <a:cubicBezTo>
                    <a:pt x="74" y="3797"/>
                    <a:pt x="1" y="4089"/>
                    <a:pt x="92" y="4363"/>
                  </a:cubicBezTo>
                  <a:lnTo>
                    <a:pt x="1607" y="8398"/>
                  </a:lnTo>
                  <a:lnTo>
                    <a:pt x="2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621;p62">
              <a:extLst>
                <a:ext uri="{FF2B5EF4-FFF2-40B4-BE49-F238E27FC236}">
                  <a16:creationId xmlns:a16="http://schemas.microsoft.com/office/drawing/2014/main" id="{F1B6C0B5-0502-62B9-6B92-2BE122F5D1D0}"/>
                </a:ext>
              </a:extLst>
            </p:cNvPr>
            <p:cNvSpPr/>
            <p:nvPr/>
          </p:nvSpPr>
          <p:spPr>
            <a:xfrm>
              <a:off x="1897737" y="2710754"/>
              <a:ext cx="105462" cy="421748"/>
            </a:xfrm>
            <a:custGeom>
              <a:avLst/>
              <a:gdLst/>
              <a:ahLst/>
              <a:cxnLst/>
              <a:rect l="l" t="t" r="r" b="b"/>
              <a:pathLst>
                <a:path w="2100" h="8398" extrusionOk="0">
                  <a:moveTo>
                    <a:pt x="2100" y="0"/>
                  </a:moveTo>
                  <a:lnTo>
                    <a:pt x="603" y="1698"/>
                  </a:lnTo>
                  <a:cubicBezTo>
                    <a:pt x="402" y="1935"/>
                    <a:pt x="420" y="2319"/>
                    <a:pt x="676" y="2519"/>
                  </a:cubicBezTo>
                  <a:lnTo>
                    <a:pt x="1096" y="2903"/>
                  </a:lnTo>
                  <a:lnTo>
                    <a:pt x="201" y="3816"/>
                  </a:lnTo>
                  <a:cubicBezTo>
                    <a:pt x="55" y="3962"/>
                    <a:pt x="1" y="4181"/>
                    <a:pt x="55" y="4381"/>
                  </a:cubicBezTo>
                  <a:lnTo>
                    <a:pt x="1278" y="8398"/>
                  </a:lnTo>
                  <a:lnTo>
                    <a:pt x="21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622;p62">
              <a:extLst>
                <a:ext uri="{FF2B5EF4-FFF2-40B4-BE49-F238E27FC236}">
                  <a16:creationId xmlns:a16="http://schemas.microsoft.com/office/drawing/2014/main" id="{F78D297F-531A-89C8-423D-45D28B9C2B45}"/>
                </a:ext>
              </a:extLst>
            </p:cNvPr>
            <p:cNvSpPr/>
            <p:nvPr/>
          </p:nvSpPr>
          <p:spPr>
            <a:xfrm>
              <a:off x="2100326" y="2710754"/>
              <a:ext cx="249443" cy="1172587"/>
            </a:xfrm>
            <a:custGeom>
              <a:avLst/>
              <a:gdLst/>
              <a:ahLst/>
              <a:cxnLst/>
              <a:rect l="l" t="t" r="r" b="b"/>
              <a:pathLst>
                <a:path w="4967" h="23349" extrusionOk="0">
                  <a:moveTo>
                    <a:pt x="1" y="0"/>
                  </a:moveTo>
                  <a:lnTo>
                    <a:pt x="2246" y="23348"/>
                  </a:lnTo>
                  <a:lnTo>
                    <a:pt x="4966" y="23348"/>
                  </a:lnTo>
                  <a:lnTo>
                    <a:pt x="3269" y="3816"/>
                  </a:lnTo>
                  <a:lnTo>
                    <a:pt x="27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2623;p62">
              <a:extLst>
                <a:ext uri="{FF2B5EF4-FFF2-40B4-BE49-F238E27FC236}">
                  <a16:creationId xmlns:a16="http://schemas.microsoft.com/office/drawing/2014/main" id="{37AB3BC7-133D-E189-379C-6350A41139C3}"/>
                </a:ext>
              </a:extLst>
            </p:cNvPr>
            <p:cNvSpPr/>
            <p:nvPr/>
          </p:nvSpPr>
          <p:spPr>
            <a:xfrm>
              <a:off x="2100326" y="2710754"/>
              <a:ext cx="121984" cy="422652"/>
            </a:xfrm>
            <a:custGeom>
              <a:avLst/>
              <a:gdLst/>
              <a:ahLst/>
              <a:cxnLst/>
              <a:rect l="l" t="t" r="r" b="b"/>
              <a:pathLst>
                <a:path w="2429" h="8416" extrusionOk="0">
                  <a:moveTo>
                    <a:pt x="1" y="0"/>
                  </a:moveTo>
                  <a:lnTo>
                    <a:pt x="822" y="8416"/>
                  </a:lnTo>
                  <a:lnTo>
                    <a:pt x="2319" y="4363"/>
                  </a:lnTo>
                  <a:cubicBezTo>
                    <a:pt x="2429" y="4089"/>
                    <a:pt x="2356" y="3797"/>
                    <a:pt x="2155" y="3596"/>
                  </a:cubicBezTo>
                  <a:lnTo>
                    <a:pt x="1370" y="2885"/>
                  </a:lnTo>
                  <a:lnTo>
                    <a:pt x="1699" y="2629"/>
                  </a:lnTo>
                  <a:cubicBezTo>
                    <a:pt x="2046" y="2373"/>
                    <a:pt x="2064" y="1862"/>
                    <a:pt x="1735" y="1570"/>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624;p62">
              <a:extLst>
                <a:ext uri="{FF2B5EF4-FFF2-40B4-BE49-F238E27FC236}">
                  <a16:creationId xmlns:a16="http://schemas.microsoft.com/office/drawing/2014/main" id="{44F9A60B-8509-C458-0A52-76696BAF13C1}"/>
                </a:ext>
              </a:extLst>
            </p:cNvPr>
            <p:cNvSpPr/>
            <p:nvPr/>
          </p:nvSpPr>
          <p:spPr>
            <a:xfrm>
              <a:off x="2100326" y="2710754"/>
              <a:ext cx="105512" cy="421748"/>
            </a:xfrm>
            <a:custGeom>
              <a:avLst/>
              <a:gdLst/>
              <a:ahLst/>
              <a:cxnLst/>
              <a:rect l="l" t="t" r="r" b="b"/>
              <a:pathLst>
                <a:path w="2101" h="8398" extrusionOk="0">
                  <a:moveTo>
                    <a:pt x="1" y="0"/>
                  </a:moveTo>
                  <a:lnTo>
                    <a:pt x="822" y="8398"/>
                  </a:lnTo>
                  <a:lnTo>
                    <a:pt x="2046" y="4381"/>
                  </a:lnTo>
                  <a:cubicBezTo>
                    <a:pt x="2100" y="4181"/>
                    <a:pt x="2046" y="3962"/>
                    <a:pt x="1899" y="3816"/>
                  </a:cubicBezTo>
                  <a:lnTo>
                    <a:pt x="1005" y="2903"/>
                  </a:lnTo>
                  <a:lnTo>
                    <a:pt x="1425" y="2519"/>
                  </a:lnTo>
                  <a:cubicBezTo>
                    <a:pt x="1662" y="2319"/>
                    <a:pt x="1699" y="1954"/>
                    <a:pt x="1480" y="1698"/>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2625;p62">
              <a:extLst>
                <a:ext uri="{FF2B5EF4-FFF2-40B4-BE49-F238E27FC236}">
                  <a16:creationId xmlns:a16="http://schemas.microsoft.com/office/drawing/2014/main" id="{D13ACD0C-9A98-7BE0-DE2D-6DA7F15BC17D}"/>
                </a:ext>
              </a:extLst>
            </p:cNvPr>
            <p:cNvSpPr/>
            <p:nvPr/>
          </p:nvSpPr>
          <p:spPr>
            <a:xfrm>
              <a:off x="1638299" y="2710754"/>
              <a:ext cx="228300" cy="690374"/>
            </a:xfrm>
            <a:custGeom>
              <a:avLst/>
              <a:gdLst/>
              <a:ahLst/>
              <a:cxnLst/>
              <a:rect l="l" t="t" r="r" b="b"/>
              <a:pathLst>
                <a:path w="4546" h="13747" extrusionOk="0">
                  <a:moveTo>
                    <a:pt x="4546" y="0"/>
                  </a:moveTo>
                  <a:cubicBezTo>
                    <a:pt x="3688" y="0"/>
                    <a:pt x="2921" y="511"/>
                    <a:pt x="2593" y="1315"/>
                  </a:cubicBezTo>
                  <a:lnTo>
                    <a:pt x="457" y="6645"/>
                  </a:lnTo>
                  <a:cubicBezTo>
                    <a:pt x="128" y="7430"/>
                    <a:pt x="0" y="8288"/>
                    <a:pt x="37" y="9146"/>
                  </a:cubicBezTo>
                  <a:lnTo>
                    <a:pt x="311" y="13746"/>
                  </a:lnTo>
                  <a:lnTo>
                    <a:pt x="2958" y="13418"/>
                  </a:lnTo>
                  <a:lnTo>
                    <a:pt x="2720" y="8708"/>
                  </a:lnTo>
                  <a:lnTo>
                    <a:pt x="3998" y="3816"/>
                  </a:lnTo>
                  <a:lnTo>
                    <a:pt x="45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2626;p62">
              <a:extLst>
                <a:ext uri="{FF2B5EF4-FFF2-40B4-BE49-F238E27FC236}">
                  <a16:creationId xmlns:a16="http://schemas.microsoft.com/office/drawing/2014/main" id="{6353EEE2-B1A6-4DBD-B93F-6218AEAC5ED4}"/>
                </a:ext>
              </a:extLst>
            </p:cNvPr>
            <p:cNvSpPr/>
            <p:nvPr/>
          </p:nvSpPr>
          <p:spPr>
            <a:xfrm>
              <a:off x="1812463" y="2783172"/>
              <a:ext cx="44093" cy="189832"/>
            </a:xfrm>
            <a:custGeom>
              <a:avLst/>
              <a:gdLst/>
              <a:ahLst/>
              <a:cxnLst/>
              <a:rect l="l" t="t" r="r" b="b"/>
              <a:pathLst>
                <a:path w="878" h="3780" extrusionOk="0">
                  <a:moveTo>
                    <a:pt x="877" y="0"/>
                  </a:moveTo>
                  <a:lnTo>
                    <a:pt x="567" y="676"/>
                  </a:lnTo>
                  <a:cubicBezTo>
                    <a:pt x="147" y="1643"/>
                    <a:pt x="1" y="2720"/>
                    <a:pt x="147" y="3779"/>
                  </a:cubicBezTo>
                  <a:lnTo>
                    <a:pt x="530" y="2374"/>
                  </a:lnTo>
                  <a:lnTo>
                    <a:pt x="8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2627;p62">
              <a:extLst>
                <a:ext uri="{FF2B5EF4-FFF2-40B4-BE49-F238E27FC236}">
                  <a16:creationId xmlns:a16="http://schemas.microsoft.com/office/drawing/2014/main" id="{D2C495C7-4025-D21E-6A78-948DEBA2ED35}"/>
                </a:ext>
              </a:extLst>
            </p:cNvPr>
            <p:cNvSpPr/>
            <p:nvPr/>
          </p:nvSpPr>
          <p:spPr>
            <a:xfrm>
              <a:off x="2312105" y="3384567"/>
              <a:ext cx="137603" cy="100892"/>
            </a:xfrm>
            <a:custGeom>
              <a:avLst/>
              <a:gdLst/>
              <a:ahLst/>
              <a:cxnLst/>
              <a:rect l="l" t="t" r="r" b="b"/>
              <a:pathLst>
                <a:path w="2740" h="2009" extrusionOk="0">
                  <a:moveTo>
                    <a:pt x="92" y="1"/>
                  </a:moveTo>
                  <a:lnTo>
                    <a:pt x="1" y="1662"/>
                  </a:lnTo>
                  <a:lnTo>
                    <a:pt x="2648" y="2009"/>
                  </a:lnTo>
                  <a:lnTo>
                    <a:pt x="2739" y="329"/>
                  </a:lnTo>
                  <a:lnTo>
                    <a:pt x="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2628;p62">
              <a:extLst>
                <a:ext uri="{FF2B5EF4-FFF2-40B4-BE49-F238E27FC236}">
                  <a16:creationId xmlns:a16="http://schemas.microsoft.com/office/drawing/2014/main" id="{A9484DE4-D72F-4204-2276-3B158D40A892}"/>
                </a:ext>
              </a:extLst>
            </p:cNvPr>
            <p:cNvSpPr/>
            <p:nvPr/>
          </p:nvSpPr>
          <p:spPr>
            <a:xfrm>
              <a:off x="2236021" y="2710754"/>
              <a:ext cx="229254" cy="690374"/>
            </a:xfrm>
            <a:custGeom>
              <a:avLst/>
              <a:gdLst/>
              <a:ahLst/>
              <a:cxnLst/>
              <a:rect l="l" t="t" r="r" b="b"/>
              <a:pathLst>
                <a:path w="4565" h="13747" extrusionOk="0">
                  <a:moveTo>
                    <a:pt x="1" y="0"/>
                  </a:moveTo>
                  <a:lnTo>
                    <a:pt x="567" y="3816"/>
                  </a:lnTo>
                  <a:lnTo>
                    <a:pt x="1844" y="8708"/>
                  </a:lnTo>
                  <a:lnTo>
                    <a:pt x="1607" y="13418"/>
                  </a:lnTo>
                  <a:lnTo>
                    <a:pt x="4254" y="13746"/>
                  </a:lnTo>
                  <a:lnTo>
                    <a:pt x="4510" y="9146"/>
                  </a:lnTo>
                  <a:cubicBezTo>
                    <a:pt x="4564" y="8288"/>
                    <a:pt x="4418" y="7430"/>
                    <a:pt x="4108" y="6645"/>
                  </a:cubicBezTo>
                  <a:lnTo>
                    <a:pt x="1972" y="1315"/>
                  </a:lnTo>
                  <a:cubicBezTo>
                    <a:pt x="1644" y="511"/>
                    <a:pt x="859"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2629;p62">
              <a:extLst>
                <a:ext uri="{FF2B5EF4-FFF2-40B4-BE49-F238E27FC236}">
                  <a16:creationId xmlns:a16="http://schemas.microsoft.com/office/drawing/2014/main" id="{4E0BF3A9-D55B-D081-1465-15FE721A74E4}"/>
                </a:ext>
              </a:extLst>
            </p:cNvPr>
            <p:cNvSpPr/>
            <p:nvPr/>
          </p:nvSpPr>
          <p:spPr>
            <a:xfrm>
              <a:off x="2291966" y="3468938"/>
              <a:ext cx="138457" cy="153121"/>
            </a:xfrm>
            <a:custGeom>
              <a:avLst/>
              <a:gdLst/>
              <a:ahLst/>
              <a:cxnLst/>
              <a:rect l="l" t="t" r="r" b="b"/>
              <a:pathLst>
                <a:path w="2757" h="3049" extrusionOk="0">
                  <a:moveTo>
                    <a:pt x="584" y="0"/>
                  </a:moveTo>
                  <a:lnTo>
                    <a:pt x="0" y="1661"/>
                  </a:lnTo>
                  <a:lnTo>
                    <a:pt x="511" y="1899"/>
                  </a:lnTo>
                  <a:lnTo>
                    <a:pt x="639" y="3049"/>
                  </a:lnTo>
                  <a:lnTo>
                    <a:pt x="1150" y="3049"/>
                  </a:lnTo>
                  <a:lnTo>
                    <a:pt x="1388" y="2501"/>
                  </a:lnTo>
                  <a:lnTo>
                    <a:pt x="2757" y="2026"/>
                  </a:lnTo>
                  <a:lnTo>
                    <a:pt x="2483" y="256"/>
                  </a:lnTo>
                  <a:lnTo>
                    <a:pt x="584" y="0"/>
                  </a:lnTo>
                  <a:close/>
                </a:path>
              </a:pathLst>
            </a:custGeom>
            <a:solidFill>
              <a:srgbClr val="8356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2630;p62">
              <a:extLst>
                <a:ext uri="{FF2B5EF4-FFF2-40B4-BE49-F238E27FC236}">
                  <a16:creationId xmlns:a16="http://schemas.microsoft.com/office/drawing/2014/main" id="{316D122E-3908-1A93-78FF-E76DA6A4B725}"/>
                </a:ext>
              </a:extLst>
            </p:cNvPr>
            <p:cNvSpPr/>
            <p:nvPr/>
          </p:nvSpPr>
          <p:spPr>
            <a:xfrm>
              <a:off x="2306631" y="3501933"/>
              <a:ext cx="22047" cy="62373"/>
            </a:xfrm>
            <a:custGeom>
              <a:avLst/>
              <a:gdLst/>
              <a:ahLst/>
              <a:cxnLst/>
              <a:rect l="l" t="t" r="r" b="b"/>
              <a:pathLst>
                <a:path w="439" h="1242" extrusionOk="0">
                  <a:moveTo>
                    <a:pt x="438" y="0"/>
                  </a:moveTo>
                  <a:lnTo>
                    <a:pt x="347" y="110"/>
                  </a:lnTo>
                  <a:cubicBezTo>
                    <a:pt x="55" y="402"/>
                    <a:pt x="0" y="877"/>
                    <a:pt x="219" y="1242"/>
                  </a:cubicBezTo>
                  <a:lnTo>
                    <a:pt x="438" y="0"/>
                  </a:lnTo>
                  <a:close/>
                </a:path>
              </a:pathLst>
            </a:custGeom>
            <a:solidFill>
              <a:srgbClr val="FFA6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2631;p62">
              <a:extLst>
                <a:ext uri="{FF2B5EF4-FFF2-40B4-BE49-F238E27FC236}">
                  <a16:creationId xmlns:a16="http://schemas.microsoft.com/office/drawing/2014/main" id="{030EC0D3-2409-E57A-D2B9-D876BFA9CE9B}"/>
                </a:ext>
              </a:extLst>
            </p:cNvPr>
            <p:cNvSpPr/>
            <p:nvPr/>
          </p:nvSpPr>
          <p:spPr>
            <a:xfrm>
              <a:off x="2321295" y="3468938"/>
              <a:ext cx="99988" cy="41281"/>
            </a:xfrm>
            <a:custGeom>
              <a:avLst/>
              <a:gdLst/>
              <a:ahLst/>
              <a:cxnLst/>
              <a:rect l="l" t="t" r="r" b="b"/>
              <a:pathLst>
                <a:path w="1991" h="822" extrusionOk="0">
                  <a:moveTo>
                    <a:pt x="0" y="0"/>
                  </a:moveTo>
                  <a:lnTo>
                    <a:pt x="1990" y="822"/>
                  </a:lnTo>
                  <a:lnTo>
                    <a:pt x="1899" y="256"/>
                  </a:lnTo>
                  <a:lnTo>
                    <a:pt x="0" y="0"/>
                  </a:lnTo>
                  <a:close/>
                </a:path>
              </a:pathLst>
            </a:custGeom>
            <a:solidFill>
              <a:srgbClr val="4428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2632;p62">
              <a:extLst>
                <a:ext uri="{FF2B5EF4-FFF2-40B4-BE49-F238E27FC236}">
                  <a16:creationId xmlns:a16="http://schemas.microsoft.com/office/drawing/2014/main" id="{E3862752-9DFF-6323-620E-6EE34480E9D5}"/>
                </a:ext>
              </a:extLst>
            </p:cNvPr>
            <p:cNvSpPr/>
            <p:nvPr/>
          </p:nvSpPr>
          <p:spPr>
            <a:xfrm>
              <a:off x="2247019" y="2783172"/>
              <a:ext cx="43139" cy="189832"/>
            </a:xfrm>
            <a:custGeom>
              <a:avLst/>
              <a:gdLst/>
              <a:ahLst/>
              <a:cxnLst/>
              <a:rect l="l" t="t" r="r" b="b"/>
              <a:pathLst>
                <a:path w="859" h="3780" extrusionOk="0">
                  <a:moveTo>
                    <a:pt x="1" y="0"/>
                  </a:moveTo>
                  <a:lnTo>
                    <a:pt x="348" y="2374"/>
                  </a:lnTo>
                  <a:lnTo>
                    <a:pt x="713" y="3779"/>
                  </a:lnTo>
                  <a:cubicBezTo>
                    <a:pt x="859" y="2720"/>
                    <a:pt x="731" y="1643"/>
                    <a:pt x="293" y="676"/>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2633;p62">
              <a:extLst>
                <a:ext uri="{FF2B5EF4-FFF2-40B4-BE49-F238E27FC236}">
                  <a16:creationId xmlns:a16="http://schemas.microsoft.com/office/drawing/2014/main" id="{358D87F2-4A4D-B63C-511F-860916F89358}"/>
                </a:ext>
              </a:extLst>
            </p:cNvPr>
            <p:cNvSpPr/>
            <p:nvPr/>
          </p:nvSpPr>
          <p:spPr>
            <a:xfrm>
              <a:off x="1925258" y="2681425"/>
              <a:ext cx="93560" cy="292481"/>
            </a:xfrm>
            <a:custGeom>
              <a:avLst/>
              <a:gdLst/>
              <a:ahLst/>
              <a:cxnLst/>
              <a:rect l="l" t="t" r="r" b="b"/>
              <a:pathLst>
                <a:path w="1863" h="5824" extrusionOk="0">
                  <a:moveTo>
                    <a:pt x="1826" y="0"/>
                  </a:moveTo>
                  <a:lnTo>
                    <a:pt x="1680" y="55"/>
                  </a:lnTo>
                  <a:cubicBezTo>
                    <a:pt x="876" y="256"/>
                    <a:pt x="274" y="931"/>
                    <a:pt x="165" y="1753"/>
                  </a:cubicBezTo>
                  <a:lnTo>
                    <a:pt x="128" y="1953"/>
                  </a:lnTo>
                  <a:cubicBezTo>
                    <a:pt x="0" y="2811"/>
                    <a:pt x="0" y="3669"/>
                    <a:pt x="91" y="4509"/>
                  </a:cubicBezTo>
                  <a:lnTo>
                    <a:pt x="238" y="5823"/>
                  </a:lnTo>
                  <a:lnTo>
                    <a:pt x="457" y="5805"/>
                  </a:lnTo>
                  <a:lnTo>
                    <a:pt x="311" y="4491"/>
                  </a:lnTo>
                  <a:cubicBezTo>
                    <a:pt x="219" y="3651"/>
                    <a:pt x="219" y="2811"/>
                    <a:pt x="329" y="1990"/>
                  </a:cubicBezTo>
                  <a:lnTo>
                    <a:pt x="365" y="1771"/>
                  </a:lnTo>
                  <a:cubicBezTo>
                    <a:pt x="475" y="1022"/>
                    <a:pt x="1004" y="420"/>
                    <a:pt x="1734" y="256"/>
                  </a:cubicBezTo>
                  <a:lnTo>
                    <a:pt x="1862" y="219"/>
                  </a:lnTo>
                  <a:lnTo>
                    <a:pt x="18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2634;p62">
              <a:extLst>
                <a:ext uri="{FF2B5EF4-FFF2-40B4-BE49-F238E27FC236}">
                  <a16:creationId xmlns:a16="http://schemas.microsoft.com/office/drawing/2014/main" id="{022CC913-12A9-2489-DB72-D6CD54C420CB}"/>
                </a:ext>
              </a:extLst>
            </p:cNvPr>
            <p:cNvSpPr/>
            <p:nvPr/>
          </p:nvSpPr>
          <p:spPr>
            <a:xfrm>
              <a:off x="2079283" y="2682329"/>
              <a:ext cx="123792" cy="175167"/>
            </a:xfrm>
            <a:custGeom>
              <a:avLst/>
              <a:gdLst/>
              <a:ahLst/>
              <a:cxnLst/>
              <a:rect l="l" t="t" r="r" b="b"/>
              <a:pathLst>
                <a:path w="2465" h="3488" extrusionOk="0">
                  <a:moveTo>
                    <a:pt x="55" y="0"/>
                  </a:moveTo>
                  <a:lnTo>
                    <a:pt x="0" y="201"/>
                  </a:lnTo>
                  <a:lnTo>
                    <a:pt x="73" y="219"/>
                  </a:lnTo>
                  <a:cubicBezTo>
                    <a:pt x="584" y="329"/>
                    <a:pt x="968" y="767"/>
                    <a:pt x="1022" y="1296"/>
                  </a:cubicBezTo>
                  <a:lnTo>
                    <a:pt x="1077" y="1954"/>
                  </a:lnTo>
                  <a:cubicBezTo>
                    <a:pt x="493" y="2045"/>
                    <a:pt x="55" y="2538"/>
                    <a:pt x="55" y="3140"/>
                  </a:cubicBezTo>
                  <a:lnTo>
                    <a:pt x="55" y="3487"/>
                  </a:lnTo>
                  <a:lnTo>
                    <a:pt x="256" y="3487"/>
                  </a:lnTo>
                  <a:lnTo>
                    <a:pt x="256" y="3140"/>
                  </a:lnTo>
                  <a:cubicBezTo>
                    <a:pt x="256" y="2474"/>
                    <a:pt x="753" y="2141"/>
                    <a:pt x="1251" y="2141"/>
                  </a:cubicBezTo>
                  <a:cubicBezTo>
                    <a:pt x="1748" y="2141"/>
                    <a:pt x="2245" y="2474"/>
                    <a:pt x="2245" y="3140"/>
                  </a:cubicBezTo>
                  <a:lnTo>
                    <a:pt x="2245" y="3487"/>
                  </a:lnTo>
                  <a:lnTo>
                    <a:pt x="2465" y="3487"/>
                  </a:lnTo>
                  <a:lnTo>
                    <a:pt x="2465" y="3140"/>
                  </a:lnTo>
                  <a:cubicBezTo>
                    <a:pt x="2465" y="2483"/>
                    <a:pt x="1935" y="1935"/>
                    <a:pt x="1278" y="1935"/>
                  </a:cubicBezTo>
                  <a:lnTo>
                    <a:pt x="1223" y="1278"/>
                  </a:lnTo>
                  <a:cubicBezTo>
                    <a:pt x="1168" y="657"/>
                    <a:pt x="712" y="146"/>
                    <a:pt x="110" y="19"/>
                  </a:cubicBez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2635;p62">
              <a:extLst>
                <a:ext uri="{FF2B5EF4-FFF2-40B4-BE49-F238E27FC236}">
                  <a16:creationId xmlns:a16="http://schemas.microsoft.com/office/drawing/2014/main" id="{31D46521-9091-9D5C-1C3B-4DB6B4379911}"/>
                </a:ext>
              </a:extLst>
            </p:cNvPr>
            <p:cNvSpPr/>
            <p:nvPr/>
          </p:nvSpPr>
          <p:spPr>
            <a:xfrm>
              <a:off x="1905069" y="2958995"/>
              <a:ext cx="79800" cy="70107"/>
            </a:xfrm>
            <a:custGeom>
              <a:avLst/>
              <a:gdLst/>
              <a:ahLst/>
              <a:cxnLst/>
              <a:rect l="l" t="t" r="r" b="b"/>
              <a:pathLst>
                <a:path w="1589" h="1396" extrusionOk="0">
                  <a:moveTo>
                    <a:pt x="794" y="0"/>
                  </a:moveTo>
                  <a:cubicBezTo>
                    <a:pt x="515" y="0"/>
                    <a:pt x="243" y="174"/>
                    <a:pt x="128" y="461"/>
                  </a:cubicBezTo>
                  <a:cubicBezTo>
                    <a:pt x="1" y="826"/>
                    <a:pt x="183" y="1227"/>
                    <a:pt x="548" y="1355"/>
                  </a:cubicBezTo>
                  <a:cubicBezTo>
                    <a:pt x="627" y="1383"/>
                    <a:pt x="707" y="1396"/>
                    <a:pt x="786" y="1396"/>
                  </a:cubicBezTo>
                  <a:cubicBezTo>
                    <a:pt x="1074" y="1396"/>
                    <a:pt x="1342" y="1222"/>
                    <a:pt x="1443" y="935"/>
                  </a:cubicBezTo>
                  <a:cubicBezTo>
                    <a:pt x="1589" y="570"/>
                    <a:pt x="1388" y="169"/>
                    <a:pt x="1023" y="41"/>
                  </a:cubicBezTo>
                  <a:cubicBezTo>
                    <a:pt x="948" y="13"/>
                    <a:pt x="871" y="0"/>
                    <a:pt x="794" y="0"/>
                  </a:cubicBezTo>
                  <a:close/>
                </a:path>
              </a:pathLst>
            </a:custGeom>
            <a:solidFill>
              <a:srgbClr val="E4E4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2636;p62">
              <a:extLst>
                <a:ext uri="{FF2B5EF4-FFF2-40B4-BE49-F238E27FC236}">
                  <a16:creationId xmlns:a16="http://schemas.microsoft.com/office/drawing/2014/main" id="{AE905F7E-3227-EDA0-7E80-A79A335719B5}"/>
                </a:ext>
              </a:extLst>
            </p:cNvPr>
            <p:cNvSpPr/>
            <p:nvPr/>
          </p:nvSpPr>
          <p:spPr>
            <a:xfrm>
              <a:off x="1918829" y="2968336"/>
              <a:ext cx="52279" cy="52329"/>
            </a:xfrm>
            <a:custGeom>
              <a:avLst/>
              <a:gdLst/>
              <a:ahLst/>
              <a:cxnLst/>
              <a:rect l="l" t="t" r="r" b="b"/>
              <a:pathLst>
                <a:path w="1041" h="1042" extrusionOk="0">
                  <a:moveTo>
                    <a:pt x="530" y="1"/>
                  </a:moveTo>
                  <a:cubicBezTo>
                    <a:pt x="238" y="1"/>
                    <a:pt x="0" y="220"/>
                    <a:pt x="0" y="512"/>
                  </a:cubicBezTo>
                  <a:cubicBezTo>
                    <a:pt x="0" y="804"/>
                    <a:pt x="238" y="1041"/>
                    <a:pt x="530" y="1041"/>
                  </a:cubicBezTo>
                  <a:cubicBezTo>
                    <a:pt x="822" y="1041"/>
                    <a:pt x="1041" y="804"/>
                    <a:pt x="1041" y="512"/>
                  </a:cubicBezTo>
                  <a:cubicBezTo>
                    <a:pt x="1041" y="220"/>
                    <a:pt x="822" y="1"/>
                    <a:pt x="530" y="1"/>
                  </a:cubicBezTo>
                  <a:close/>
                </a:path>
              </a:pathLst>
            </a:custGeom>
            <a:solidFill>
              <a:srgbClr val="D6C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2637;p62">
              <a:extLst>
                <a:ext uri="{FF2B5EF4-FFF2-40B4-BE49-F238E27FC236}">
                  <a16:creationId xmlns:a16="http://schemas.microsoft.com/office/drawing/2014/main" id="{3D8B85E5-EC12-37E8-E290-D2A944EF3EB3}"/>
                </a:ext>
              </a:extLst>
            </p:cNvPr>
            <p:cNvSpPr/>
            <p:nvPr/>
          </p:nvSpPr>
          <p:spPr>
            <a:xfrm>
              <a:off x="1925258" y="2979335"/>
              <a:ext cx="34853" cy="30032"/>
            </a:xfrm>
            <a:custGeom>
              <a:avLst/>
              <a:gdLst/>
              <a:ahLst/>
              <a:cxnLst/>
              <a:rect l="l" t="t" r="r" b="b"/>
              <a:pathLst>
                <a:path w="694" h="598" extrusionOk="0">
                  <a:moveTo>
                    <a:pt x="402" y="1"/>
                  </a:moveTo>
                  <a:cubicBezTo>
                    <a:pt x="128" y="1"/>
                    <a:pt x="0" y="330"/>
                    <a:pt x="183" y="512"/>
                  </a:cubicBezTo>
                  <a:cubicBezTo>
                    <a:pt x="241" y="571"/>
                    <a:pt x="315" y="597"/>
                    <a:pt x="388" y="597"/>
                  </a:cubicBezTo>
                  <a:cubicBezTo>
                    <a:pt x="543" y="597"/>
                    <a:pt x="694" y="479"/>
                    <a:pt x="694" y="293"/>
                  </a:cubicBezTo>
                  <a:cubicBezTo>
                    <a:pt x="694" y="129"/>
                    <a:pt x="566" y="1"/>
                    <a:pt x="402" y="1"/>
                  </a:cubicBezTo>
                  <a:close/>
                </a:path>
              </a:pathLst>
            </a:custGeom>
            <a:solidFill>
              <a:srgbClr val="A99B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2638;p62">
              <a:extLst>
                <a:ext uri="{FF2B5EF4-FFF2-40B4-BE49-F238E27FC236}">
                  <a16:creationId xmlns:a16="http://schemas.microsoft.com/office/drawing/2014/main" id="{3DBFEAF8-4F66-F11E-C616-ED541F5CC3AA}"/>
                </a:ext>
              </a:extLst>
            </p:cNvPr>
            <p:cNvSpPr/>
            <p:nvPr/>
          </p:nvSpPr>
          <p:spPr>
            <a:xfrm>
              <a:off x="2083853" y="2857449"/>
              <a:ext cx="25713" cy="121934"/>
            </a:xfrm>
            <a:custGeom>
              <a:avLst/>
              <a:gdLst/>
              <a:ahLst/>
              <a:cxnLst/>
              <a:rect l="l" t="t" r="r" b="b"/>
              <a:pathLst>
                <a:path w="512" h="2428" extrusionOk="0">
                  <a:moveTo>
                    <a:pt x="0" y="0"/>
                  </a:moveTo>
                  <a:lnTo>
                    <a:pt x="0" y="1935"/>
                  </a:lnTo>
                  <a:cubicBezTo>
                    <a:pt x="0" y="2209"/>
                    <a:pt x="238" y="2428"/>
                    <a:pt x="511" y="2428"/>
                  </a:cubicBezTo>
                  <a:lnTo>
                    <a:pt x="511" y="2318"/>
                  </a:lnTo>
                  <a:cubicBezTo>
                    <a:pt x="292" y="2318"/>
                    <a:pt x="110" y="2154"/>
                    <a:pt x="110" y="1935"/>
                  </a:cubicBezTo>
                  <a:lnTo>
                    <a:pt x="110" y="0"/>
                  </a:lnTo>
                  <a:close/>
                </a:path>
              </a:pathLst>
            </a:custGeom>
            <a:solidFill>
              <a:srgbClr val="D6C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2639;p62">
              <a:extLst>
                <a:ext uri="{FF2B5EF4-FFF2-40B4-BE49-F238E27FC236}">
                  <a16:creationId xmlns:a16="http://schemas.microsoft.com/office/drawing/2014/main" id="{446264D1-CF51-C77F-902F-24EEFBEB27CF}"/>
                </a:ext>
              </a:extLst>
            </p:cNvPr>
            <p:cNvSpPr/>
            <p:nvPr/>
          </p:nvSpPr>
          <p:spPr>
            <a:xfrm>
              <a:off x="2109516" y="2972003"/>
              <a:ext cx="12907" cy="9240"/>
            </a:xfrm>
            <a:custGeom>
              <a:avLst/>
              <a:gdLst/>
              <a:ahLst/>
              <a:cxnLst/>
              <a:rect l="l" t="t" r="r" b="b"/>
              <a:pathLst>
                <a:path w="257" h="184" extrusionOk="0">
                  <a:moveTo>
                    <a:pt x="147" y="1"/>
                  </a:moveTo>
                  <a:lnTo>
                    <a:pt x="19" y="19"/>
                  </a:lnTo>
                  <a:cubicBezTo>
                    <a:pt x="19" y="19"/>
                    <a:pt x="0" y="19"/>
                    <a:pt x="0" y="37"/>
                  </a:cubicBezTo>
                  <a:lnTo>
                    <a:pt x="0" y="165"/>
                  </a:lnTo>
                  <a:cubicBezTo>
                    <a:pt x="0" y="165"/>
                    <a:pt x="19" y="165"/>
                    <a:pt x="19" y="183"/>
                  </a:cubicBezTo>
                  <a:lnTo>
                    <a:pt x="147" y="183"/>
                  </a:lnTo>
                  <a:cubicBezTo>
                    <a:pt x="256" y="183"/>
                    <a:pt x="256" y="1"/>
                    <a:pt x="147" y="1"/>
                  </a:cubicBezTo>
                  <a:close/>
                </a:path>
              </a:pathLst>
            </a:custGeom>
            <a:solidFill>
              <a:srgbClr val="A99B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2640;p62">
              <a:extLst>
                <a:ext uri="{FF2B5EF4-FFF2-40B4-BE49-F238E27FC236}">
                  <a16:creationId xmlns:a16="http://schemas.microsoft.com/office/drawing/2014/main" id="{0CA060EB-96A1-A221-0711-EBB8C65C4462}"/>
                </a:ext>
              </a:extLst>
            </p:cNvPr>
            <p:cNvSpPr/>
            <p:nvPr/>
          </p:nvSpPr>
          <p:spPr>
            <a:xfrm>
              <a:off x="2175505" y="2857449"/>
              <a:ext cx="25713" cy="121934"/>
            </a:xfrm>
            <a:custGeom>
              <a:avLst/>
              <a:gdLst/>
              <a:ahLst/>
              <a:cxnLst/>
              <a:rect l="l" t="t" r="r" b="b"/>
              <a:pathLst>
                <a:path w="512" h="2428" extrusionOk="0">
                  <a:moveTo>
                    <a:pt x="402" y="0"/>
                  </a:moveTo>
                  <a:lnTo>
                    <a:pt x="402" y="1935"/>
                  </a:lnTo>
                  <a:cubicBezTo>
                    <a:pt x="402" y="2154"/>
                    <a:pt x="220" y="2318"/>
                    <a:pt x="1" y="2318"/>
                  </a:cubicBezTo>
                  <a:lnTo>
                    <a:pt x="1" y="2428"/>
                  </a:lnTo>
                  <a:cubicBezTo>
                    <a:pt x="275" y="2428"/>
                    <a:pt x="512" y="2209"/>
                    <a:pt x="512" y="1935"/>
                  </a:cubicBezTo>
                  <a:lnTo>
                    <a:pt x="512" y="0"/>
                  </a:lnTo>
                  <a:close/>
                </a:path>
              </a:pathLst>
            </a:custGeom>
            <a:solidFill>
              <a:srgbClr val="D6C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2641;p62">
              <a:extLst>
                <a:ext uri="{FF2B5EF4-FFF2-40B4-BE49-F238E27FC236}">
                  <a16:creationId xmlns:a16="http://schemas.microsoft.com/office/drawing/2014/main" id="{1B7A04B4-A458-FA51-AF48-36F9FCC178F0}"/>
                </a:ext>
              </a:extLst>
            </p:cNvPr>
            <p:cNvSpPr/>
            <p:nvPr/>
          </p:nvSpPr>
          <p:spPr>
            <a:xfrm>
              <a:off x="2162699" y="2972003"/>
              <a:ext cx="12856" cy="9240"/>
            </a:xfrm>
            <a:custGeom>
              <a:avLst/>
              <a:gdLst/>
              <a:ahLst/>
              <a:cxnLst/>
              <a:rect l="l" t="t" r="r" b="b"/>
              <a:pathLst>
                <a:path w="256" h="184" extrusionOk="0">
                  <a:moveTo>
                    <a:pt x="128" y="1"/>
                  </a:moveTo>
                  <a:cubicBezTo>
                    <a:pt x="0" y="1"/>
                    <a:pt x="0" y="183"/>
                    <a:pt x="128" y="183"/>
                  </a:cubicBezTo>
                  <a:lnTo>
                    <a:pt x="238" y="183"/>
                  </a:lnTo>
                  <a:cubicBezTo>
                    <a:pt x="238" y="183"/>
                    <a:pt x="256" y="165"/>
                    <a:pt x="256" y="165"/>
                  </a:cubicBezTo>
                  <a:lnTo>
                    <a:pt x="256" y="37"/>
                  </a:lnTo>
                  <a:cubicBezTo>
                    <a:pt x="256" y="19"/>
                    <a:pt x="238" y="19"/>
                    <a:pt x="238" y="19"/>
                  </a:cubicBezTo>
                  <a:lnTo>
                    <a:pt x="128" y="1"/>
                  </a:lnTo>
                  <a:close/>
                </a:path>
              </a:pathLst>
            </a:custGeom>
            <a:solidFill>
              <a:srgbClr val="A99B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2642;p62">
              <a:extLst>
                <a:ext uri="{FF2B5EF4-FFF2-40B4-BE49-F238E27FC236}">
                  <a16:creationId xmlns:a16="http://schemas.microsoft.com/office/drawing/2014/main" id="{930CE66D-2724-FB24-4E89-005D04A5785C}"/>
                </a:ext>
              </a:extLst>
            </p:cNvPr>
            <p:cNvSpPr/>
            <p:nvPr/>
          </p:nvSpPr>
          <p:spPr>
            <a:xfrm>
              <a:off x="2003149" y="2557630"/>
              <a:ext cx="97226" cy="216398"/>
            </a:xfrm>
            <a:custGeom>
              <a:avLst/>
              <a:gdLst/>
              <a:ahLst/>
              <a:cxnLst/>
              <a:rect l="l" t="t" r="r" b="b"/>
              <a:pathLst>
                <a:path w="1936" h="4309" extrusionOk="0">
                  <a:moveTo>
                    <a:pt x="1" y="1"/>
                  </a:moveTo>
                  <a:lnTo>
                    <a:pt x="1" y="3049"/>
                  </a:lnTo>
                  <a:lnTo>
                    <a:pt x="968" y="4309"/>
                  </a:lnTo>
                  <a:lnTo>
                    <a:pt x="1936" y="3049"/>
                  </a:lnTo>
                  <a:lnTo>
                    <a:pt x="1936" y="1"/>
                  </a:lnTo>
                  <a:close/>
                </a:path>
              </a:pathLst>
            </a:custGeom>
            <a:solidFill>
              <a:srgbClr val="8356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2643;p62">
              <a:extLst>
                <a:ext uri="{FF2B5EF4-FFF2-40B4-BE49-F238E27FC236}">
                  <a16:creationId xmlns:a16="http://schemas.microsoft.com/office/drawing/2014/main" id="{EE2EA7E0-B81B-EE6F-F841-BBDD7B135C62}"/>
                </a:ext>
              </a:extLst>
            </p:cNvPr>
            <p:cNvSpPr/>
            <p:nvPr/>
          </p:nvSpPr>
          <p:spPr>
            <a:xfrm>
              <a:off x="2003149" y="2557630"/>
              <a:ext cx="97226" cy="109630"/>
            </a:xfrm>
            <a:custGeom>
              <a:avLst/>
              <a:gdLst/>
              <a:ahLst/>
              <a:cxnLst/>
              <a:rect l="l" t="t" r="r" b="b"/>
              <a:pathLst>
                <a:path w="1936" h="2183" extrusionOk="0">
                  <a:moveTo>
                    <a:pt x="1" y="1"/>
                  </a:moveTo>
                  <a:lnTo>
                    <a:pt x="1" y="1771"/>
                  </a:lnTo>
                  <a:cubicBezTo>
                    <a:pt x="266" y="2045"/>
                    <a:pt x="617" y="2182"/>
                    <a:pt x="968" y="2182"/>
                  </a:cubicBezTo>
                  <a:cubicBezTo>
                    <a:pt x="1320" y="2182"/>
                    <a:pt x="1671" y="2045"/>
                    <a:pt x="1936" y="1771"/>
                  </a:cubicBezTo>
                  <a:lnTo>
                    <a:pt x="1936" y="1"/>
                  </a:lnTo>
                  <a:close/>
                </a:path>
              </a:pathLst>
            </a:custGeom>
            <a:solidFill>
              <a:srgbClr val="4428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2644;p62">
              <a:extLst>
                <a:ext uri="{FF2B5EF4-FFF2-40B4-BE49-F238E27FC236}">
                  <a16:creationId xmlns:a16="http://schemas.microsoft.com/office/drawing/2014/main" id="{8E038076-50CB-F046-6ABE-FFE8B27418DB}"/>
                </a:ext>
              </a:extLst>
            </p:cNvPr>
            <p:cNvSpPr/>
            <p:nvPr/>
          </p:nvSpPr>
          <p:spPr>
            <a:xfrm>
              <a:off x="1875991" y="2504446"/>
              <a:ext cx="96975" cy="82612"/>
            </a:xfrm>
            <a:custGeom>
              <a:avLst/>
              <a:gdLst/>
              <a:ahLst/>
              <a:cxnLst/>
              <a:rect l="l" t="t" r="r" b="b"/>
              <a:pathLst>
                <a:path w="1931" h="1645" extrusionOk="0">
                  <a:moveTo>
                    <a:pt x="1122" y="0"/>
                  </a:moveTo>
                  <a:cubicBezTo>
                    <a:pt x="1112" y="0"/>
                    <a:pt x="1101" y="0"/>
                    <a:pt x="1091" y="1"/>
                  </a:cubicBezTo>
                  <a:cubicBezTo>
                    <a:pt x="1083" y="1"/>
                    <a:pt x="1076" y="1"/>
                    <a:pt x="1069" y="1"/>
                  </a:cubicBezTo>
                  <a:cubicBezTo>
                    <a:pt x="353" y="1"/>
                    <a:pt x="1" y="882"/>
                    <a:pt x="507" y="1406"/>
                  </a:cubicBezTo>
                  <a:cubicBezTo>
                    <a:pt x="677" y="1571"/>
                    <a:pt x="883" y="1645"/>
                    <a:pt x="1085" y="1645"/>
                  </a:cubicBezTo>
                  <a:cubicBezTo>
                    <a:pt x="1511" y="1645"/>
                    <a:pt x="1918" y="1317"/>
                    <a:pt x="1930" y="822"/>
                  </a:cubicBezTo>
                  <a:cubicBezTo>
                    <a:pt x="1930" y="376"/>
                    <a:pt x="1565" y="0"/>
                    <a:pt x="1122" y="0"/>
                  </a:cubicBezTo>
                  <a:close/>
                </a:path>
              </a:pathLst>
            </a:custGeom>
            <a:solidFill>
              <a:srgbClr val="8356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2645;p62">
              <a:extLst>
                <a:ext uri="{FF2B5EF4-FFF2-40B4-BE49-F238E27FC236}">
                  <a16:creationId xmlns:a16="http://schemas.microsoft.com/office/drawing/2014/main" id="{AA7237E7-4DA5-E6BE-3D4E-A8958754E188}"/>
                </a:ext>
              </a:extLst>
            </p:cNvPr>
            <p:cNvSpPr/>
            <p:nvPr/>
          </p:nvSpPr>
          <p:spPr>
            <a:xfrm>
              <a:off x="1909639" y="2523731"/>
              <a:ext cx="43139" cy="43139"/>
            </a:xfrm>
            <a:custGeom>
              <a:avLst/>
              <a:gdLst/>
              <a:ahLst/>
              <a:cxnLst/>
              <a:rect l="l" t="t" r="r" b="b"/>
              <a:pathLst>
                <a:path w="859" h="859" extrusionOk="0">
                  <a:moveTo>
                    <a:pt x="421" y="0"/>
                  </a:moveTo>
                  <a:cubicBezTo>
                    <a:pt x="183" y="0"/>
                    <a:pt x="1" y="201"/>
                    <a:pt x="1" y="438"/>
                  </a:cubicBezTo>
                  <a:cubicBezTo>
                    <a:pt x="1" y="676"/>
                    <a:pt x="183" y="858"/>
                    <a:pt x="421" y="858"/>
                  </a:cubicBezTo>
                  <a:cubicBezTo>
                    <a:pt x="658" y="858"/>
                    <a:pt x="859" y="676"/>
                    <a:pt x="859" y="438"/>
                  </a:cubicBezTo>
                  <a:cubicBezTo>
                    <a:pt x="859" y="201"/>
                    <a:pt x="658" y="0"/>
                    <a:pt x="421" y="0"/>
                  </a:cubicBezTo>
                  <a:close/>
                </a:path>
              </a:pathLst>
            </a:custGeom>
            <a:solidFill>
              <a:srgbClr val="3D2E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2646;p62">
              <a:extLst>
                <a:ext uri="{FF2B5EF4-FFF2-40B4-BE49-F238E27FC236}">
                  <a16:creationId xmlns:a16="http://schemas.microsoft.com/office/drawing/2014/main" id="{28CF0873-C200-7919-E2AF-F39655CE1B25}"/>
                </a:ext>
              </a:extLst>
            </p:cNvPr>
            <p:cNvSpPr/>
            <p:nvPr/>
          </p:nvSpPr>
          <p:spPr>
            <a:xfrm>
              <a:off x="2126942" y="2503994"/>
              <a:ext cx="90798" cy="82813"/>
            </a:xfrm>
            <a:custGeom>
              <a:avLst/>
              <a:gdLst/>
              <a:ahLst/>
              <a:cxnLst/>
              <a:rect l="l" t="t" r="r" b="b"/>
              <a:pathLst>
                <a:path w="1808" h="1649" extrusionOk="0">
                  <a:moveTo>
                    <a:pt x="902" y="1"/>
                  </a:moveTo>
                  <a:cubicBezTo>
                    <a:pt x="689" y="1"/>
                    <a:pt x="475" y="83"/>
                    <a:pt x="311" y="247"/>
                  </a:cubicBezTo>
                  <a:cubicBezTo>
                    <a:pt x="0" y="557"/>
                    <a:pt x="0" y="1087"/>
                    <a:pt x="311" y="1415"/>
                  </a:cubicBezTo>
                  <a:cubicBezTo>
                    <a:pt x="475" y="1571"/>
                    <a:pt x="689" y="1648"/>
                    <a:pt x="902" y="1648"/>
                  </a:cubicBezTo>
                  <a:cubicBezTo>
                    <a:pt x="1114" y="1648"/>
                    <a:pt x="1324" y="1571"/>
                    <a:pt x="1479" y="1415"/>
                  </a:cubicBezTo>
                  <a:cubicBezTo>
                    <a:pt x="1808" y="1087"/>
                    <a:pt x="1808" y="557"/>
                    <a:pt x="1479" y="247"/>
                  </a:cubicBezTo>
                  <a:cubicBezTo>
                    <a:pt x="1324" y="83"/>
                    <a:pt x="1114" y="1"/>
                    <a:pt x="902" y="1"/>
                  </a:cubicBezTo>
                  <a:close/>
                </a:path>
              </a:pathLst>
            </a:custGeom>
            <a:solidFill>
              <a:srgbClr val="8356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2647;p62">
              <a:extLst>
                <a:ext uri="{FF2B5EF4-FFF2-40B4-BE49-F238E27FC236}">
                  <a16:creationId xmlns:a16="http://schemas.microsoft.com/office/drawing/2014/main" id="{D333F1F5-E187-F94B-FFF2-3DC5922C9D71}"/>
                </a:ext>
              </a:extLst>
            </p:cNvPr>
            <p:cNvSpPr/>
            <p:nvPr/>
          </p:nvSpPr>
          <p:spPr>
            <a:xfrm>
              <a:off x="2150747" y="2523731"/>
              <a:ext cx="50471" cy="43290"/>
            </a:xfrm>
            <a:custGeom>
              <a:avLst/>
              <a:gdLst/>
              <a:ahLst/>
              <a:cxnLst/>
              <a:rect l="l" t="t" r="r" b="b"/>
              <a:pathLst>
                <a:path w="1005" h="862" extrusionOk="0">
                  <a:moveTo>
                    <a:pt x="439" y="0"/>
                  </a:moveTo>
                  <a:cubicBezTo>
                    <a:pt x="202" y="0"/>
                    <a:pt x="1" y="201"/>
                    <a:pt x="1" y="438"/>
                  </a:cubicBezTo>
                  <a:cubicBezTo>
                    <a:pt x="1" y="695"/>
                    <a:pt x="214" y="862"/>
                    <a:pt x="436" y="862"/>
                  </a:cubicBezTo>
                  <a:cubicBezTo>
                    <a:pt x="546" y="862"/>
                    <a:pt x="659" y="821"/>
                    <a:pt x="749" y="730"/>
                  </a:cubicBezTo>
                  <a:cubicBezTo>
                    <a:pt x="1005" y="457"/>
                    <a:pt x="822" y="0"/>
                    <a:pt x="439" y="0"/>
                  </a:cubicBezTo>
                  <a:close/>
                </a:path>
              </a:pathLst>
            </a:custGeom>
            <a:solidFill>
              <a:srgbClr val="3D2E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2648;p62">
              <a:extLst>
                <a:ext uri="{FF2B5EF4-FFF2-40B4-BE49-F238E27FC236}">
                  <a16:creationId xmlns:a16="http://schemas.microsoft.com/office/drawing/2014/main" id="{D7BEF3CD-AC0F-9153-F732-CEF358E86AC7}"/>
                </a:ext>
              </a:extLst>
            </p:cNvPr>
            <p:cNvSpPr/>
            <p:nvPr/>
          </p:nvSpPr>
          <p:spPr>
            <a:xfrm>
              <a:off x="1933494" y="2321090"/>
              <a:ext cx="235682" cy="323668"/>
            </a:xfrm>
            <a:custGeom>
              <a:avLst/>
              <a:gdLst/>
              <a:ahLst/>
              <a:cxnLst/>
              <a:rect l="l" t="t" r="r" b="b"/>
              <a:pathLst>
                <a:path w="4693" h="6445" extrusionOk="0">
                  <a:moveTo>
                    <a:pt x="2355" y="1"/>
                  </a:moveTo>
                  <a:cubicBezTo>
                    <a:pt x="1059" y="1"/>
                    <a:pt x="1" y="1041"/>
                    <a:pt x="1" y="2337"/>
                  </a:cubicBezTo>
                  <a:lnTo>
                    <a:pt x="1" y="4108"/>
                  </a:lnTo>
                  <a:cubicBezTo>
                    <a:pt x="1" y="5404"/>
                    <a:pt x="1059" y="6445"/>
                    <a:pt x="2355" y="6445"/>
                  </a:cubicBezTo>
                  <a:cubicBezTo>
                    <a:pt x="3652" y="6445"/>
                    <a:pt x="4692" y="5404"/>
                    <a:pt x="4692" y="4108"/>
                  </a:cubicBezTo>
                  <a:lnTo>
                    <a:pt x="4692" y="2337"/>
                  </a:lnTo>
                  <a:cubicBezTo>
                    <a:pt x="4692" y="1041"/>
                    <a:pt x="3652" y="1"/>
                    <a:pt x="2355" y="1"/>
                  </a:cubicBezTo>
                  <a:close/>
                </a:path>
              </a:pathLst>
            </a:custGeom>
            <a:solidFill>
              <a:srgbClr val="8C5E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2649;p62">
              <a:extLst>
                <a:ext uri="{FF2B5EF4-FFF2-40B4-BE49-F238E27FC236}">
                  <a16:creationId xmlns:a16="http://schemas.microsoft.com/office/drawing/2014/main" id="{2ED2ECD4-7369-A1FE-3D65-B0C097937DC9}"/>
                </a:ext>
              </a:extLst>
            </p:cNvPr>
            <p:cNvSpPr/>
            <p:nvPr/>
          </p:nvSpPr>
          <p:spPr>
            <a:xfrm>
              <a:off x="1992151" y="2478783"/>
              <a:ext cx="15669" cy="25060"/>
            </a:xfrm>
            <a:custGeom>
              <a:avLst/>
              <a:gdLst/>
              <a:ahLst/>
              <a:cxnLst/>
              <a:rect l="l" t="t" r="r" b="b"/>
              <a:pathLst>
                <a:path w="312" h="499" extrusionOk="0">
                  <a:moveTo>
                    <a:pt x="165" y="1"/>
                  </a:moveTo>
                  <a:cubicBezTo>
                    <a:pt x="74" y="1"/>
                    <a:pt x="1" y="74"/>
                    <a:pt x="1" y="147"/>
                  </a:cubicBezTo>
                  <a:lnTo>
                    <a:pt x="1" y="348"/>
                  </a:lnTo>
                  <a:cubicBezTo>
                    <a:pt x="1" y="448"/>
                    <a:pt x="78" y="498"/>
                    <a:pt x="156" y="498"/>
                  </a:cubicBezTo>
                  <a:cubicBezTo>
                    <a:pt x="234" y="498"/>
                    <a:pt x="311" y="448"/>
                    <a:pt x="311" y="348"/>
                  </a:cubicBezTo>
                  <a:lnTo>
                    <a:pt x="311" y="147"/>
                  </a:lnTo>
                  <a:cubicBezTo>
                    <a:pt x="311" y="55"/>
                    <a:pt x="238" y="1"/>
                    <a:pt x="165" y="1"/>
                  </a:cubicBezTo>
                  <a:close/>
                </a:path>
              </a:pathLst>
            </a:custGeom>
            <a:solidFill>
              <a:srgbClr val="4428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2650;p62">
              <a:extLst>
                <a:ext uri="{FF2B5EF4-FFF2-40B4-BE49-F238E27FC236}">
                  <a16:creationId xmlns:a16="http://schemas.microsoft.com/office/drawing/2014/main" id="{62C277A9-D4C6-8A5E-135D-3ECAE7F31A24}"/>
                </a:ext>
              </a:extLst>
            </p:cNvPr>
            <p:cNvSpPr/>
            <p:nvPr/>
          </p:nvSpPr>
          <p:spPr>
            <a:xfrm>
              <a:off x="2016006" y="2571391"/>
              <a:ext cx="74326" cy="31337"/>
            </a:xfrm>
            <a:custGeom>
              <a:avLst/>
              <a:gdLst/>
              <a:ahLst/>
              <a:cxnLst/>
              <a:rect l="l" t="t" r="r" b="b"/>
              <a:pathLst>
                <a:path w="1480" h="624" extrusionOk="0">
                  <a:moveTo>
                    <a:pt x="0" y="0"/>
                  </a:moveTo>
                  <a:cubicBezTo>
                    <a:pt x="37" y="238"/>
                    <a:pt x="201" y="439"/>
                    <a:pt x="402" y="548"/>
                  </a:cubicBezTo>
                  <a:cubicBezTo>
                    <a:pt x="517" y="596"/>
                    <a:pt x="636" y="624"/>
                    <a:pt x="755" y="624"/>
                  </a:cubicBezTo>
                  <a:cubicBezTo>
                    <a:pt x="864" y="624"/>
                    <a:pt x="973" y="600"/>
                    <a:pt x="1078" y="548"/>
                  </a:cubicBezTo>
                  <a:cubicBezTo>
                    <a:pt x="1278" y="439"/>
                    <a:pt x="1424" y="238"/>
                    <a:pt x="1479" y="0"/>
                  </a:cubicBezTo>
                  <a:lnTo>
                    <a:pt x="1479" y="0"/>
                  </a:lnTo>
                  <a:cubicBezTo>
                    <a:pt x="1233" y="55"/>
                    <a:pt x="982" y="83"/>
                    <a:pt x="733" y="83"/>
                  </a:cubicBezTo>
                  <a:cubicBezTo>
                    <a:pt x="484" y="83"/>
                    <a:pt x="238" y="55"/>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2651;p62">
              <a:extLst>
                <a:ext uri="{FF2B5EF4-FFF2-40B4-BE49-F238E27FC236}">
                  <a16:creationId xmlns:a16="http://schemas.microsoft.com/office/drawing/2014/main" id="{A8439EDA-58DA-69E3-319B-CD6B18E47B15}"/>
                </a:ext>
              </a:extLst>
            </p:cNvPr>
            <p:cNvSpPr/>
            <p:nvPr/>
          </p:nvSpPr>
          <p:spPr>
            <a:xfrm>
              <a:off x="1962822" y="2446592"/>
              <a:ext cx="62423" cy="19435"/>
            </a:xfrm>
            <a:custGeom>
              <a:avLst/>
              <a:gdLst/>
              <a:ahLst/>
              <a:cxnLst/>
              <a:rect l="l" t="t" r="r" b="b"/>
              <a:pathLst>
                <a:path w="1243" h="387" extrusionOk="0">
                  <a:moveTo>
                    <a:pt x="660" y="0"/>
                  </a:moveTo>
                  <a:cubicBezTo>
                    <a:pt x="635" y="0"/>
                    <a:pt x="610" y="1"/>
                    <a:pt x="585" y="3"/>
                  </a:cubicBezTo>
                  <a:cubicBezTo>
                    <a:pt x="348" y="39"/>
                    <a:pt x="128" y="185"/>
                    <a:pt x="1" y="386"/>
                  </a:cubicBezTo>
                  <a:lnTo>
                    <a:pt x="1242" y="240"/>
                  </a:lnTo>
                  <a:cubicBezTo>
                    <a:pt x="1094" y="76"/>
                    <a:pt x="887" y="0"/>
                    <a:pt x="660" y="0"/>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2652;p62">
              <a:extLst>
                <a:ext uri="{FF2B5EF4-FFF2-40B4-BE49-F238E27FC236}">
                  <a16:creationId xmlns:a16="http://schemas.microsoft.com/office/drawing/2014/main" id="{F487290E-2710-8562-2213-A318AFB736BD}"/>
                </a:ext>
              </a:extLst>
            </p:cNvPr>
            <p:cNvSpPr/>
            <p:nvPr/>
          </p:nvSpPr>
          <p:spPr>
            <a:xfrm>
              <a:off x="2095755" y="2478783"/>
              <a:ext cx="14714" cy="25060"/>
            </a:xfrm>
            <a:custGeom>
              <a:avLst/>
              <a:gdLst/>
              <a:ahLst/>
              <a:cxnLst/>
              <a:rect l="l" t="t" r="r" b="b"/>
              <a:pathLst>
                <a:path w="293" h="499" extrusionOk="0">
                  <a:moveTo>
                    <a:pt x="147" y="1"/>
                  </a:moveTo>
                  <a:cubicBezTo>
                    <a:pt x="74" y="1"/>
                    <a:pt x="1" y="55"/>
                    <a:pt x="1" y="147"/>
                  </a:cubicBezTo>
                  <a:lnTo>
                    <a:pt x="1" y="348"/>
                  </a:lnTo>
                  <a:cubicBezTo>
                    <a:pt x="1" y="448"/>
                    <a:pt x="74" y="498"/>
                    <a:pt x="147" y="498"/>
                  </a:cubicBezTo>
                  <a:cubicBezTo>
                    <a:pt x="220" y="498"/>
                    <a:pt x="293" y="448"/>
                    <a:pt x="293" y="348"/>
                  </a:cubicBezTo>
                  <a:lnTo>
                    <a:pt x="293" y="147"/>
                  </a:lnTo>
                  <a:cubicBezTo>
                    <a:pt x="293" y="74"/>
                    <a:pt x="238" y="1"/>
                    <a:pt x="147" y="1"/>
                  </a:cubicBezTo>
                  <a:close/>
                </a:path>
              </a:pathLst>
            </a:custGeom>
            <a:solidFill>
              <a:srgbClr val="4428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2653;p62">
              <a:extLst>
                <a:ext uri="{FF2B5EF4-FFF2-40B4-BE49-F238E27FC236}">
                  <a16:creationId xmlns:a16="http://schemas.microsoft.com/office/drawing/2014/main" id="{F08405BA-EEE5-1F31-F5D8-768D1F694EF7}"/>
                </a:ext>
              </a:extLst>
            </p:cNvPr>
            <p:cNvSpPr/>
            <p:nvPr/>
          </p:nvSpPr>
          <p:spPr>
            <a:xfrm>
              <a:off x="2077425" y="2446592"/>
              <a:ext cx="62373" cy="19435"/>
            </a:xfrm>
            <a:custGeom>
              <a:avLst/>
              <a:gdLst/>
              <a:ahLst/>
              <a:cxnLst/>
              <a:rect l="l" t="t" r="r" b="b"/>
              <a:pathLst>
                <a:path w="1242" h="387" extrusionOk="0">
                  <a:moveTo>
                    <a:pt x="587" y="0"/>
                  </a:moveTo>
                  <a:cubicBezTo>
                    <a:pt x="374" y="0"/>
                    <a:pt x="165" y="76"/>
                    <a:pt x="1" y="240"/>
                  </a:cubicBezTo>
                  <a:lnTo>
                    <a:pt x="1242" y="386"/>
                  </a:lnTo>
                  <a:cubicBezTo>
                    <a:pt x="1132" y="185"/>
                    <a:pt x="913" y="39"/>
                    <a:pt x="658" y="3"/>
                  </a:cubicBezTo>
                  <a:cubicBezTo>
                    <a:pt x="634" y="1"/>
                    <a:pt x="611" y="0"/>
                    <a:pt x="587" y="0"/>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2654;p62">
              <a:extLst>
                <a:ext uri="{FF2B5EF4-FFF2-40B4-BE49-F238E27FC236}">
                  <a16:creationId xmlns:a16="http://schemas.microsoft.com/office/drawing/2014/main" id="{FF00AB27-3879-543D-6605-FA6CBE48BA96}"/>
                </a:ext>
              </a:extLst>
            </p:cNvPr>
            <p:cNvSpPr/>
            <p:nvPr/>
          </p:nvSpPr>
          <p:spPr>
            <a:xfrm>
              <a:off x="1894975" y="2272225"/>
              <a:ext cx="312670" cy="268024"/>
            </a:xfrm>
            <a:custGeom>
              <a:avLst/>
              <a:gdLst/>
              <a:ahLst/>
              <a:cxnLst/>
              <a:rect l="l" t="t" r="r" b="b"/>
              <a:pathLst>
                <a:path w="6226" h="5337" extrusionOk="0">
                  <a:moveTo>
                    <a:pt x="3215" y="1"/>
                  </a:moveTo>
                  <a:cubicBezTo>
                    <a:pt x="3154" y="1"/>
                    <a:pt x="3093" y="3"/>
                    <a:pt x="3031" y="6"/>
                  </a:cubicBezTo>
                  <a:cubicBezTo>
                    <a:pt x="2465" y="43"/>
                    <a:pt x="1954" y="335"/>
                    <a:pt x="1625" y="791"/>
                  </a:cubicBezTo>
                  <a:cubicBezTo>
                    <a:pt x="1607" y="791"/>
                    <a:pt x="1589" y="790"/>
                    <a:pt x="1570" y="790"/>
                  </a:cubicBezTo>
                  <a:cubicBezTo>
                    <a:pt x="1116" y="790"/>
                    <a:pt x="682" y="1007"/>
                    <a:pt x="384" y="1375"/>
                  </a:cubicBezTo>
                  <a:cubicBezTo>
                    <a:pt x="129" y="1722"/>
                    <a:pt x="1" y="2142"/>
                    <a:pt x="19" y="2562"/>
                  </a:cubicBezTo>
                  <a:cubicBezTo>
                    <a:pt x="37" y="2982"/>
                    <a:pt x="129" y="3402"/>
                    <a:pt x="238" y="3803"/>
                  </a:cubicBezTo>
                  <a:cubicBezTo>
                    <a:pt x="402" y="4314"/>
                    <a:pt x="585" y="4807"/>
                    <a:pt x="804" y="5282"/>
                  </a:cubicBezTo>
                  <a:lnTo>
                    <a:pt x="1114" y="2927"/>
                  </a:lnTo>
                  <a:cubicBezTo>
                    <a:pt x="1370" y="3110"/>
                    <a:pt x="1662" y="3201"/>
                    <a:pt x="1972" y="3237"/>
                  </a:cubicBezTo>
                  <a:cubicBezTo>
                    <a:pt x="2000" y="3242"/>
                    <a:pt x="2027" y="3244"/>
                    <a:pt x="2054" y="3244"/>
                  </a:cubicBezTo>
                  <a:cubicBezTo>
                    <a:pt x="2135" y="3244"/>
                    <a:pt x="2214" y="3224"/>
                    <a:pt x="2283" y="3183"/>
                  </a:cubicBezTo>
                  <a:cubicBezTo>
                    <a:pt x="2374" y="3146"/>
                    <a:pt x="2429" y="3055"/>
                    <a:pt x="2429" y="2964"/>
                  </a:cubicBezTo>
                  <a:cubicBezTo>
                    <a:pt x="2429" y="2861"/>
                    <a:pt x="2380" y="2774"/>
                    <a:pt x="2314" y="2719"/>
                  </a:cubicBezTo>
                  <a:lnTo>
                    <a:pt x="2314" y="2719"/>
                  </a:lnTo>
                  <a:cubicBezTo>
                    <a:pt x="2585" y="2932"/>
                    <a:pt x="2909" y="3075"/>
                    <a:pt x="3250" y="3164"/>
                  </a:cubicBezTo>
                  <a:cubicBezTo>
                    <a:pt x="3297" y="3182"/>
                    <a:pt x="3348" y="3190"/>
                    <a:pt x="3399" y="3190"/>
                  </a:cubicBezTo>
                  <a:cubicBezTo>
                    <a:pt x="3508" y="3190"/>
                    <a:pt x="3620" y="3153"/>
                    <a:pt x="3707" y="3091"/>
                  </a:cubicBezTo>
                  <a:cubicBezTo>
                    <a:pt x="3798" y="3018"/>
                    <a:pt x="3816" y="2909"/>
                    <a:pt x="3780" y="2799"/>
                  </a:cubicBezTo>
                  <a:cubicBezTo>
                    <a:pt x="3754" y="2722"/>
                    <a:pt x="3719" y="2654"/>
                    <a:pt x="3676" y="2596"/>
                  </a:cubicBezTo>
                  <a:lnTo>
                    <a:pt x="3676" y="2596"/>
                  </a:lnTo>
                  <a:cubicBezTo>
                    <a:pt x="3814" y="2745"/>
                    <a:pt x="3991" y="2866"/>
                    <a:pt x="4181" y="2945"/>
                  </a:cubicBezTo>
                  <a:cubicBezTo>
                    <a:pt x="4321" y="3022"/>
                    <a:pt x="4488" y="3054"/>
                    <a:pt x="4650" y="3054"/>
                  </a:cubicBezTo>
                  <a:cubicBezTo>
                    <a:pt x="4721" y="3054"/>
                    <a:pt x="4790" y="3048"/>
                    <a:pt x="4857" y="3037"/>
                  </a:cubicBezTo>
                  <a:cubicBezTo>
                    <a:pt x="5003" y="3000"/>
                    <a:pt x="5130" y="2945"/>
                    <a:pt x="5240" y="2854"/>
                  </a:cubicBezTo>
                  <a:lnTo>
                    <a:pt x="5258" y="2945"/>
                  </a:lnTo>
                  <a:lnTo>
                    <a:pt x="5459" y="5337"/>
                  </a:lnTo>
                  <a:cubicBezTo>
                    <a:pt x="5660" y="4844"/>
                    <a:pt x="5861" y="4333"/>
                    <a:pt x="6025" y="3803"/>
                  </a:cubicBezTo>
                  <a:cubicBezTo>
                    <a:pt x="6135" y="3402"/>
                    <a:pt x="6208" y="2982"/>
                    <a:pt x="6226" y="2562"/>
                  </a:cubicBezTo>
                  <a:cubicBezTo>
                    <a:pt x="6226" y="2270"/>
                    <a:pt x="6171" y="1978"/>
                    <a:pt x="6080" y="1704"/>
                  </a:cubicBezTo>
                  <a:cubicBezTo>
                    <a:pt x="6025" y="1558"/>
                    <a:pt x="5970" y="1412"/>
                    <a:pt x="5879" y="1284"/>
                  </a:cubicBezTo>
                  <a:cubicBezTo>
                    <a:pt x="5605" y="883"/>
                    <a:pt x="5222" y="554"/>
                    <a:pt x="4765" y="371"/>
                  </a:cubicBezTo>
                  <a:cubicBezTo>
                    <a:pt x="4274" y="142"/>
                    <a:pt x="3752" y="1"/>
                    <a:pt x="3215" y="1"/>
                  </a:cubicBezTo>
                  <a:close/>
                </a:path>
              </a:pathLst>
            </a:custGeom>
            <a:solidFill>
              <a:srgbClr val="202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2655;p62">
              <a:extLst>
                <a:ext uri="{FF2B5EF4-FFF2-40B4-BE49-F238E27FC236}">
                  <a16:creationId xmlns:a16="http://schemas.microsoft.com/office/drawing/2014/main" id="{71E82EF9-D78E-C4C2-6EEB-C116BFE14AA5}"/>
                </a:ext>
              </a:extLst>
            </p:cNvPr>
            <p:cNvSpPr/>
            <p:nvPr/>
          </p:nvSpPr>
          <p:spPr>
            <a:xfrm>
              <a:off x="2036194" y="2533775"/>
              <a:ext cx="31187" cy="12907"/>
            </a:xfrm>
            <a:custGeom>
              <a:avLst/>
              <a:gdLst/>
              <a:ahLst/>
              <a:cxnLst/>
              <a:rect l="l" t="t" r="r" b="b"/>
              <a:pathLst>
                <a:path w="621" h="257" extrusionOk="0">
                  <a:moveTo>
                    <a:pt x="0" y="1"/>
                  </a:moveTo>
                  <a:cubicBezTo>
                    <a:pt x="55" y="147"/>
                    <a:pt x="164" y="257"/>
                    <a:pt x="310" y="257"/>
                  </a:cubicBezTo>
                  <a:cubicBezTo>
                    <a:pt x="456" y="257"/>
                    <a:pt x="584" y="147"/>
                    <a:pt x="621" y="1"/>
                  </a:cubicBezTo>
                  <a:close/>
                </a:path>
              </a:pathLst>
            </a:custGeom>
            <a:solidFill>
              <a:srgbClr val="3D2E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 name="Google Shape;2656;p62">
            <a:extLst>
              <a:ext uri="{FF2B5EF4-FFF2-40B4-BE49-F238E27FC236}">
                <a16:creationId xmlns:a16="http://schemas.microsoft.com/office/drawing/2014/main" id="{564F0C53-6284-9723-23D5-739DF7CF99E0}"/>
              </a:ext>
            </a:extLst>
          </p:cNvPr>
          <p:cNvGrpSpPr/>
          <p:nvPr/>
        </p:nvGrpSpPr>
        <p:grpSpPr>
          <a:xfrm>
            <a:off x="5349890" y="2202418"/>
            <a:ext cx="928875" cy="2330921"/>
            <a:chOff x="657200" y="2260904"/>
            <a:chExt cx="928875" cy="2330921"/>
          </a:xfrm>
        </p:grpSpPr>
        <p:sp>
          <p:nvSpPr>
            <p:cNvPr id="98" name="Google Shape;2657;p62">
              <a:extLst>
                <a:ext uri="{FF2B5EF4-FFF2-40B4-BE49-F238E27FC236}">
                  <a16:creationId xmlns:a16="http://schemas.microsoft.com/office/drawing/2014/main" id="{25D656F7-BE86-D560-4A2F-5A1E6268AC39}"/>
                </a:ext>
              </a:extLst>
            </p:cNvPr>
            <p:cNvSpPr/>
            <p:nvPr/>
          </p:nvSpPr>
          <p:spPr>
            <a:xfrm>
              <a:off x="750931" y="3254686"/>
              <a:ext cx="603149" cy="1198876"/>
            </a:xfrm>
            <a:custGeom>
              <a:avLst/>
              <a:gdLst/>
              <a:ahLst/>
              <a:cxnLst/>
              <a:rect l="l" t="t" r="r" b="b"/>
              <a:pathLst>
                <a:path w="11866" h="23586" extrusionOk="0">
                  <a:moveTo>
                    <a:pt x="2903" y="0"/>
                  </a:moveTo>
                  <a:lnTo>
                    <a:pt x="0" y="23586"/>
                  </a:lnTo>
                  <a:lnTo>
                    <a:pt x="3396" y="23586"/>
                  </a:lnTo>
                  <a:lnTo>
                    <a:pt x="6901" y="3542"/>
                  </a:lnTo>
                  <a:lnTo>
                    <a:pt x="7485" y="3542"/>
                  </a:lnTo>
                  <a:lnTo>
                    <a:pt x="7120" y="23586"/>
                  </a:lnTo>
                  <a:lnTo>
                    <a:pt x="10515" y="23586"/>
                  </a:lnTo>
                  <a:lnTo>
                    <a:pt x="11866" y="0"/>
                  </a:lnTo>
                  <a:close/>
                </a:path>
              </a:pathLst>
            </a:custGeom>
            <a:solidFill>
              <a:srgbClr val="3746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2658;p62">
              <a:extLst>
                <a:ext uri="{FF2B5EF4-FFF2-40B4-BE49-F238E27FC236}">
                  <a16:creationId xmlns:a16="http://schemas.microsoft.com/office/drawing/2014/main" id="{161770AB-A15B-98E2-612F-98B943CF89E8}"/>
                </a:ext>
              </a:extLst>
            </p:cNvPr>
            <p:cNvSpPr/>
            <p:nvPr/>
          </p:nvSpPr>
          <p:spPr>
            <a:xfrm>
              <a:off x="750931" y="3254686"/>
              <a:ext cx="603149" cy="1198876"/>
            </a:xfrm>
            <a:custGeom>
              <a:avLst/>
              <a:gdLst/>
              <a:ahLst/>
              <a:cxnLst/>
              <a:rect l="l" t="t" r="r" b="b"/>
              <a:pathLst>
                <a:path w="11866" h="23586" extrusionOk="0">
                  <a:moveTo>
                    <a:pt x="2903" y="0"/>
                  </a:moveTo>
                  <a:lnTo>
                    <a:pt x="0" y="23586"/>
                  </a:lnTo>
                  <a:lnTo>
                    <a:pt x="3396" y="23586"/>
                  </a:lnTo>
                  <a:lnTo>
                    <a:pt x="6901" y="3542"/>
                  </a:lnTo>
                  <a:lnTo>
                    <a:pt x="7485" y="3542"/>
                  </a:lnTo>
                  <a:lnTo>
                    <a:pt x="7120" y="23586"/>
                  </a:lnTo>
                  <a:lnTo>
                    <a:pt x="10515" y="23586"/>
                  </a:lnTo>
                  <a:lnTo>
                    <a:pt x="118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2659;p62">
              <a:extLst>
                <a:ext uri="{FF2B5EF4-FFF2-40B4-BE49-F238E27FC236}">
                  <a16:creationId xmlns:a16="http://schemas.microsoft.com/office/drawing/2014/main" id="{0EE7E6F7-E850-BEDD-43BB-E0053C7FB89A}"/>
                </a:ext>
              </a:extLst>
            </p:cNvPr>
            <p:cNvSpPr/>
            <p:nvPr/>
          </p:nvSpPr>
          <p:spPr>
            <a:xfrm>
              <a:off x="667417" y="4453516"/>
              <a:ext cx="243120" cy="105828"/>
            </a:xfrm>
            <a:custGeom>
              <a:avLst/>
              <a:gdLst/>
              <a:ahLst/>
              <a:cxnLst/>
              <a:rect l="l" t="t" r="r" b="b"/>
              <a:pathLst>
                <a:path w="4783" h="2082" extrusionOk="0">
                  <a:moveTo>
                    <a:pt x="1917" y="1"/>
                  </a:moveTo>
                  <a:lnTo>
                    <a:pt x="1680" y="457"/>
                  </a:lnTo>
                  <a:cubicBezTo>
                    <a:pt x="1515" y="822"/>
                    <a:pt x="1205" y="1096"/>
                    <a:pt x="840" y="1260"/>
                  </a:cubicBezTo>
                  <a:cubicBezTo>
                    <a:pt x="475" y="1406"/>
                    <a:pt x="164" y="1698"/>
                    <a:pt x="0" y="2082"/>
                  </a:cubicBezTo>
                  <a:lnTo>
                    <a:pt x="4564" y="2082"/>
                  </a:lnTo>
                  <a:lnTo>
                    <a:pt x="4783" y="1"/>
                  </a:lnTo>
                  <a:close/>
                </a:path>
              </a:pathLst>
            </a:cu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2660;p62">
              <a:extLst>
                <a:ext uri="{FF2B5EF4-FFF2-40B4-BE49-F238E27FC236}">
                  <a16:creationId xmlns:a16="http://schemas.microsoft.com/office/drawing/2014/main" id="{6F235DBE-52EA-62E9-2A0B-0921BD6B90F4}"/>
                </a:ext>
              </a:extLst>
            </p:cNvPr>
            <p:cNvSpPr/>
            <p:nvPr/>
          </p:nvSpPr>
          <p:spPr>
            <a:xfrm>
              <a:off x="657200" y="4559294"/>
              <a:ext cx="243171" cy="32531"/>
            </a:xfrm>
            <a:custGeom>
              <a:avLst/>
              <a:gdLst/>
              <a:ahLst/>
              <a:cxnLst/>
              <a:rect l="l" t="t" r="r" b="b"/>
              <a:pathLst>
                <a:path w="4784" h="640" extrusionOk="0">
                  <a:moveTo>
                    <a:pt x="201" y="1"/>
                  </a:moveTo>
                  <a:cubicBezTo>
                    <a:pt x="165" y="74"/>
                    <a:pt x="146" y="147"/>
                    <a:pt x="110" y="220"/>
                  </a:cubicBezTo>
                  <a:lnTo>
                    <a:pt x="0" y="640"/>
                  </a:lnTo>
                  <a:lnTo>
                    <a:pt x="4710" y="640"/>
                  </a:lnTo>
                  <a:lnTo>
                    <a:pt x="4783" y="1"/>
                  </a:lnTo>
                  <a:close/>
                </a:path>
              </a:pathLst>
            </a:cu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2661;p62">
              <a:extLst>
                <a:ext uri="{FF2B5EF4-FFF2-40B4-BE49-F238E27FC236}">
                  <a16:creationId xmlns:a16="http://schemas.microsoft.com/office/drawing/2014/main" id="{55C5AE16-E831-E56C-BEDD-E50AE560550B}"/>
                </a:ext>
              </a:extLst>
            </p:cNvPr>
            <p:cNvSpPr/>
            <p:nvPr/>
          </p:nvSpPr>
          <p:spPr>
            <a:xfrm>
              <a:off x="1111879" y="4453516"/>
              <a:ext cx="296034" cy="105828"/>
            </a:xfrm>
            <a:custGeom>
              <a:avLst/>
              <a:gdLst/>
              <a:ahLst/>
              <a:cxnLst/>
              <a:rect l="l" t="t" r="r" b="b"/>
              <a:pathLst>
                <a:path w="5824" h="2082" extrusionOk="0">
                  <a:moveTo>
                    <a:pt x="256" y="1"/>
                  </a:moveTo>
                  <a:lnTo>
                    <a:pt x="0" y="2082"/>
                  </a:lnTo>
                  <a:lnTo>
                    <a:pt x="5824" y="2082"/>
                  </a:lnTo>
                  <a:cubicBezTo>
                    <a:pt x="5513" y="1589"/>
                    <a:pt x="5020" y="1224"/>
                    <a:pt x="4473" y="1096"/>
                  </a:cubicBezTo>
                  <a:cubicBezTo>
                    <a:pt x="3889" y="950"/>
                    <a:pt x="3378" y="567"/>
                    <a:pt x="3085" y="37"/>
                  </a:cubicBezTo>
                  <a:lnTo>
                    <a:pt x="3067" y="1"/>
                  </a:lnTo>
                  <a:close/>
                </a:path>
              </a:pathLst>
            </a:cu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2662;p62">
              <a:extLst>
                <a:ext uri="{FF2B5EF4-FFF2-40B4-BE49-F238E27FC236}">
                  <a16:creationId xmlns:a16="http://schemas.microsoft.com/office/drawing/2014/main" id="{0118F8DF-2835-B214-22E2-797DCCCCCE7C}"/>
                </a:ext>
              </a:extLst>
            </p:cNvPr>
            <p:cNvSpPr/>
            <p:nvPr/>
          </p:nvSpPr>
          <p:spPr>
            <a:xfrm>
              <a:off x="1107253" y="4559294"/>
              <a:ext cx="315502" cy="32531"/>
            </a:xfrm>
            <a:custGeom>
              <a:avLst/>
              <a:gdLst/>
              <a:ahLst/>
              <a:cxnLst/>
              <a:rect l="l" t="t" r="r" b="b"/>
              <a:pathLst>
                <a:path w="6207" h="640" extrusionOk="0">
                  <a:moveTo>
                    <a:pt x="91" y="1"/>
                  </a:moveTo>
                  <a:lnTo>
                    <a:pt x="0" y="640"/>
                  </a:lnTo>
                  <a:lnTo>
                    <a:pt x="6207" y="640"/>
                  </a:lnTo>
                  <a:lnTo>
                    <a:pt x="6079" y="329"/>
                  </a:lnTo>
                  <a:cubicBezTo>
                    <a:pt x="6024" y="220"/>
                    <a:pt x="5969" y="92"/>
                    <a:pt x="5915" y="1"/>
                  </a:cubicBezTo>
                  <a:close/>
                </a:path>
              </a:pathLst>
            </a:cu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2663;p62">
              <a:extLst>
                <a:ext uri="{FF2B5EF4-FFF2-40B4-BE49-F238E27FC236}">
                  <a16:creationId xmlns:a16="http://schemas.microsoft.com/office/drawing/2014/main" id="{B5F84CF6-35EA-21B9-2E60-4526A59A10F2}"/>
                </a:ext>
              </a:extLst>
            </p:cNvPr>
            <p:cNvSpPr/>
            <p:nvPr/>
          </p:nvSpPr>
          <p:spPr>
            <a:xfrm>
              <a:off x="856710" y="3253720"/>
              <a:ext cx="498337" cy="412994"/>
            </a:xfrm>
            <a:custGeom>
              <a:avLst/>
              <a:gdLst/>
              <a:ahLst/>
              <a:cxnLst/>
              <a:rect l="l" t="t" r="r" b="b"/>
              <a:pathLst>
                <a:path w="9804" h="8125" extrusionOk="0">
                  <a:moveTo>
                    <a:pt x="9803" y="1"/>
                  </a:moveTo>
                  <a:lnTo>
                    <a:pt x="8817" y="19"/>
                  </a:lnTo>
                  <a:lnTo>
                    <a:pt x="822" y="19"/>
                  </a:lnTo>
                  <a:lnTo>
                    <a:pt x="0" y="6755"/>
                  </a:lnTo>
                  <a:cubicBezTo>
                    <a:pt x="1187" y="7595"/>
                    <a:pt x="2574" y="8070"/>
                    <a:pt x="4035" y="8124"/>
                  </a:cubicBezTo>
                  <a:lnTo>
                    <a:pt x="4820" y="3561"/>
                  </a:lnTo>
                  <a:lnTo>
                    <a:pt x="5422" y="3561"/>
                  </a:lnTo>
                  <a:lnTo>
                    <a:pt x="5331" y="8124"/>
                  </a:lnTo>
                  <a:lnTo>
                    <a:pt x="6097" y="8124"/>
                  </a:lnTo>
                  <a:cubicBezTo>
                    <a:pt x="7229" y="8124"/>
                    <a:pt x="8343" y="7869"/>
                    <a:pt x="9365" y="7394"/>
                  </a:cubicBezTo>
                  <a:lnTo>
                    <a:pt x="98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2664;p62">
              <a:extLst>
                <a:ext uri="{FF2B5EF4-FFF2-40B4-BE49-F238E27FC236}">
                  <a16:creationId xmlns:a16="http://schemas.microsoft.com/office/drawing/2014/main" id="{B0C9108B-88DA-AFD3-BFBD-BFA92347A878}"/>
                </a:ext>
              </a:extLst>
            </p:cNvPr>
            <p:cNvSpPr/>
            <p:nvPr/>
          </p:nvSpPr>
          <p:spPr>
            <a:xfrm>
              <a:off x="833480" y="3915326"/>
              <a:ext cx="135564" cy="134598"/>
            </a:xfrm>
            <a:custGeom>
              <a:avLst/>
              <a:gdLst/>
              <a:ahLst/>
              <a:cxnLst/>
              <a:rect l="l" t="t" r="r" b="b"/>
              <a:pathLst>
                <a:path w="2667" h="2648" extrusionOk="0">
                  <a:moveTo>
                    <a:pt x="1" y="1"/>
                  </a:moveTo>
                  <a:lnTo>
                    <a:pt x="1" y="1"/>
                  </a:lnTo>
                  <a:cubicBezTo>
                    <a:pt x="37" y="311"/>
                    <a:pt x="129" y="603"/>
                    <a:pt x="275" y="895"/>
                  </a:cubicBezTo>
                  <a:cubicBezTo>
                    <a:pt x="585" y="1534"/>
                    <a:pt x="1114" y="2064"/>
                    <a:pt x="1772" y="2392"/>
                  </a:cubicBezTo>
                  <a:cubicBezTo>
                    <a:pt x="2045" y="2520"/>
                    <a:pt x="2356" y="2611"/>
                    <a:pt x="2666" y="2648"/>
                  </a:cubicBezTo>
                  <a:cubicBezTo>
                    <a:pt x="2374" y="2538"/>
                    <a:pt x="2118" y="2392"/>
                    <a:pt x="1863" y="2228"/>
                  </a:cubicBezTo>
                  <a:cubicBezTo>
                    <a:pt x="1571" y="2027"/>
                    <a:pt x="1315" y="1826"/>
                    <a:pt x="1078" y="1571"/>
                  </a:cubicBezTo>
                  <a:cubicBezTo>
                    <a:pt x="841" y="1333"/>
                    <a:pt x="621" y="1078"/>
                    <a:pt x="439" y="786"/>
                  </a:cubicBezTo>
                  <a:cubicBezTo>
                    <a:pt x="275" y="530"/>
                    <a:pt x="129" y="275"/>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2665;p62">
              <a:extLst>
                <a:ext uri="{FF2B5EF4-FFF2-40B4-BE49-F238E27FC236}">
                  <a16:creationId xmlns:a16="http://schemas.microsoft.com/office/drawing/2014/main" id="{A05B2F55-30A9-B7DE-803F-61219C6F6CB4}"/>
                </a:ext>
              </a:extLst>
            </p:cNvPr>
            <p:cNvSpPr/>
            <p:nvPr/>
          </p:nvSpPr>
          <p:spPr>
            <a:xfrm>
              <a:off x="905863" y="3973781"/>
              <a:ext cx="73348" cy="23839"/>
            </a:xfrm>
            <a:custGeom>
              <a:avLst/>
              <a:gdLst/>
              <a:ahLst/>
              <a:cxnLst/>
              <a:rect l="l" t="t" r="r" b="b"/>
              <a:pathLst>
                <a:path w="1443" h="469" extrusionOk="0">
                  <a:moveTo>
                    <a:pt x="1443" y="1"/>
                  </a:moveTo>
                  <a:lnTo>
                    <a:pt x="1443" y="1"/>
                  </a:lnTo>
                  <a:cubicBezTo>
                    <a:pt x="1206" y="56"/>
                    <a:pt x="968" y="129"/>
                    <a:pt x="713" y="202"/>
                  </a:cubicBezTo>
                  <a:cubicBezTo>
                    <a:pt x="457" y="275"/>
                    <a:pt x="202" y="329"/>
                    <a:pt x="1" y="403"/>
                  </a:cubicBezTo>
                  <a:cubicBezTo>
                    <a:pt x="138" y="447"/>
                    <a:pt x="280" y="468"/>
                    <a:pt x="420" y="468"/>
                  </a:cubicBezTo>
                  <a:cubicBezTo>
                    <a:pt x="802" y="468"/>
                    <a:pt x="1176" y="308"/>
                    <a:pt x="14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2666;p62">
              <a:extLst>
                <a:ext uri="{FF2B5EF4-FFF2-40B4-BE49-F238E27FC236}">
                  <a16:creationId xmlns:a16="http://schemas.microsoft.com/office/drawing/2014/main" id="{2AF75C6C-A15C-C882-011D-B8047747E39F}"/>
                </a:ext>
              </a:extLst>
            </p:cNvPr>
            <p:cNvSpPr/>
            <p:nvPr/>
          </p:nvSpPr>
          <p:spPr>
            <a:xfrm>
              <a:off x="1133227" y="3968240"/>
              <a:ext cx="144764" cy="119755"/>
            </a:xfrm>
            <a:custGeom>
              <a:avLst/>
              <a:gdLst/>
              <a:ahLst/>
              <a:cxnLst/>
              <a:rect l="l" t="t" r="r" b="b"/>
              <a:pathLst>
                <a:path w="2848" h="2356" extrusionOk="0">
                  <a:moveTo>
                    <a:pt x="0" y="0"/>
                  </a:moveTo>
                  <a:lnTo>
                    <a:pt x="0" y="0"/>
                  </a:lnTo>
                  <a:cubicBezTo>
                    <a:pt x="73" y="292"/>
                    <a:pt x="183" y="585"/>
                    <a:pt x="347" y="858"/>
                  </a:cubicBezTo>
                  <a:cubicBezTo>
                    <a:pt x="530" y="1150"/>
                    <a:pt x="767" y="1424"/>
                    <a:pt x="1041" y="1643"/>
                  </a:cubicBezTo>
                  <a:cubicBezTo>
                    <a:pt x="1296" y="1862"/>
                    <a:pt x="1607" y="2045"/>
                    <a:pt x="1954" y="2173"/>
                  </a:cubicBezTo>
                  <a:cubicBezTo>
                    <a:pt x="2227" y="2282"/>
                    <a:pt x="2538" y="2355"/>
                    <a:pt x="2848" y="2355"/>
                  </a:cubicBezTo>
                  <a:cubicBezTo>
                    <a:pt x="2574" y="2264"/>
                    <a:pt x="2300" y="2136"/>
                    <a:pt x="2027" y="2008"/>
                  </a:cubicBezTo>
                  <a:cubicBezTo>
                    <a:pt x="1442" y="1680"/>
                    <a:pt x="913" y="1260"/>
                    <a:pt x="511" y="731"/>
                  </a:cubicBezTo>
                  <a:cubicBezTo>
                    <a:pt x="311" y="512"/>
                    <a:pt x="146" y="25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2667;p62">
              <a:extLst>
                <a:ext uri="{FF2B5EF4-FFF2-40B4-BE49-F238E27FC236}">
                  <a16:creationId xmlns:a16="http://schemas.microsoft.com/office/drawing/2014/main" id="{76425B5A-F19A-8430-A0A3-ACA342A43E0E}"/>
                </a:ext>
              </a:extLst>
            </p:cNvPr>
            <p:cNvSpPr/>
            <p:nvPr/>
          </p:nvSpPr>
          <p:spPr>
            <a:xfrm>
              <a:off x="1199104" y="3893062"/>
              <a:ext cx="100237" cy="129972"/>
            </a:xfrm>
            <a:custGeom>
              <a:avLst/>
              <a:gdLst/>
              <a:ahLst/>
              <a:cxnLst/>
              <a:rect l="l" t="t" r="r" b="b"/>
              <a:pathLst>
                <a:path w="1972" h="2557" extrusionOk="0">
                  <a:moveTo>
                    <a:pt x="1972" y="1"/>
                  </a:moveTo>
                  <a:cubicBezTo>
                    <a:pt x="1524" y="968"/>
                    <a:pt x="865" y="1830"/>
                    <a:pt x="48" y="2517"/>
                  </a:cubicBezTo>
                  <a:lnTo>
                    <a:pt x="48" y="2517"/>
                  </a:lnTo>
                  <a:cubicBezTo>
                    <a:pt x="1064" y="2053"/>
                    <a:pt x="1792" y="1115"/>
                    <a:pt x="1972" y="1"/>
                  </a:cubicBezTo>
                  <a:close/>
                  <a:moveTo>
                    <a:pt x="48" y="2517"/>
                  </a:moveTo>
                  <a:lnTo>
                    <a:pt x="48" y="2517"/>
                  </a:lnTo>
                  <a:cubicBezTo>
                    <a:pt x="32" y="2524"/>
                    <a:pt x="16" y="2531"/>
                    <a:pt x="0" y="2538"/>
                  </a:cubicBezTo>
                  <a:lnTo>
                    <a:pt x="0" y="2556"/>
                  </a:lnTo>
                  <a:cubicBezTo>
                    <a:pt x="16" y="2543"/>
                    <a:pt x="32" y="2530"/>
                    <a:pt x="48" y="25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2668;p62">
              <a:extLst>
                <a:ext uri="{FF2B5EF4-FFF2-40B4-BE49-F238E27FC236}">
                  <a16:creationId xmlns:a16="http://schemas.microsoft.com/office/drawing/2014/main" id="{4DF7B723-CCFA-A2AE-9E5E-70D157CDAC74}"/>
                </a:ext>
              </a:extLst>
            </p:cNvPr>
            <p:cNvSpPr/>
            <p:nvPr/>
          </p:nvSpPr>
          <p:spPr>
            <a:xfrm>
              <a:off x="698932" y="2699772"/>
              <a:ext cx="186597" cy="410198"/>
            </a:xfrm>
            <a:custGeom>
              <a:avLst/>
              <a:gdLst/>
              <a:ahLst/>
              <a:cxnLst/>
              <a:rect l="l" t="t" r="r" b="b"/>
              <a:pathLst>
                <a:path w="3671" h="8070" extrusionOk="0">
                  <a:moveTo>
                    <a:pt x="3141" y="1"/>
                  </a:moveTo>
                  <a:cubicBezTo>
                    <a:pt x="2447" y="128"/>
                    <a:pt x="1899" y="640"/>
                    <a:pt x="1717" y="1333"/>
                  </a:cubicBezTo>
                  <a:lnTo>
                    <a:pt x="1" y="8015"/>
                  </a:lnTo>
                  <a:lnTo>
                    <a:pt x="3670" y="8069"/>
                  </a:lnTo>
                  <a:lnTo>
                    <a:pt x="3670" y="8069"/>
                  </a:lnTo>
                  <a:lnTo>
                    <a:pt x="3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669;p62">
              <a:extLst>
                <a:ext uri="{FF2B5EF4-FFF2-40B4-BE49-F238E27FC236}">
                  <a16:creationId xmlns:a16="http://schemas.microsoft.com/office/drawing/2014/main" id="{419EC982-C81C-C9A7-EF94-1E85756EFD6D}"/>
                </a:ext>
              </a:extLst>
            </p:cNvPr>
            <p:cNvSpPr/>
            <p:nvPr/>
          </p:nvSpPr>
          <p:spPr>
            <a:xfrm>
              <a:off x="819553" y="2754516"/>
              <a:ext cx="65977" cy="355454"/>
            </a:xfrm>
            <a:custGeom>
              <a:avLst/>
              <a:gdLst/>
              <a:ahLst/>
              <a:cxnLst/>
              <a:rect l="l" t="t" r="r" b="b"/>
              <a:pathLst>
                <a:path w="1298" h="6993" extrusionOk="0">
                  <a:moveTo>
                    <a:pt x="841" y="1"/>
                  </a:moveTo>
                  <a:cubicBezTo>
                    <a:pt x="530" y="1096"/>
                    <a:pt x="330" y="2228"/>
                    <a:pt x="257" y="3360"/>
                  </a:cubicBezTo>
                  <a:lnTo>
                    <a:pt x="1" y="6974"/>
                  </a:lnTo>
                  <a:lnTo>
                    <a:pt x="1297" y="6992"/>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2670;p62">
              <a:extLst>
                <a:ext uri="{FF2B5EF4-FFF2-40B4-BE49-F238E27FC236}">
                  <a16:creationId xmlns:a16="http://schemas.microsoft.com/office/drawing/2014/main" id="{EA1D0DDB-6D42-25F8-7940-2C02A977BF8B}"/>
                </a:ext>
              </a:extLst>
            </p:cNvPr>
            <p:cNvSpPr/>
            <p:nvPr/>
          </p:nvSpPr>
          <p:spPr>
            <a:xfrm>
              <a:off x="676668" y="3107126"/>
              <a:ext cx="142934" cy="395356"/>
            </a:xfrm>
            <a:custGeom>
              <a:avLst/>
              <a:gdLst/>
              <a:ahLst/>
              <a:cxnLst/>
              <a:rect l="l" t="t" r="r" b="b"/>
              <a:pathLst>
                <a:path w="2812" h="7778" extrusionOk="0">
                  <a:moveTo>
                    <a:pt x="968" y="1"/>
                  </a:moveTo>
                  <a:lnTo>
                    <a:pt x="676" y="1169"/>
                  </a:lnTo>
                  <a:lnTo>
                    <a:pt x="1" y="7777"/>
                  </a:lnTo>
                  <a:lnTo>
                    <a:pt x="1461" y="7777"/>
                  </a:lnTo>
                  <a:lnTo>
                    <a:pt x="2502" y="1242"/>
                  </a:lnTo>
                  <a:lnTo>
                    <a:pt x="2812" y="37"/>
                  </a:lnTo>
                  <a:lnTo>
                    <a:pt x="968" y="1"/>
                  </a:lnTo>
                  <a:close/>
                </a:path>
              </a:pathLst>
            </a:custGeom>
            <a:solidFill>
              <a:srgbClr val="FFB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2671;p62">
              <a:extLst>
                <a:ext uri="{FF2B5EF4-FFF2-40B4-BE49-F238E27FC236}">
                  <a16:creationId xmlns:a16="http://schemas.microsoft.com/office/drawing/2014/main" id="{AAF52764-ED66-5861-B873-78F55A556687}"/>
                </a:ext>
              </a:extLst>
            </p:cNvPr>
            <p:cNvSpPr/>
            <p:nvPr/>
          </p:nvSpPr>
          <p:spPr>
            <a:xfrm>
              <a:off x="659996" y="3458820"/>
              <a:ext cx="135513" cy="190257"/>
            </a:xfrm>
            <a:custGeom>
              <a:avLst/>
              <a:gdLst/>
              <a:ahLst/>
              <a:cxnLst/>
              <a:rect l="l" t="t" r="r" b="b"/>
              <a:pathLst>
                <a:path w="2666" h="3743" extrusionOk="0">
                  <a:moveTo>
                    <a:pt x="347" y="0"/>
                  </a:moveTo>
                  <a:lnTo>
                    <a:pt x="329" y="858"/>
                  </a:lnTo>
                  <a:lnTo>
                    <a:pt x="91" y="1954"/>
                  </a:lnTo>
                  <a:cubicBezTo>
                    <a:pt x="0" y="2337"/>
                    <a:pt x="183" y="2757"/>
                    <a:pt x="548" y="2958"/>
                  </a:cubicBezTo>
                  <a:lnTo>
                    <a:pt x="730" y="3049"/>
                  </a:lnTo>
                  <a:cubicBezTo>
                    <a:pt x="913" y="3158"/>
                    <a:pt x="1077" y="3323"/>
                    <a:pt x="1150" y="3542"/>
                  </a:cubicBezTo>
                  <a:cubicBezTo>
                    <a:pt x="1205" y="3651"/>
                    <a:pt x="1314" y="3743"/>
                    <a:pt x="1442" y="3743"/>
                  </a:cubicBezTo>
                  <a:cubicBezTo>
                    <a:pt x="1607" y="3743"/>
                    <a:pt x="1734" y="3633"/>
                    <a:pt x="1771" y="3469"/>
                  </a:cubicBezTo>
                  <a:lnTo>
                    <a:pt x="1990" y="1990"/>
                  </a:lnTo>
                  <a:lnTo>
                    <a:pt x="2191" y="2611"/>
                  </a:lnTo>
                  <a:cubicBezTo>
                    <a:pt x="2264" y="2830"/>
                    <a:pt x="2446" y="2976"/>
                    <a:pt x="2665" y="2976"/>
                  </a:cubicBezTo>
                  <a:lnTo>
                    <a:pt x="2611" y="2008"/>
                  </a:lnTo>
                  <a:cubicBezTo>
                    <a:pt x="2592" y="1698"/>
                    <a:pt x="2446" y="1424"/>
                    <a:pt x="2227" y="1223"/>
                  </a:cubicBezTo>
                  <a:lnTo>
                    <a:pt x="1789" y="858"/>
                  </a:lnTo>
                  <a:lnTo>
                    <a:pt x="20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2672;p62">
              <a:extLst>
                <a:ext uri="{FF2B5EF4-FFF2-40B4-BE49-F238E27FC236}">
                  <a16:creationId xmlns:a16="http://schemas.microsoft.com/office/drawing/2014/main" id="{D480CBAE-B989-DB02-97B8-B850988D2A90}"/>
                </a:ext>
              </a:extLst>
            </p:cNvPr>
            <p:cNvSpPr/>
            <p:nvPr/>
          </p:nvSpPr>
          <p:spPr>
            <a:xfrm>
              <a:off x="724906" y="3107126"/>
              <a:ext cx="94696" cy="33446"/>
            </a:xfrm>
            <a:custGeom>
              <a:avLst/>
              <a:gdLst/>
              <a:ahLst/>
              <a:cxnLst/>
              <a:rect l="l" t="t" r="r" b="b"/>
              <a:pathLst>
                <a:path w="1863" h="658" extrusionOk="0">
                  <a:moveTo>
                    <a:pt x="19" y="1"/>
                  </a:moveTo>
                  <a:lnTo>
                    <a:pt x="1" y="128"/>
                  </a:lnTo>
                  <a:lnTo>
                    <a:pt x="1699" y="658"/>
                  </a:lnTo>
                  <a:lnTo>
                    <a:pt x="1863" y="37"/>
                  </a:lnTo>
                  <a:lnTo>
                    <a:pt x="19" y="1"/>
                  </a:lnTo>
                  <a:close/>
                </a:path>
              </a:pathLst>
            </a:custGeom>
            <a:solidFill>
              <a:srgbClr val="472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2673;p62">
              <a:extLst>
                <a:ext uri="{FF2B5EF4-FFF2-40B4-BE49-F238E27FC236}">
                  <a16:creationId xmlns:a16="http://schemas.microsoft.com/office/drawing/2014/main" id="{793252F3-C845-83FF-53E4-3736D28A737A}"/>
                </a:ext>
              </a:extLst>
            </p:cNvPr>
            <p:cNvSpPr/>
            <p:nvPr/>
          </p:nvSpPr>
          <p:spPr>
            <a:xfrm>
              <a:off x="1360541" y="2699772"/>
              <a:ext cx="186546" cy="410198"/>
            </a:xfrm>
            <a:custGeom>
              <a:avLst/>
              <a:gdLst/>
              <a:ahLst/>
              <a:cxnLst/>
              <a:rect l="l" t="t" r="r" b="b"/>
              <a:pathLst>
                <a:path w="3670" h="8070" extrusionOk="0">
                  <a:moveTo>
                    <a:pt x="530" y="1"/>
                  </a:moveTo>
                  <a:lnTo>
                    <a:pt x="1" y="8069"/>
                  </a:lnTo>
                  <a:lnTo>
                    <a:pt x="3670" y="8015"/>
                  </a:lnTo>
                  <a:lnTo>
                    <a:pt x="1954" y="1333"/>
                  </a:lnTo>
                  <a:cubicBezTo>
                    <a:pt x="1771" y="640"/>
                    <a:pt x="1224" y="128"/>
                    <a:pt x="5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2674;p62">
              <a:extLst>
                <a:ext uri="{FF2B5EF4-FFF2-40B4-BE49-F238E27FC236}">
                  <a16:creationId xmlns:a16="http://schemas.microsoft.com/office/drawing/2014/main" id="{C312A6C2-300F-2991-44F2-A18681B6095D}"/>
                </a:ext>
              </a:extLst>
            </p:cNvPr>
            <p:cNvSpPr/>
            <p:nvPr/>
          </p:nvSpPr>
          <p:spPr>
            <a:xfrm>
              <a:off x="1360541" y="2754516"/>
              <a:ext cx="65927" cy="355454"/>
            </a:xfrm>
            <a:custGeom>
              <a:avLst/>
              <a:gdLst/>
              <a:ahLst/>
              <a:cxnLst/>
              <a:rect l="l" t="t" r="r" b="b"/>
              <a:pathLst>
                <a:path w="1297" h="6993" extrusionOk="0">
                  <a:moveTo>
                    <a:pt x="457" y="1"/>
                  </a:moveTo>
                  <a:lnTo>
                    <a:pt x="1" y="6992"/>
                  </a:lnTo>
                  <a:lnTo>
                    <a:pt x="1297" y="6974"/>
                  </a:lnTo>
                  <a:lnTo>
                    <a:pt x="1041" y="3360"/>
                  </a:lnTo>
                  <a:cubicBezTo>
                    <a:pt x="950" y="2228"/>
                    <a:pt x="767" y="1096"/>
                    <a:pt x="4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2675;p62">
              <a:extLst>
                <a:ext uri="{FF2B5EF4-FFF2-40B4-BE49-F238E27FC236}">
                  <a16:creationId xmlns:a16="http://schemas.microsoft.com/office/drawing/2014/main" id="{325805E4-E353-4132-808F-E755468098D0}"/>
                </a:ext>
              </a:extLst>
            </p:cNvPr>
            <p:cNvSpPr/>
            <p:nvPr/>
          </p:nvSpPr>
          <p:spPr>
            <a:xfrm>
              <a:off x="1426417" y="3107126"/>
              <a:ext cx="142985" cy="395356"/>
            </a:xfrm>
            <a:custGeom>
              <a:avLst/>
              <a:gdLst/>
              <a:ahLst/>
              <a:cxnLst/>
              <a:rect l="l" t="t" r="r" b="b"/>
              <a:pathLst>
                <a:path w="2813" h="7778" extrusionOk="0">
                  <a:moveTo>
                    <a:pt x="1826" y="1"/>
                  </a:moveTo>
                  <a:lnTo>
                    <a:pt x="1" y="37"/>
                  </a:lnTo>
                  <a:lnTo>
                    <a:pt x="311" y="1242"/>
                  </a:lnTo>
                  <a:lnTo>
                    <a:pt x="1333" y="7777"/>
                  </a:lnTo>
                  <a:lnTo>
                    <a:pt x="2812" y="7777"/>
                  </a:lnTo>
                  <a:lnTo>
                    <a:pt x="2137" y="1169"/>
                  </a:lnTo>
                  <a:lnTo>
                    <a:pt x="1826" y="1"/>
                  </a:lnTo>
                  <a:close/>
                </a:path>
              </a:pathLst>
            </a:custGeom>
            <a:solidFill>
              <a:srgbClr val="FFB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2676;p62">
              <a:extLst>
                <a:ext uri="{FF2B5EF4-FFF2-40B4-BE49-F238E27FC236}">
                  <a16:creationId xmlns:a16="http://schemas.microsoft.com/office/drawing/2014/main" id="{346B314D-0355-27B6-F422-653C059E3B03}"/>
                </a:ext>
              </a:extLst>
            </p:cNvPr>
            <p:cNvSpPr/>
            <p:nvPr/>
          </p:nvSpPr>
          <p:spPr>
            <a:xfrm>
              <a:off x="1450562" y="3458820"/>
              <a:ext cx="135513" cy="190511"/>
            </a:xfrm>
            <a:custGeom>
              <a:avLst/>
              <a:gdLst/>
              <a:ahLst/>
              <a:cxnLst/>
              <a:rect l="l" t="t" r="r" b="b"/>
              <a:pathLst>
                <a:path w="2666" h="3748" extrusionOk="0">
                  <a:moveTo>
                    <a:pt x="621" y="0"/>
                  </a:moveTo>
                  <a:lnTo>
                    <a:pt x="858" y="858"/>
                  </a:lnTo>
                  <a:lnTo>
                    <a:pt x="439" y="1223"/>
                  </a:lnTo>
                  <a:cubicBezTo>
                    <a:pt x="201" y="1424"/>
                    <a:pt x="73" y="1698"/>
                    <a:pt x="55" y="2008"/>
                  </a:cubicBezTo>
                  <a:lnTo>
                    <a:pt x="0" y="2976"/>
                  </a:lnTo>
                  <a:cubicBezTo>
                    <a:pt x="220" y="2976"/>
                    <a:pt x="402" y="2830"/>
                    <a:pt x="475" y="2611"/>
                  </a:cubicBezTo>
                  <a:lnTo>
                    <a:pt x="676" y="1990"/>
                  </a:lnTo>
                  <a:lnTo>
                    <a:pt x="895" y="3469"/>
                  </a:lnTo>
                  <a:cubicBezTo>
                    <a:pt x="925" y="3649"/>
                    <a:pt x="1076" y="3747"/>
                    <a:pt x="1225" y="3747"/>
                  </a:cubicBezTo>
                  <a:cubicBezTo>
                    <a:pt x="1347" y="3747"/>
                    <a:pt x="1466" y="3682"/>
                    <a:pt x="1516" y="3542"/>
                  </a:cubicBezTo>
                  <a:cubicBezTo>
                    <a:pt x="1589" y="3323"/>
                    <a:pt x="1735" y="3158"/>
                    <a:pt x="1935" y="3049"/>
                  </a:cubicBezTo>
                  <a:lnTo>
                    <a:pt x="2118" y="2958"/>
                  </a:lnTo>
                  <a:cubicBezTo>
                    <a:pt x="2465" y="2757"/>
                    <a:pt x="2666" y="2337"/>
                    <a:pt x="2574" y="1954"/>
                  </a:cubicBezTo>
                  <a:lnTo>
                    <a:pt x="2337" y="858"/>
                  </a:lnTo>
                  <a:lnTo>
                    <a:pt x="23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2677;p62">
              <a:extLst>
                <a:ext uri="{FF2B5EF4-FFF2-40B4-BE49-F238E27FC236}">
                  <a16:creationId xmlns:a16="http://schemas.microsoft.com/office/drawing/2014/main" id="{A43DE557-38C5-29E4-774A-535CE2E6FB0C}"/>
                </a:ext>
              </a:extLst>
            </p:cNvPr>
            <p:cNvSpPr/>
            <p:nvPr/>
          </p:nvSpPr>
          <p:spPr>
            <a:xfrm>
              <a:off x="1426417" y="3107126"/>
              <a:ext cx="94696" cy="33446"/>
            </a:xfrm>
            <a:custGeom>
              <a:avLst/>
              <a:gdLst/>
              <a:ahLst/>
              <a:cxnLst/>
              <a:rect l="l" t="t" r="r" b="b"/>
              <a:pathLst>
                <a:path w="1863" h="658" extrusionOk="0">
                  <a:moveTo>
                    <a:pt x="1826" y="1"/>
                  </a:moveTo>
                  <a:lnTo>
                    <a:pt x="1" y="37"/>
                  </a:lnTo>
                  <a:lnTo>
                    <a:pt x="165" y="658"/>
                  </a:lnTo>
                  <a:lnTo>
                    <a:pt x="1863" y="128"/>
                  </a:lnTo>
                  <a:lnTo>
                    <a:pt x="1826" y="1"/>
                  </a:lnTo>
                  <a:close/>
                </a:path>
              </a:pathLst>
            </a:custGeom>
            <a:solidFill>
              <a:srgbClr val="472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2678;p62">
              <a:extLst>
                <a:ext uri="{FF2B5EF4-FFF2-40B4-BE49-F238E27FC236}">
                  <a16:creationId xmlns:a16="http://schemas.microsoft.com/office/drawing/2014/main" id="{37305B89-D211-389E-B9D9-295BF0926325}"/>
                </a:ext>
              </a:extLst>
            </p:cNvPr>
            <p:cNvSpPr/>
            <p:nvPr/>
          </p:nvSpPr>
          <p:spPr>
            <a:xfrm>
              <a:off x="819553" y="2649654"/>
              <a:ext cx="586527" cy="954892"/>
            </a:xfrm>
            <a:custGeom>
              <a:avLst/>
              <a:gdLst/>
              <a:ahLst/>
              <a:cxnLst/>
              <a:rect l="l" t="t" r="r" b="b"/>
              <a:pathLst>
                <a:path w="11539" h="18786" extrusionOk="0">
                  <a:moveTo>
                    <a:pt x="5970" y="1"/>
                  </a:moveTo>
                  <a:lnTo>
                    <a:pt x="4966" y="74"/>
                  </a:lnTo>
                  <a:lnTo>
                    <a:pt x="768" y="987"/>
                  </a:lnTo>
                  <a:lnTo>
                    <a:pt x="1297" y="9055"/>
                  </a:lnTo>
                  <a:lnTo>
                    <a:pt x="1" y="16887"/>
                  </a:lnTo>
                  <a:lnTo>
                    <a:pt x="403" y="17161"/>
                  </a:lnTo>
                  <a:cubicBezTo>
                    <a:pt x="1714" y="18221"/>
                    <a:pt x="3362" y="18786"/>
                    <a:pt x="5050" y="18786"/>
                  </a:cubicBezTo>
                  <a:cubicBezTo>
                    <a:pt x="5077" y="18786"/>
                    <a:pt x="5104" y="18786"/>
                    <a:pt x="5131" y="18785"/>
                  </a:cubicBezTo>
                  <a:lnTo>
                    <a:pt x="6810" y="18785"/>
                  </a:lnTo>
                  <a:cubicBezTo>
                    <a:pt x="6837" y="18786"/>
                    <a:pt x="6864" y="18786"/>
                    <a:pt x="6891" y="18786"/>
                  </a:cubicBezTo>
                  <a:cubicBezTo>
                    <a:pt x="8579" y="18786"/>
                    <a:pt x="10226" y="18221"/>
                    <a:pt x="11538" y="17161"/>
                  </a:cubicBezTo>
                  <a:lnTo>
                    <a:pt x="10644" y="9055"/>
                  </a:lnTo>
                  <a:lnTo>
                    <a:pt x="11173" y="987"/>
                  </a:lnTo>
                  <a:lnTo>
                    <a:pt x="6974" y="74"/>
                  </a:lnTo>
                  <a:lnTo>
                    <a:pt x="597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2679;p62">
              <a:extLst>
                <a:ext uri="{FF2B5EF4-FFF2-40B4-BE49-F238E27FC236}">
                  <a16:creationId xmlns:a16="http://schemas.microsoft.com/office/drawing/2014/main" id="{0A314BF2-3F1C-32DE-7E41-34F5734C0604}"/>
                </a:ext>
              </a:extLst>
            </p:cNvPr>
            <p:cNvSpPr/>
            <p:nvPr/>
          </p:nvSpPr>
          <p:spPr>
            <a:xfrm>
              <a:off x="889190" y="3296417"/>
              <a:ext cx="412028" cy="153354"/>
            </a:xfrm>
            <a:custGeom>
              <a:avLst/>
              <a:gdLst/>
              <a:ahLst/>
              <a:cxnLst/>
              <a:rect l="l" t="t" r="r" b="b"/>
              <a:pathLst>
                <a:path w="8106" h="3017" extrusionOk="0">
                  <a:moveTo>
                    <a:pt x="0" y="1"/>
                  </a:moveTo>
                  <a:cubicBezTo>
                    <a:pt x="493" y="512"/>
                    <a:pt x="1022" y="968"/>
                    <a:pt x="1588" y="1388"/>
                  </a:cubicBezTo>
                  <a:cubicBezTo>
                    <a:pt x="2246" y="1863"/>
                    <a:pt x="2957" y="2264"/>
                    <a:pt x="3706" y="2556"/>
                  </a:cubicBezTo>
                  <a:cubicBezTo>
                    <a:pt x="4473" y="2848"/>
                    <a:pt x="5276" y="3013"/>
                    <a:pt x="6097" y="3013"/>
                  </a:cubicBezTo>
                  <a:cubicBezTo>
                    <a:pt x="6147" y="3015"/>
                    <a:pt x="6196" y="3016"/>
                    <a:pt x="6246" y="3016"/>
                  </a:cubicBezTo>
                  <a:cubicBezTo>
                    <a:pt x="6579" y="3016"/>
                    <a:pt x="6911" y="2964"/>
                    <a:pt x="7229" y="2885"/>
                  </a:cubicBezTo>
                  <a:cubicBezTo>
                    <a:pt x="7558" y="2812"/>
                    <a:pt x="7868" y="2648"/>
                    <a:pt x="8105" y="2410"/>
                  </a:cubicBezTo>
                  <a:lnTo>
                    <a:pt x="8105" y="2410"/>
                  </a:lnTo>
                  <a:cubicBezTo>
                    <a:pt x="7832" y="2611"/>
                    <a:pt x="7521" y="2739"/>
                    <a:pt x="7193" y="2775"/>
                  </a:cubicBezTo>
                  <a:cubicBezTo>
                    <a:pt x="6961" y="2810"/>
                    <a:pt x="6730" y="2823"/>
                    <a:pt x="6503" y="2823"/>
                  </a:cubicBezTo>
                  <a:cubicBezTo>
                    <a:pt x="6372" y="2823"/>
                    <a:pt x="6243" y="2819"/>
                    <a:pt x="6116" y="2812"/>
                  </a:cubicBezTo>
                  <a:cubicBezTo>
                    <a:pt x="5331" y="2739"/>
                    <a:pt x="4564" y="2575"/>
                    <a:pt x="3834" y="2283"/>
                  </a:cubicBezTo>
                  <a:cubicBezTo>
                    <a:pt x="3085" y="1990"/>
                    <a:pt x="2392" y="1644"/>
                    <a:pt x="1716" y="1206"/>
                  </a:cubicBezTo>
                  <a:cubicBezTo>
                    <a:pt x="1077" y="804"/>
                    <a:pt x="493" y="38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2680;p62">
              <a:extLst>
                <a:ext uri="{FF2B5EF4-FFF2-40B4-BE49-F238E27FC236}">
                  <a16:creationId xmlns:a16="http://schemas.microsoft.com/office/drawing/2014/main" id="{443050B7-FA7B-005F-A83C-CA4DED6847DD}"/>
                </a:ext>
              </a:extLst>
            </p:cNvPr>
            <p:cNvSpPr/>
            <p:nvPr/>
          </p:nvSpPr>
          <p:spPr>
            <a:xfrm>
              <a:off x="1079398" y="3302924"/>
              <a:ext cx="241290" cy="85394"/>
            </a:xfrm>
            <a:custGeom>
              <a:avLst/>
              <a:gdLst/>
              <a:ahLst/>
              <a:cxnLst/>
              <a:rect l="l" t="t" r="r" b="b"/>
              <a:pathLst>
                <a:path w="4747" h="1680" extrusionOk="0">
                  <a:moveTo>
                    <a:pt x="4747" y="0"/>
                  </a:moveTo>
                  <a:cubicBezTo>
                    <a:pt x="4436" y="256"/>
                    <a:pt x="4090" y="475"/>
                    <a:pt x="3743" y="676"/>
                  </a:cubicBezTo>
                  <a:cubicBezTo>
                    <a:pt x="3359" y="895"/>
                    <a:pt x="2939" y="1078"/>
                    <a:pt x="2520" y="1224"/>
                  </a:cubicBezTo>
                  <a:cubicBezTo>
                    <a:pt x="2081" y="1370"/>
                    <a:pt x="1643" y="1479"/>
                    <a:pt x="1205" y="1534"/>
                  </a:cubicBezTo>
                  <a:cubicBezTo>
                    <a:pt x="804" y="1589"/>
                    <a:pt x="402" y="1607"/>
                    <a:pt x="0" y="1607"/>
                  </a:cubicBezTo>
                  <a:cubicBezTo>
                    <a:pt x="268" y="1656"/>
                    <a:pt x="536" y="1680"/>
                    <a:pt x="804" y="1680"/>
                  </a:cubicBezTo>
                  <a:cubicBezTo>
                    <a:pt x="938" y="1680"/>
                    <a:pt x="1071" y="1674"/>
                    <a:pt x="1205" y="1662"/>
                  </a:cubicBezTo>
                  <a:cubicBezTo>
                    <a:pt x="1680" y="1625"/>
                    <a:pt x="2136" y="1534"/>
                    <a:pt x="2574" y="1388"/>
                  </a:cubicBezTo>
                  <a:cubicBezTo>
                    <a:pt x="3013" y="1242"/>
                    <a:pt x="3432" y="1041"/>
                    <a:pt x="3816" y="785"/>
                  </a:cubicBezTo>
                  <a:cubicBezTo>
                    <a:pt x="4144" y="566"/>
                    <a:pt x="4473" y="293"/>
                    <a:pt x="4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2681;p62">
              <a:extLst>
                <a:ext uri="{FF2B5EF4-FFF2-40B4-BE49-F238E27FC236}">
                  <a16:creationId xmlns:a16="http://schemas.microsoft.com/office/drawing/2014/main" id="{DDCF77EB-0E8B-E792-18CD-B53715682F19}"/>
                </a:ext>
              </a:extLst>
            </p:cNvPr>
            <p:cNvSpPr/>
            <p:nvPr/>
          </p:nvSpPr>
          <p:spPr>
            <a:xfrm>
              <a:off x="961573" y="2827814"/>
              <a:ext cx="370246" cy="167485"/>
            </a:xfrm>
            <a:custGeom>
              <a:avLst/>
              <a:gdLst/>
              <a:ahLst/>
              <a:cxnLst/>
              <a:rect l="l" t="t" r="r" b="b"/>
              <a:pathLst>
                <a:path w="7284" h="3295" extrusionOk="0">
                  <a:moveTo>
                    <a:pt x="7284" y="1"/>
                  </a:moveTo>
                  <a:lnTo>
                    <a:pt x="7284" y="1"/>
                  </a:lnTo>
                  <a:cubicBezTo>
                    <a:pt x="6827" y="457"/>
                    <a:pt x="6335" y="859"/>
                    <a:pt x="5823" y="1242"/>
                  </a:cubicBezTo>
                  <a:cubicBezTo>
                    <a:pt x="4655" y="2082"/>
                    <a:pt x="3322" y="2684"/>
                    <a:pt x="1899" y="2995"/>
                  </a:cubicBezTo>
                  <a:cubicBezTo>
                    <a:pt x="1278" y="3141"/>
                    <a:pt x="639" y="3214"/>
                    <a:pt x="0" y="3250"/>
                  </a:cubicBezTo>
                  <a:cubicBezTo>
                    <a:pt x="263" y="3279"/>
                    <a:pt x="523" y="3294"/>
                    <a:pt x="781" y="3294"/>
                  </a:cubicBezTo>
                  <a:cubicBezTo>
                    <a:pt x="1168" y="3294"/>
                    <a:pt x="1552" y="3261"/>
                    <a:pt x="1935" y="3196"/>
                  </a:cubicBezTo>
                  <a:cubicBezTo>
                    <a:pt x="3414" y="2958"/>
                    <a:pt x="4801" y="2338"/>
                    <a:pt x="5951" y="1407"/>
                  </a:cubicBezTo>
                  <a:cubicBezTo>
                    <a:pt x="6444" y="987"/>
                    <a:pt x="6900" y="512"/>
                    <a:pt x="72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2682;p62">
              <a:extLst>
                <a:ext uri="{FF2B5EF4-FFF2-40B4-BE49-F238E27FC236}">
                  <a16:creationId xmlns:a16="http://schemas.microsoft.com/office/drawing/2014/main" id="{EAFC611F-4C94-9696-1BDE-D129BD01F6E7}"/>
                </a:ext>
              </a:extLst>
            </p:cNvPr>
            <p:cNvSpPr/>
            <p:nvPr/>
          </p:nvSpPr>
          <p:spPr>
            <a:xfrm>
              <a:off x="893816" y="2821358"/>
              <a:ext cx="301625" cy="99474"/>
            </a:xfrm>
            <a:custGeom>
              <a:avLst/>
              <a:gdLst/>
              <a:ahLst/>
              <a:cxnLst/>
              <a:rect l="l" t="t" r="r" b="b"/>
              <a:pathLst>
                <a:path w="5934" h="1957" extrusionOk="0">
                  <a:moveTo>
                    <a:pt x="0" y="0"/>
                  </a:moveTo>
                  <a:cubicBezTo>
                    <a:pt x="347" y="365"/>
                    <a:pt x="749" y="694"/>
                    <a:pt x="1169" y="968"/>
                  </a:cubicBezTo>
                  <a:cubicBezTo>
                    <a:pt x="2155" y="1588"/>
                    <a:pt x="3286" y="1917"/>
                    <a:pt x="4436" y="1953"/>
                  </a:cubicBezTo>
                  <a:cubicBezTo>
                    <a:pt x="4500" y="1956"/>
                    <a:pt x="4564" y="1957"/>
                    <a:pt x="4627" y="1957"/>
                  </a:cubicBezTo>
                  <a:cubicBezTo>
                    <a:pt x="5071" y="1957"/>
                    <a:pt x="5502" y="1901"/>
                    <a:pt x="5933" y="1789"/>
                  </a:cubicBezTo>
                  <a:lnTo>
                    <a:pt x="5933" y="1789"/>
                  </a:lnTo>
                  <a:cubicBezTo>
                    <a:pt x="5687" y="1816"/>
                    <a:pt x="5440" y="1830"/>
                    <a:pt x="5194" y="1830"/>
                  </a:cubicBezTo>
                  <a:cubicBezTo>
                    <a:pt x="4948" y="1830"/>
                    <a:pt x="4701" y="1816"/>
                    <a:pt x="4455" y="1789"/>
                  </a:cubicBezTo>
                  <a:cubicBezTo>
                    <a:pt x="3889" y="1753"/>
                    <a:pt x="3341" y="1643"/>
                    <a:pt x="2793" y="1479"/>
                  </a:cubicBezTo>
                  <a:cubicBezTo>
                    <a:pt x="2264" y="1314"/>
                    <a:pt x="1735" y="1095"/>
                    <a:pt x="1242" y="822"/>
                  </a:cubicBezTo>
                  <a:cubicBezTo>
                    <a:pt x="804" y="584"/>
                    <a:pt x="402" y="31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2683;p62">
              <a:extLst>
                <a:ext uri="{FF2B5EF4-FFF2-40B4-BE49-F238E27FC236}">
                  <a16:creationId xmlns:a16="http://schemas.microsoft.com/office/drawing/2014/main" id="{592FD227-AE6D-BBC4-4C86-89C67B428C4E}"/>
                </a:ext>
              </a:extLst>
            </p:cNvPr>
            <p:cNvSpPr/>
            <p:nvPr/>
          </p:nvSpPr>
          <p:spPr>
            <a:xfrm>
              <a:off x="955981" y="3100619"/>
              <a:ext cx="359165" cy="51491"/>
            </a:xfrm>
            <a:custGeom>
              <a:avLst/>
              <a:gdLst/>
              <a:ahLst/>
              <a:cxnLst/>
              <a:rect l="l" t="t" r="r" b="b"/>
              <a:pathLst>
                <a:path w="7066" h="1013" extrusionOk="0">
                  <a:moveTo>
                    <a:pt x="0" y="1"/>
                  </a:moveTo>
                  <a:lnTo>
                    <a:pt x="0" y="1"/>
                  </a:lnTo>
                  <a:cubicBezTo>
                    <a:pt x="493" y="293"/>
                    <a:pt x="1005" y="530"/>
                    <a:pt x="1570" y="695"/>
                  </a:cubicBezTo>
                  <a:cubicBezTo>
                    <a:pt x="2267" y="906"/>
                    <a:pt x="2990" y="1012"/>
                    <a:pt x="3715" y="1012"/>
                  </a:cubicBezTo>
                  <a:cubicBezTo>
                    <a:pt x="4301" y="1012"/>
                    <a:pt x="4887" y="943"/>
                    <a:pt x="5459" y="804"/>
                  </a:cubicBezTo>
                  <a:cubicBezTo>
                    <a:pt x="6025" y="658"/>
                    <a:pt x="6572" y="457"/>
                    <a:pt x="7065" y="183"/>
                  </a:cubicBezTo>
                  <a:lnTo>
                    <a:pt x="7065" y="183"/>
                  </a:lnTo>
                  <a:cubicBezTo>
                    <a:pt x="6536" y="366"/>
                    <a:pt x="5988" y="512"/>
                    <a:pt x="5422" y="622"/>
                  </a:cubicBezTo>
                  <a:cubicBezTo>
                    <a:pt x="4868" y="726"/>
                    <a:pt x="4307" y="777"/>
                    <a:pt x="3745" y="777"/>
                  </a:cubicBezTo>
                  <a:cubicBezTo>
                    <a:pt x="3030" y="777"/>
                    <a:pt x="2313" y="694"/>
                    <a:pt x="1607" y="530"/>
                  </a:cubicBezTo>
                  <a:cubicBezTo>
                    <a:pt x="1059" y="402"/>
                    <a:pt x="512" y="220"/>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2684;p62">
              <a:extLst>
                <a:ext uri="{FF2B5EF4-FFF2-40B4-BE49-F238E27FC236}">
                  <a16:creationId xmlns:a16="http://schemas.microsoft.com/office/drawing/2014/main" id="{2877B39B-BE46-3DE8-C5A5-4C6359502468}"/>
                </a:ext>
              </a:extLst>
            </p:cNvPr>
            <p:cNvSpPr/>
            <p:nvPr/>
          </p:nvSpPr>
          <p:spPr>
            <a:xfrm>
              <a:off x="997713" y="2643198"/>
              <a:ext cx="95662" cy="296034"/>
            </a:xfrm>
            <a:custGeom>
              <a:avLst/>
              <a:gdLst/>
              <a:ahLst/>
              <a:cxnLst/>
              <a:rect l="l" t="t" r="r" b="b"/>
              <a:pathLst>
                <a:path w="1882" h="5824" extrusionOk="0">
                  <a:moveTo>
                    <a:pt x="1826" y="0"/>
                  </a:moveTo>
                  <a:lnTo>
                    <a:pt x="1699" y="55"/>
                  </a:lnTo>
                  <a:cubicBezTo>
                    <a:pt x="877" y="237"/>
                    <a:pt x="275" y="913"/>
                    <a:pt x="165" y="1753"/>
                  </a:cubicBezTo>
                  <a:lnTo>
                    <a:pt x="129" y="1953"/>
                  </a:lnTo>
                  <a:cubicBezTo>
                    <a:pt x="19" y="2793"/>
                    <a:pt x="1" y="3651"/>
                    <a:pt x="111" y="4509"/>
                  </a:cubicBezTo>
                  <a:lnTo>
                    <a:pt x="257" y="5823"/>
                  </a:lnTo>
                  <a:lnTo>
                    <a:pt x="457" y="5805"/>
                  </a:lnTo>
                  <a:lnTo>
                    <a:pt x="311" y="4491"/>
                  </a:lnTo>
                  <a:cubicBezTo>
                    <a:pt x="220" y="3651"/>
                    <a:pt x="238" y="2811"/>
                    <a:pt x="348" y="1972"/>
                  </a:cubicBezTo>
                  <a:lnTo>
                    <a:pt x="366" y="1771"/>
                  </a:lnTo>
                  <a:cubicBezTo>
                    <a:pt x="476" y="1022"/>
                    <a:pt x="1023" y="420"/>
                    <a:pt x="1735" y="237"/>
                  </a:cubicBezTo>
                  <a:lnTo>
                    <a:pt x="1881" y="219"/>
                  </a:lnTo>
                  <a:lnTo>
                    <a:pt x="18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2685;p62">
              <a:extLst>
                <a:ext uri="{FF2B5EF4-FFF2-40B4-BE49-F238E27FC236}">
                  <a16:creationId xmlns:a16="http://schemas.microsoft.com/office/drawing/2014/main" id="{30EB712C-6365-C575-FC40-5C7C5A0C9490}"/>
                </a:ext>
              </a:extLst>
            </p:cNvPr>
            <p:cNvSpPr/>
            <p:nvPr/>
          </p:nvSpPr>
          <p:spPr>
            <a:xfrm>
              <a:off x="1154576" y="2644113"/>
              <a:ext cx="124381" cy="177295"/>
            </a:xfrm>
            <a:custGeom>
              <a:avLst/>
              <a:gdLst/>
              <a:ahLst/>
              <a:cxnLst/>
              <a:rect l="l" t="t" r="r" b="b"/>
              <a:pathLst>
                <a:path w="2447" h="3488" extrusionOk="0">
                  <a:moveTo>
                    <a:pt x="37" y="0"/>
                  </a:moveTo>
                  <a:lnTo>
                    <a:pt x="0" y="201"/>
                  </a:lnTo>
                  <a:lnTo>
                    <a:pt x="55" y="219"/>
                  </a:lnTo>
                  <a:cubicBezTo>
                    <a:pt x="584" y="329"/>
                    <a:pt x="968" y="767"/>
                    <a:pt x="1004" y="1296"/>
                  </a:cubicBezTo>
                  <a:lnTo>
                    <a:pt x="1059" y="1935"/>
                  </a:lnTo>
                  <a:cubicBezTo>
                    <a:pt x="475" y="2027"/>
                    <a:pt x="37" y="2538"/>
                    <a:pt x="37" y="3122"/>
                  </a:cubicBezTo>
                  <a:lnTo>
                    <a:pt x="37" y="3487"/>
                  </a:lnTo>
                  <a:lnTo>
                    <a:pt x="256" y="3487"/>
                  </a:lnTo>
                  <a:lnTo>
                    <a:pt x="256" y="3122"/>
                  </a:lnTo>
                  <a:cubicBezTo>
                    <a:pt x="283" y="2492"/>
                    <a:pt x="762" y="2177"/>
                    <a:pt x="1244" y="2177"/>
                  </a:cubicBezTo>
                  <a:cubicBezTo>
                    <a:pt x="1725" y="2177"/>
                    <a:pt x="2209" y="2492"/>
                    <a:pt x="2245" y="3122"/>
                  </a:cubicBezTo>
                  <a:lnTo>
                    <a:pt x="2245" y="3469"/>
                  </a:lnTo>
                  <a:lnTo>
                    <a:pt x="2446" y="3469"/>
                  </a:lnTo>
                  <a:lnTo>
                    <a:pt x="2446" y="3122"/>
                  </a:lnTo>
                  <a:cubicBezTo>
                    <a:pt x="2446" y="2465"/>
                    <a:pt x="1917" y="1935"/>
                    <a:pt x="1278" y="1935"/>
                  </a:cubicBezTo>
                  <a:lnTo>
                    <a:pt x="1223" y="1278"/>
                  </a:lnTo>
                  <a:cubicBezTo>
                    <a:pt x="1168" y="658"/>
                    <a:pt x="712" y="128"/>
                    <a:pt x="110" y="19"/>
                  </a:cubicBezTo>
                  <a:lnTo>
                    <a:pt x="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2686;p62">
              <a:extLst>
                <a:ext uri="{FF2B5EF4-FFF2-40B4-BE49-F238E27FC236}">
                  <a16:creationId xmlns:a16="http://schemas.microsoft.com/office/drawing/2014/main" id="{6DB3BA92-F99D-1775-37A9-39DDC6AF1C8D}"/>
                </a:ext>
              </a:extLst>
            </p:cNvPr>
            <p:cNvSpPr/>
            <p:nvPr/>
          </p:nvSpPr>
          <p:spPr>
            <a:xfrm>
              <a:off x="970824" y="2924340"/>
              <a:ext cx="83565" cy="70806"/>
            </a:xfrm>
            <a:custGeom>
              <a:avLst/>
              <a:gdLst/>
              <a:ahLst/>
              <a:cxnLst/>
              <a:rect l="l" t="t" r="r" b="b"/>
              <a:pathLst>
                <a:path w="1644" h="1393" extrusionOk="0">
                  <a:moveTo>
                    <a:pt x="932" y="0"/>
                  </a:moveTo>
                  <a:cubicBezTo>
                    <a:pt x="311" y="0"/>
                    <a:pt x="1" y="749"/>
                    <a:pt x="439" y="1187"/>
                  </a:cubicBezTo>
                  <a:cubicBezTo>
                    <a:pt x="580" y="1329"/>
                    <a:pt x="756" y="1392"/>
                    <a:pt x="930" y="1392"/>
                  </a:cubicBezTo>
                  <a:cubicBezTo>
                    <a:pt x="1292" y="1392"/>
                    <a:pt x="1644" y="1114"/>
                    <a:pt x="1644" y="694"/>
                  </a:cubicBezTo>
                  <a:cubicBezTo>
                    <a:pt x="1644" y="311"/>
                    <a:pt x="1315" y="0"/>
                    <a:pt x="932" y="0"/>
                  </a:cubicBezTo>
                  <a:close/>
                </a:path>
              </a:pathLst>
            </a:custGeom>
            <a:solidFill>
              <a:srgbClr val="E4E4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2687;p62">
              <a:extLst>
                <a:ext uri="{FF2B5EF4-FFF2-40B4-BE49-F238E27FC236}">
                  <a16:creationId xmlns:a16="http://schemas.microsoft.com/office/drawing/2014/main" id="{7EFD9EC0-D7A2-A4D1-495D-6316272401FC}"/>
                </a:ext>
              </a:extLst>
            </p:cNvPr>
            <p:cNvSpPr/>
            <p:nvPr/>
          </p:nvSpPr>
          <p:spPr>
            <a:xfrm>
              <a:off x="982871" y="2932676"/>
              <a:ext cx="62216" cy="53524"/>
            </a:xfrm>
            <a:custGeom>
              <a:avLst/>
              <a:gdLst/>
              <a:ahLst/>
              <a:cxnLst/>
              <a:rect l="l" t="t" r="r" b="b"/>
              <a:pathLst>
                <a:path w="1224" h="1053" extrusionOk="0">
                  <a:moveTo>
                    <a:pt x="695" y="1"/>
                  </a:moveTo>
                  <a:cubicBezTo>
                    <a:pt x="238" y="1"/>
                    <a:pt x="1" y="567"/>
                    <a:pt x="329" y="895"/>
                  </a:cubicBezTo>
                  <a:cubicBezTo>
                    <a:pt x="438" y="1003"/>
                    <a:pt x="571" y="1052"/>
                    <a:pt x="702" y="1052"/>
                  </a:cubicBezTo>
                  <a:cubicBezTo>
                    <a:pt x="969" y="1052"/>
                    <a:pt x="1224" y="849"/>
                    <a:pt x="1224" y="530"/>
                  </a:cubicBezTo>
                  <a:cubicBezTo>
                    <a:pt x="1224" y="238"/>
                    <a:pt x="987" y="1"/>
                    <a:pt x="695" y="1"/>
                  </a:cubicBezTo>
                  <a:close/>
                </a:path>
              </a:pathLst>
            </a:custGeom>
            <a:solidFill>
              <a:srgbClr val="D6C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2688;p62">
              <a:extLst>
                <a:ext uri="{FF2B5EF4-FFF2-40B4-BE49-F238E27FC236}">
                  <a16:creationId xmlns:a16="http://schemas.microsoft.com/office/drawing/2014/main" id="{E5A3C88B-8CFA-53B5-7B3B-1AD7D4A089C4}"/>
                </a:ext>
              </a:extLst>
            </p:cNvPr>
            <p:cNvSpPr/>
            <p:nvPr/>
          </p:nvSpPr>
          <p:spPr>
            <a:xfrm>
              <a:off x="998679" y="2943808"/>
              <a:ext cx="36242" cy="31311"/>
            </a:xfrm>
            <a:custGeom>
              <a:avLst/>
              <a:gdLst/>
              <a:ahLst/>
              <a:cxnLst/>
              <a:rect l="l" t="t" r="r" b="b"/>
              <a:pathLst>
                <a:path w="713" h="616" extrusionOk="0">
                  <a:moveTo>
                    <a:pt x="402" y="1"/>
                  </a:moveTo>
                  <a:cubicBezTo>
                    <a:pt x="128" y="1"/>
                    <a:pt x="0" y="329"/>
                    <a:pt x="183" y="530"/>
                  </a:cubicBezTo>
                  <a:cubicBezTo>
                    <a:pt x="247" y="589"/>
                    <a:pt x="325" y="615"/>
                    <a:pt x="401" y="615"/>
                  </a:cubicBezTo>
                  <a:cubicBezTo>
                    <a:pt x="561" y="615"/>
                    <a:pt x="712" y="497"/>
                    <a:pt x="712" y="311"/>
                  </a:cubicBezTo>
                  <a:cubicBezTo>
                    <a:pt x="694" y="147"/>
                    <a:pt x="566" y="1"/>
                    <a:pt x="402" y="1"/>
                  </a:cubicBezTo>
                  <a:close/>
                </a:path>
              </a:pathLst>
            </a:custGeom>
            <a:solidFill>
              <a:srgbClr val="A99B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2689;p62">
              <a:extLst>
                <a:ext uri="{FF2B5EF4-FFF2-40B4-BE49-F238E27FC236}">
                  <a16:creationId xmlns:a16="http://schemas.microsoft.com/office/drawing/2014/main" id="{17499862-39E8-8445-2037-E1D4A6B7C868}"/>
                </a:ext>
              </a:extLst>
            </p:cNvPr>
            <p:cNvSpPr/>
            <p:nvPr/>
          </p:nvSpPr>
          <p:spPr>
            <a:xfrm>
              <a:off x="1159202" y="2821358"/>
              <a:ext cx="26025" cy="123466"/>
            </a:xfrm>
            <a:custGeom>
              <a:avLst/>
              <a:gdLst/>
              <a:ahLst/>
              <a:cxnLst/>
              <a:rect l="l" t="t" r="r" b="b"/>
              <a:pathLst>
                <a:path w="512" h="2429" extrusionOk="0">
                  <a:moveTo>
                    <a:pt x="0" y="0"/>
                  </a:moveTo>
                  <a:lnTo>
                    <a:pt x="0" y="1917"/>
                  </a:lnTo>
                  <a:cubicBezTo>
                    <a:pt x="0" y="2209"/>
                    <a:pt x="238" y="2428"/>
                    <a:pt x="511" y="2428"/>
                  </a:cubicBezTo>
                  <a:lnTo>
                    <a:pt x="511" y="2318"/>
                  </a:lnTo>
                  <a:cubicBezTo>
                    <a:pt x="292" y="2318"/>
                    <a:pt x="110" y="2136"/>
                    <a:pt x="110" y="1917"/>
                  </a:cubicBezTo>
                  <a:lnTo>
                    <a:pt x="110" y="0"/>
                  </a:lnTo>
                  <a:close/>
                </a:path>
              </a:pathLst>
            </a:custGeom>
            <a:solidFill>
              <a:srgbClr val="D6C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2690;p62">
              <a:extLst>
                <a:ext uri="{FF2B5EF4-FFF2-40B4-BE49-F238E27FC236}">
                  <a16:creationId xmlns:a16="http://schemas.microsoft.com/office/drawing/2014/main" id="{8AAF5F89-28AC-7E2E-02BB-3365B4BE62E6}"/>
                </a:ext>
              </a:extLst>
            </p:cNvPr>
            <p:cNvSpPr/>
            <p:nvPr/>
          </p:nvSpPr>
          <p:spPr>
            <a:xfrm>
              <a:off x="1184261" y="2937149"/>
              <a:ext cx="13012" cy="9505"/>
            </a:xfrm>
            <a:custGeom>
              <a:avLst/>
              <a:gdLst/>
              <a:ahLst/>
              <a:cxnLst/>
              <a:rect l="l" t="t" r="r" b="b"/>
              <a:pathLst>
                <a:path w="256" h="187" extrusionOk="0">
                  <a:moveTo>
                    <a:pt x="168" y="0"/>
                  </a:moveTo>
                  <a:cubicBezTo>
                    <a:pt x="161" y="0"/>
                    <a:pt x="154" y="2"/>
                    <a:pt x="146" y="4"/>
                  </a:cubicBezTo>
                  <a:lnTo>
                    <a:pt x="37" y="22"/>
                  </a:lnTo>
                  <a:cubicBezTo>
                    <a:pt x="18" y="22"/>
                    <a:pt x="0" y="22"/>
                    <a:pt x="0" y="40"/>
                  </a:cubicBezTo>
                  <a:lnTo>
                    <a:pt x="0" y="150"/>
                  </a:lnTo>
                  <a:cubicBezTo>
                    <a:pt x="18" y="168"/>
                    <a:pt x="18" y="168"/>
                    <a:pt x="37" y="168"/>
                  </a:cubicBezTo>
                  <a:lnTo>
                    <a:pt x="146" y="187"/>
                  </a:lnTo>
                  <a:cubicBezTo>
                    <a:pt x="201" y="187"/>
                    <a:pt x="256" y="150"/>
                    <a:pt x="256" y="95"/>
                  </a:cubicBezTo>
                  <a:cubicBezTo>
                    <a:pt x="256" y="48"/>
                    <a:pt x="215" y="0"/>
                    <a:pt x="168" y="0"/>
                  </a:cubicBezTo>
                  <a:close/>
                </a:path>
              </a:pathLst>
            </a:custGeom>
            <a:solidFill>
              <a:srgbClr val="A99B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2691;p62">
              <a:extLst>
                <a:ext uri="{FF2B5EF4-FFF2-40B4-BE49-F238E27FC236}">
                  <a16:creationId xmlns:a16="http://schemas.microsoft.com/office/drawing/2014/main" id="{A7545B7B-629B-79D9-ED0A-F2EDCF0E528B}"/>
                </a:ext>
              </a:extLst>
            </p:cNvPr>
            <p:cNvSpPr/>
            <p:nvPr/>
          </p:nvSpPr>
          <p:spPr>
            <a:xfrm>
              <a:off x="1251052" y="2821358"/>
              <a:ext cx="26025" cy="123466"/>
            </a:xfrm>
            <a:custGeom>
              <a:avLst/>
              <a:gdLst/>
              <a:ahLst/>
              <a:cxnLst/>
              <a:rect l="l" t="t" r="r" b="b"/>
              <a:pathLst>
                <a:path w="512" h="2429" extrusionOk="0">
                  <a:moveTo>
                    <a:pt x="402" y="0"/>
                  </a:moveTo>
                  <a:lnTo>
                    <a:pt x="402" y="1917"/>
                  </a:lnTo>
                  <a:cubicBezTo>
                    <a:pt x="402" y="2136"/>
                    <a:pt x="220" y="2318"/>
                    <a:pt x="1" y="2318"/>
                  </a:cubicBezTo>
                  <a:lnTo>
                    <a:pt x="1" y="2428"/>
                  </a:lnTo>
                  <a:cubicBezTo>
                    <a:pt x="293" y="2428"/>
                    <a:pt x="512" y="2209"/>
                    <a:pt x="512" y="1917"/>
                  </a:cubicBezTo>
                  <a:lnTo>
                    <a:pt x="512" y="0"/>
                  </a:lnTo>
                  <a:close/>
                </a:path>
              </a:pathLst>
            </a:custGeom>
            <a:solidFill>
              <a:srgbClr val="D6CF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2692;p62">
              <a:extLst>
                <a:ext uri="{FF2B5EF4-FFF2-40B4-BE49-F238E27FC236}">
                  <a16:creationId xmlns:a16="http://schemas.microsoft.com/office/drawing/2014/main" id="{507D4D34-2EC5-A8C2-ADB1-095E8BFE0152}"/>
                </a:ext>
              </a:extLst>
            </p:cNvPr>
            <p:cNvSpPr/>
            <p:nvPr/>
          </p:nvSpPr>
          <p:spPr>
            <a:xfrm>
              <a:off x="1239006" y="2937149"/>
              <a:ext cx="12098" cy="9505"/>
            </a:xfrm>
            <a:custGeom>
              <a:avLst/>
              <a:gdLst/>
              <a:ahLst/>
              <a:cxnLst/>
              <a:rect l="l" t="t" r="r" b="b"/>
              <a:pathLst>
                <a:path w="238" h="187" extrusionOk="0">
                  <a:moveTo>
                    <a:pt x="88" y="0"/>
                  </a:moveTo>
                  <a:cubicBezTo>
                    <a:pt x="41" y="0"/>
                    <a:pt x="0" y="48"/>
                    <a:pt x="0" y="95"/>
                  </a:cubicBezTo>
                  <a:cubicBezTo>
                    <a:pt x="0" y="150"/>
                    <a:pt x="55" y="187"/>
                    <a:pt x="110" y="187"/>
                  </a:cubicBezTo>
                  <a:lnTo>
                    <a:pt x="219" y="168"/>
                  </a:lnTo>
                  <a:cubicBezTo>
                    <a:pt x="238" y="168"/>
                    <a:pt x="238" y="168"/>
                    <a:pt x="238" y="150"/>
                  </a:cubicBezTo>
                  <a:lnTo>
                    <a:pt x="238" y="40"/>
                  </a:lnTo>
                  <a:cubicBezTo>
                    <a:pt x="238" y="22"/>
                    <a:pt x="238" y="22"/>
                    <a:pt x="219" y="22"/>
                  </a:cubicBezTo>
                  <a:lnTo>
                    <a:pt x="110" y="4"/>
                  </a:lnTo>
                  <a:cubicBezTo>
                    <a:pt x="102" y="2"/>
                    <a:pt x="95" y="0"/>
                    <a:pt x="88" y="0"/>
                  </a:cubicBezTo>
                  <a:close/>
                </a:path>
              </a:pathLst>
            </a:custGeom>
            <a:solidFill>
              <a:srgbClr val="A99B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2693;p62">
              <a:extLst>
                <a:ext uri="{FF2B5EF4-FFF2-40B4-BE49-F238E27FC236}">
                  <a16:creationId xmlns:a16="http://schemas.microsoft.com/office/drawing/2014/main" id="{0B2AF1AF-D8AA-2A8F-FA7F-9DBE22B470D0}"/>
                </a:ext>
              </a:extLst>
            </p:cNvPr>
            <p:cNvSpPr/>
            <p:nvPr/>
          </p:nvSpPr>
          <p:spPr>
            <a:xfrm>
              <a:off x="1078483" y="2567105"/>
              <a:ext cx="89105" cy="132717"/>
            </a:xfrm>
            <a:custGeom>
              <a:avLst/>
              <a:gdLst/>
              <a:ahLst/>
              <a:cxnLst/>
              <a:rect l="l" t="t" r="r" b="b"/>
              <a:pathLst>
                <a:path w="1753" h="2611" extrusionOk="0">
                  <a:moveTo>
                    <a:pt x="0" y="0"/>
                  </a:moveTo>
                  <a:lnTo>
                    <a:pt x="0" y="2264"/>
                  </a:lnTo>
                  <a:cubicBezTo>
                    <a:pt x="0" y="2446"/>
                    <a:pt x="384" y="2611"/>
                    <a:pt x="876" y="2611"/>
                  </a:cubicBezTo>
                  <a:cubicBezTo>
                    <a:pt x="1369" y="2611"/>
                    <a:pt x="1753" y="2446"/>
                    <a:pt x="1753" y="2264"/>
                  </a:cubicBezTo>
                  <a:lnTo>
                    <a:pt x="1753" y="0"/>
                  </a:lnTo>
                  <a:close/>
                </a:path>
              </a:pathLst>
            </a:custGeom>
            <a:solidFill>
              <a:srgbClr val="FFB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2694;p62">
              <a:extLst>
                <a:ext uri="{FF2B5EF4-FFF2-40B4-BE49-F238E27FC236}">
                  <a16:creationId xmlns:a16="http://schemas.microsoft.com/office/drawing/2014/main" id="{0A70C478-F294-0F70-04C3-A15019C6AA4E}"/>
                </a:ext>
              </a:extLst>
            </p:cNvPr>
            <p:cNvSpPr/>
            <p:nvPr/>
          </p:nvSpPr>
          <p:spPr>
            <a:xfrm>
              <a:off x="1078483" y="2567105"/>
              <a:ext cx="89105" cy="77058"/>
            </a:xfrm>
            <a:custGeom>
              <a:avLst/>
              <a:gdLst/>
              <a:ahLst/>
              <a:cxnLst/>
              <a:rect l="l" t="t" r="r" b="b"/>
              <a:pathLst>
                <a:path w="1753" h="1516" extrusionOk="0">
                  <a:moveTo>
                    <a:pt x="0" y="0"/>
                  </a:moveTo>
                  <a:lnTo>
                    <a:pt x="0" y="1169"/>
                  </a:lnTo>
                  <a:cubicBezTo>
                    <a:pt x="183" y="1388"/>
                    <a:pt x="438" y="1515"/>
                    <a:pt x="712" y="1515"/>
                  </a:cubicBezTo>
                  <a:lnTo>
                    <a:pt x="1041" y="1515"/>
                  </a:lnTo>
                  <a:cubicBezTo>
                    <a:pt x="1315" y="1515"/>
                    <a:pt x="1570" y="1388"/>
                    <a:pt x="1753" y="1169"/>
                  </a:cubicBezTo>
                  <a:lnTo>
                    <a:pt x="1753" y="0"/>
                  </a:lnTo>
                  <a:close/>
                </a:path>
              </a:pathLst>
            </a:custGeom>
            <a:solidFill>
              <a:srgbClr val="472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2695;p62">
              <a:extLst>
                <a:ext uri="{FF2B5EF4-FFF2-40B4-BE49-F238E27FC236}">
                  <a16:creationId xmlns:a16="http://schemas.microsoft.com/office/drawing/2014/main" id="{FB3EE9D7-BB5A-0FAA-D7C5-88BE7748FBE9}"/>
                </a:ext>
              </a:extLst>
            </p:cNvPr>
            <p:cNvSpPr/>
            <p:nvPr/>
          </p:nvSpPr>
          <p:spPr>
            <a:xfrm>
              <a:off x="990292" y="2438098"/>
              <a:ext cx="265434" cy="101203"/>
            </a:xfrm>
            <a:custGeom>
              <a:avLst/>
              <a:gdLst/>
              <a:ahLst/>
              <a:cxnLst/>
              <a:rect l="l" t="t" r="r" b="b"/>
              <a:pathLst>
                <a:path w="5222" h="1991" extrusionOk="0">
                  <a:moveTo>
                    <a:pt x="1" y="1"/>
                  </a:moveTo>
                  <a:lnTo>
                    <a:pt x="1" y="859"/>
                  </a:lnTo>
                  <a:cubicBezTo>
                    <a:pt x="1" y="1479"/>
                    <a:pt x="512" y="1991"/>
                    <a:pt x="1151" y="1991"/>
                  </a:cubicBezTo>
                  <a:lnTo>
                    <a:pt x="4072" y="1991"/>
                  </a:lnTo>
                  <a:cubicBezTo>
                    <a:pt x="4711" y="1991"/>
                    <a:pt x="5222" y="1479"/>
                    <a:pt x="5222" y="859"/>
                  </a:cubicBezTo>
                  <a:lnTo>
                    <a:pt x="5222" y="1"/>
                  </a:lnTo>
                  <a:cubicBezTo>
                    <a:pt x="5222" y="640"/>
                    <a:pt x="4711" y="1151"/>
                    <a:pt x="4072" y="1151"/>
                  </a:cubicBezTo>
                  <a:lnTo>
                    <a:pt x="1151" y="1151"/>
                  </a:lnTo>
                  <a:cubicBezTo>
                    <a:pt x="512" y="1151"/>
                    <a:pt x="1" y="640"/>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2696;p62">
              <a:extLst>
                <a:ext uri="{FF2B5EF4-FFF2-40B4-BE49-F238E27FC236}">
                  <a16:creationId xmlns:a16="http://schemas.microsoft.com/office/drawing/2014/main" id="{316EF257-8908-F9F0-A04C-6CA27AFBC1B9}"/>
                </a:ext>
              </a:extLst>
            </p:cNvPr>
            <p:cNvSpPr/>
            <p:nvPr/>
          </p:nvSpPr>
          <p:spPr>
            <a:xfrm>
              <a:off x="990292" y="2260904"/>
              <a:ext cx="265434" cy="235699"/>
            </a:xfrm>
            <a:custGeom>
              <a:avLst/>
              <a:gdLst/>
              <a:ahLst/>
              <a:cxnLst/>
              <a:rect l="l" t="t" r="r" b="b"/>
              <a:pathLst>
                <a:path w="5222" h="4637" extrusionOk="0">
                  <a:moveTo>
                    <a:pt x="2611" y="0"/>
                  </a:moveTo>
                  <a:cubicBezTo>
                    <a:pt x="1169" y="0"/>
                    <a:pt x="1" y="1168"/>
                    <a:pt x="1" y="2611"/>
                  </a:cubicBezTo>
                  <a:lnTo>
                    <a:pt x="1" y="3487"/>
                  </a:lnTo>
                  <a:cubicBezTo>
                    <a:pt x="1" y="4126"/>
                    <a:pt x="512" y="4637"/>
                    <a:pt x="1133" y="4637"/>
                  </a:cubicBezTo>
                  <a:lnTo>
                    <a:pt x="4072" y="4637"/>
                  </a:lnTo>
                  <a:cubicBezTo>
                    <a:pt x="4711" y="4637"/>
                    <a:pt x="5222" y="4126"/>
                    <a:pt x="5222" y="3487"/>
                  </a:cubicBezTo>
                  <a:lnTo>
                    <a:pt x="5222" y="2611"/>
                  </a:lnTo>
                  <a:cubicBezTo>
                    <a:pt x="5222" y="1168"/>
                    <a:pt x="4054" y="0"/>
                    <a:pt x="26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2697;p62">
              <a:extLst>
                <a:ext uri="{FF2B5EF4-FFF2-40B4-BE49-F238E27FC236}">
                  <a16:creationId xmlns:a16="http://schemas.microsoft.com/office/drawing/2014/main" id="{7FA7138C-25DD-D37F-A3F0-0692D7F1F9CD}"/>
                </a:ext>
              </a:extLst>
            </p:cNvPr>
            <p:cNvSpPr/>
            <p:nvPr/>
          </p:nvSpPr>
          <p:spPr>
            <a:xfrm>
              <a:off x="1020943" y="2384269"/>
              <a:ext cx="204184" cy="230209"/>
            </a:xfrm>
            <a:custGeom>
              <a:avLst/>
              <a:gdLst/>
              <a:ahLst/>
              <a:cxnLst/>
              <a:rect l="l" t="t" r="r" b="b"/>
              <a:pathLst>
                <a:path w="4017" h="4529" extrusionOk="0">
                  <a:moveTo>
                    <a:pt x="1278" y="1"/>
                  </a:moveTo>
                  <a:cubicBezTo>
                    <a:pt x="566" y="1"/>
                    <a:pt x="0" y="567"/>
                    <a:pt x="0" y="1279"/>
                  </a:cubicBezTo>
                  <a:lnTo>
                    <a:pt x="0" y="2520"/>
                  </a:lnTo>
                  <a:cubicBezTo>
                    <a:pt x="0" y="3634"/>
                    <a:pt x="895" y="4528"/>
                    <a:pt x="2008" y="4528"/>
                  </a:cubicBezTo>
                  <a:cubicBezTo>
                    <a:pt x="3122" y="4528"/>
                    <a:pt x="4016" y="3634"/>
                    <a:pt x="4016" y="2520"/>
                  </a:cubicBezTo>
                  <a:lnTo>
                    <a:pt x="4016" y="1279"/>
                  </a:lnTo>
                  <a:cubicBezTo>
                    <a:pt x="4016" y="567"/>
                    <a:pt x="3451" y="1"/>
                    <a:pt x="2739" y="1"/>
                  </a:cubicBezTo>
                  <a:close/>
                </a:path>
              </a:pathLst>
            </a:custGeom>
            <a:solidFill>
              <a:srgbClr val="FFB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2698;p62">
              <a:extLst>
                <a:ext uri="{FF2B5EF4-FFF2-40B4-BE49-F238E27FC236}">
                  <a16:creationId xmlns:a16="http://schemas.microsoft.com/office/drawing/2014/main" id="{B4017F39-1DAC-8889-764A-5AFCF7FD5FFF}"/>
                </a:ext>
              </a:extLst>
            </p:cNvPr>
            <p:cNvSpPr/>
            <p:nvPr/>
          </p:nvSpPr>
          <p:spPr>
            <a:xfrm>
              <a:off x="1031160" y="2481711"/>
              <a:ext cx="182836" cy="38122"/>
            </a:xfrm>
            <a:custGeom>
              <a:avLst/>
              <a:gdLst/>
              <a:ahLst/>
              <a:cxnLst/>
              <a:rect l="l" t="t" r="r" b="b"/>
              <a:pathLst>
                <a:path w="3597" h="750" extrusionOk="0">
                  <a:moveTo>
                    <a:pt x="1807" y="1"/>
                  </a:moveTo>
                  <a:cubicBezTo>
                    <a:pt x="1406" y="1"/>
                    <a:pt x="1150" y="402"/>
                    <a:pt x="0" y="475"/>
                  </a:cubicBezTo>
                  <a:lnTo>
                    <a:pt x="0" y="749"/>
                  </a:lnTo>
                  <a:cubicBezTo>
                    <a:pt x="1114" y="640"/>
                    <a:pt x="1369" y="238"/>
                    <a:pt x="1807" y="238"/>
                  </a:cubicBezTo>
                  <a:cubicBezTo>
                    <a:pt x="2227" y="238"/>
                    <a:pt x="2501" y="640"/>
                    <a:pt x="3596" y="749"/>
                  </a:cubicBezTo>
                  <a:lnTo>
                    <a:pt x="3596" y="475"/>
                  </a:lnTo>
                  <a:cubicBezTo>
                    <a:pt x="2465" y="402"/>
                    <a:pt x="2209" y="1"/>
                    <a:pt x="18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2699;p62">
              <a:extLst>
                <a:ext uri="{FF2B5EF4-FFF2-40B4-BE49-F238E27FC236}">
                  <a16:creationId xmlns:a16="http://schemas.microsoft.com/office/drawing/2014/main" id="{D6C8EF0B-7E9A-848C-A92E-35B9A8B5BFD6}"/>
                </a:ext>
              </a:extLst>
            </p:cNvPr>
            <p:cNvSpPr/>
            <p:nvPr/>
          </p:nvSpPr>
          <p:spPr>
            <a:xfrm>
              <a:off x="1030194" y="2493808"/>
              <a:ext cx="185631" cy="130887"/>
            </a:xfrm>
            <a:custGeom>
              <a:avLst/>
              <a:gdLst/>
              <a:ahLst/>
              <a:cxnLst/>
              <a:rect l="l" t="t" r="r" b="b"/>
              <a:pathLst>
                <a:path w="3652" h="2575" extrusionOk="0">
                  <a:moveTo>
                    <a:pt x="1826" y="0"/>
                  </a:moveTo>
                  <a:cubicBezTo>
                    <a:pt x="1407" y="0"/>
                    <a:pt x="1133" y="402"/>
                    <a:pt x="19" y="511"/>
                  </a:cubicBezTo>
                  <a:lnTo>
                    <a:pt x="19" y="931"/>
                  </a:lnTo>
                  <a:cubicBezTo>
                    <a:pt x="1" y="1826"/>
                    <a:pt x="731" y="2574"/>
                    <a:pt x="1626" y="2574"/>
                  </a:cubicBezTo>
                  <a:lnTo>
                    <a:pt x="2045" y="2574"/>
                  </a:lnTo>
                  <a:cubicBezTo>
                    <a:pt x="2940" y="2556"/>
                    <a:pt x="3652" y="1826"/>
                    <a:pt x="3634" y="931"/>
                  </a:cubicBezTo>
                  <a:lnTo>
                    <a:pt x="3634" y="511"/>
                  </a:lnTo>
                  <a:cubicBezTo>
                    <a:pt x="2520" y="402"/>
                    <a:pt x="2246" y="0"/>
                    <a:pt x="18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2700;p62">
              <a:extLst>
                <a:ext uri="{FF2B5EF4-FFF2-40B4-BE49-F238E27FC236}">
                  <a16:creationId xmlns:a16="http://schemas.microsoft.com/office/drawing/2014/main" id="{97219CE0-43F6-59CE-3DF6-64BA2948DB57}"/>
                </a:ext>
              </a:extLst>
            </p:cNvPr>
            <p:cNvSpPr/>
            <p:nvPr/>
          </p:nvSpPr>
          <p:spPr>
            <a:xfrm>
              <a:off x="1039496" y="2412022"/>
              <a:ext cx="68722" cy="19620"/>
            </a:xfrm>
            <a:custGeom>
              <a:avLst/>
              <a:gdLst/>
              <a:ahLst/>
              <a:cxnLst/>
              <a:rect l="l" t="t" r="r" b="b"/>
              <a:pathLst>
                <a:path w="1352" h="386" extrusionOk="0">
                  <a:moveTo>
                    <a:pt x="713" y="1"/>
                  </a:moveTo>
                  <a:cubicBezTo>
                    <a:pt x="695" y="1"/>
                    <a:pt x="676" y="1"/>
                    <a:pt x="658" y="3"/>
                  </a:cubicBezTo>
                  <a:cubicBezTo>
                    <a:pt x="384" y="21"/>
                    <a:pt x="146" y="167"/>
                    <a:pt x="0" y="386"/>
                  </a:cubicBezTo>
                  <a:lnTo>
                    <a:pt x="1351" y="276"/>
                  </a:lnTo>
                  <a:cubicBezTo>
                    <a:pt x="1182" y="107"/>
                    <a:pt x="950" y="1"/>
                    <a:pt x="713" y="1"/>
                  </a:cubicBezTo>
                  <a:close/>
                </a:path>
              </a:pathLst>
            </a:custGeom>
            <a:solidFill>
              <a:srgbClr val="A03E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2701;p62">
              <a:extLst>
                <a:ext uri="{FF2B5EF4-FFF2-40B4-BE49-F238E27FC236}">
                  <a16:creationId xmlns:a16="http://schemas.microsoft.com/office/drawing/2014/main" id="{FD5AD095-2800-343F-A05F-7EF0C5DC760E}"/>
                </a:ext>
              </a:extLst>
            </p:cNvPr>
            <p:cNvSpPr/>
            <p:nvPr/>
          </p:nvSpPr>
          <p:spPr>
            <a:xfrm>
              <a:off x="1061760" y="2440894"/>
              <a:ext cx="20484" cy="17333"/>
            </a:xfrm>
            <a:custGeom>
              <a:avLst/>
              <a:gdLst/>
              <a:ahLst/>
              <a:cxnLst/>
              <a:rect l="l" t="t" r="r" b="b"/>
              <a:pathLst>
                <a:path w="403" h="341" extrusionOk="0">
                  <a:moveTo>
                    <a:pt x="238" y="1"/>
                  </a:moveTo>
                  <a:cubicBezTo>
                    <a:pt x="74" y="1"/>
                    <a:pt x="1" y="183"/>
                    <a:pt x="110" y="293"/>
                  </a:cubicBezTo>
                  <a:cubicBezTo>
                    <a:pt x="144" y="326"/>
                    <a:pt x="184" y="341"/>
                    <a:pt x="224" y="341"/>
                  </a:cubicBezTo>
                  <a:cubicBezTo>
                    <a:pt x="315" y="341"/>
                    <a:pt x="402" y="266"/>
                    <a:pt x="402" y="165"/>
                  </a:cubicBezTo>
                  <a:cubicBezTo>
                    <a:pt x="402" y="74"/>
                    <a:pt x="329" y="1"/>
                    <a:pt x="238" y="1"/>
                  </a:cubicBezTo>
                  <a:close/>
                </a:path>
              </a:pathLst>
            </a:custGeom>
            <a:solidFill>
              <a:srgbClr val="472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2702;p62">
              <a:extLst>
                <a:ext uri="{FF2B5EF4-FFF2-40B4-BE49-F238E27FC236}">
                  <a16:creationId xmlns:a16="http://schemas.microsoft.com/office/drawing/2014/main" id="{1A3F7BE9-68D9-9EDC-F268-2CF5D9EC25B7}"/>
                </a:ext>
              </a:extLst>
            </p:cNvPr>
            <p:cNvSpPr/>
            <p:nvPr/>
          </p:nvSpPr>
          <p:spPr>
            <a:xfrm>
              <a:off x="1138768" y="2412022"/>
              <a:ext cx="67807" cy="19620"/>
            </a:xfrm>
            <a:custGeom>
              <a:avLst/>
              <a:gdLst/>
              <a:ahLst/>
              <a:cxnLst/>
              <a:rect l="l" t="t" r="r" b="b"/>
              <a:pathLst>
                <a:path w="1334" h="386" extrusionOk="0">
                  <a:moveTo>
                    <a:pt x="635" y="1"/>
                  </a:moveTo>
                  <a:cubicBezTo>
                    <a:pt x="384" y="1"/>
                    <a:pt x="153" y="107"/>
                    <a:pt x="1" y="276"/>
                  </a:cubicBezTo>
                  <a:lnTo>
                    <a:pt x="1333" y="386"/>
                  </a:lnTo>
                  <a:cubicBezTo>
                    <a:pt x="1187" y="167"/>
                    <a:pt x="950" y="21"/>
                    <a:pt x="694" y="3"/>
                  </a:cubicBezTo>
                  <a:cubicBezTo>
                    <a:pt x="675" y="1"/>
                    <a:pt x="655" y="1"/>
                    <a:pt x="635" y="1"/>
                  </a:cubicBezTo>
                  <a:close/>
                </a:path>
              </a:pathLst>
            </a:custGeom>
            <a:solidFill>
              <a:srgbClr val="A03E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2703;p62">
              <a:extLst>
                <a:ext uri="{FF2B5EF4-FFF2-40B4-BE49-F238E27FC236}">
                  <a16:creationId xmlns:a16="http://schemas.microsoft.com/office/drawing/2014/main" id="{4B3EFDBF-9B37-7BA9-4058-437BABECD0AB}"/>
                </a:ext>
              </a:extLst>
            </p:cNvPr>
            <p:cNvSpPr/>
            <p:nvPr/>
          </p:nvSpPr>
          <p:spPr>
            <a:xfrm>
              <a:off x="1163827" y="2440894"/>
              <a:ext cx="20484" cy="17333"/>
            </a:xfrm>
            <a:custGeom>
              <a:avLst/>
              <a:gdLst/>
              <a:ahLst/>
              <a:cxnLst/>
              <a:rect l="l" t="t" r="r" b="b"/>
              <a:pathLst>
                <a:path w="403" h="341" extrusionOk="0">
                  <a:moveTo>
                    <a:pt x="165" y="1"/>
                  </a:moveTo>
                  <a:cubicBezTo>
                    <a:pt x="74" y="1"/>
                    <a:pt x="1" y="74"/>
                    <a:pt x="1" y="165"/>
                  </a:cubicBezTo>
                  <a:cubicBezTo>
                    <a:pt x="1" y="266"/>
                    <a:pt x="88" y="341"/>
                    <a:pt x="179" y="341"/>
                  </a:cubicBezTo>
                  <a:cubicBezTo>
                    <a:pt x="219" y="341"/>
                    <a:pt x="259" y="326"/>
                    <a:pt x="293" y="293"/>
                  </a:cubicBezTo>
                  <a:cubicBezTo>
                    <a:pt x="402" y="183"/>
                    <a:pt x="311" y="1"/>
                    <a:pt x="165" y="1"/>
                  </a:cubicBezTo>
                  <a:close/>
                </a:path>
              </a:pathLst>
            </a:custGeom>
            <a:solidFill>
              <a:srgbClr val="472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2704;p62">
              <a:extLst>
                <a:ext uri="{FF2B5EF4-FFF2-40B4-BE49-F238E27FC236}">
                  <a16:creationId xmlns:a16="http://schemas.microsoft.com/office/drawing/2014/main" id="{CADA0C22-2919-8CF3-0D6F-07A03565A6F4}"/>
                </a:ext>
              </a:extLst>
            </p:cNvPr>
            <p:cNvSpPr/>
            <p:nvPr/>
          </p:nvSpPr>
          <p:spPr>
            <a:xfrm>
              <a:off x="1243631" y="3337234"/>
              <a:ext cx="58505" cy="7472"/>
            </a:xfrm>
            <a:custGeom>
              <a:avLst/>
              <a:gdLst/>
              <a:ahLst/>
              <a:cxnLst/>
              <a:rect l="l" t="t" r="r" b="b"/>
              <a:pathLst>
                <a:path w="1151" h="147" extrusionOk="0">
                  <a:moveTo>
                    <a:pt x="1" y="147"/>
                  </a:moveTo>
                  <a:lnTo>
                    <a:pt x="1" y="147"/>
                  </a:lnTo>
                  <a:lnTo>
                    <a:pt x="11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11310974"/>
      </p:ext>
    </p:extLst>
  </p:cSld>
  <p:clrMapOvr>
    <a:masterClrMapping/>
  </p:clrMapOvr>
</p:sld>
</file>

<file path=ppt/theme/theme1.xml><?xml version="1.0" encoding="utf-8"?>
<a:theme xmlns:a="http://schemas.openxmlformats.org/drawingml/2006/main" name="Healthcare Center Website by Slidesgo">
  <a:themeElements>
    <a:clrScheme name="Simple Light">
      <a:dk1>
        <a:srgbClr val="5E288A"/>
      </a:dk1>
      <a:lt1>
        <a:srgbClr val="FFFFFF"/>
      </a:lt1>
      <a:dk2>
        <a:srgbClr val="666666"/>
      </a:dk2>
      <a:lt2>
        <a:srgbClr val="8148B1"/>
      </a:lt2>
      <a:accent1>
        <a:srgbClr val="B37EEC"/>
      </a:accent1>
      <a:accent2>
        <a:srgbClr val="DFC3FB"/>
      </a:accent2>
      <a:accent3>
        <a:srgbClr val="9790D1"/>
      </a:accent3>
      <a:accent4>
        <a:srgbClr val="B7AFDD"/>
      </a:accent4>
      <a:accent5>
        <a:srgbClr val="F8F3C4"/>
      </a:accent5>
      <a:accent6>
        <a:srgbClr val="FFF172"/>
      </a:accent6>
      <a:hlink>
        <a:srgbClr val="5E288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637</TotalTime>
  <Words>1034</Words>
  <Application>Microsoft Macintosh PowerPoint</Application>
  <PresentationFormat>Presentazione su schermo (16:9)</PresentationFormat>
  <Paragraphs>100</Paragraphs>
  <Slides>26</Slides>
  <Notes>26</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26</vt:i4>
      </vt:variant>
    </vt:vector>
  </HeadingPairs>
  <TitlesOfParts>
    <vt:vector size="31" baseType="lpstr">
      <vt:lpstr>Arial</vt:lpstr>
      <vt:lpstr>Palatino</vt:lpstr>
      <vt:lpstr>Alata</vt:lpstr>
      <vt:lpstr>Montserrat</vt:lpstr>
      <vt:lpstr>Healthcare Center Website by Slidesgo</vt:lpstr>
      <vt:lpstr>AI &amp; HEALTHCARE: promesse, limiti e responsabilità </vt:lpstr>
      <vt:lpstr>Perchè parlare di AI in Sanità?</vt:lpstr>
      <vt:lpstr>Previsione 2030: i settori più coinvolti</vt:lpstr>
      <vt:lpstr>01</vt:lpstr>
      <vt:lpstr>Il motore dell’innovazione scientifica</vt:lpstr>
      <vt:lpstr>Innovazione medica in crescita nell’era dell’AI</vt:lpstr>
      <vt:lpstr>02</vt:lpstr>
      <vt:lpstr>Uno sguardo globale sulla sanità</vt:lpstr>
      <vt:lpstr>03</vt:lpstr>
      <vt:lpstr>Imaging e segnali: il core dell’AI diagnostica</vt:lpstr>
      <vt:lpstr>04</vt:lpstr>
      <vt:lpstr>Introduzione ai bias</vt:lpstr>
      <vt:lpstr>05</vt:lpstr>
      <vt:lpstr>Altri tipi di bias</vt:lpstr>
      <vt:lpstr>Bias di genere</vt:lpstr>
      <vt:lpstr>Bias di anzianità</vt:lpstr>
      <vt:lpstr>Quando la ‘regola’ non generalizza</vt:lpstr>
      <vt:lpstr>06</vt:lpstr>
      <vt:lpstr>Sbilanciamento occupazionale </vt:lpstr>
      <vt:lpstr>Età e prevalenza di Ictus </vt:lpstr>
      <vt:lpstr>Un ‘NON’ bias</vt:lpstr>
      <vt:lpstr>07</vt:lpstr>
      <vt:lpstr>Artefatti nelle immagini</vt:lpstr>
      <vt:lpstr>Densità degli artefatti per classe diagnostica</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Federico Gallo</cp:lastModifiedBy>
  <cp:revision>31</cp:revision>
  <dcterms:modified xsi:type="dcterms:W3CDTF">2026-02-06T14:15:02Z</dcterms:modified>
</cp:coreProperties>
</file>